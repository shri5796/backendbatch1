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3:36:55.8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2247 8900 13855,'-39'-8'1442,"0"0"1,-21-5-1421,59 12 140,10 4 29,9 5 106,17 6 195,21 1 1,2-7 1,4-2-1066,-14-2 1,2-1 636,-6-1 1,4-2-1,3 0-737,0-3 0,4 0 1,1-1-1,-1 1 674,-4-1 1,-1 1 0,2 0 0,5 0-11,-8 0 1,6 0 0,2 0 0,1 0 0,0 1 0,-3-1 0,-5 1-281,10-1 1,-6 0 0,0 1 0,4 1 270,-3-1 0,6 1 0,1 0 1,-1 0-1,-5 0 0,-7 0 7,-2 1 1,-6-1 0,3 1-1,8 0 0,7 0 1,-2 0-1,-6-1-18,4 1 0,-5-1 5,6 1 1,-3 0 109,-15 0 0,-4 0 103,-4 0 623,-46-2-791,-34-1-24,12 1 0,-6-1 1,-2 1 319,1 0 0,-2 0 0,-2 0-327,1 0 1,-3 0 0,-2 1 0,1-1 6,-1 1 1,0 0-1,-1 1 1,0-1-287,-6 1 1,-1-1 0,0 1 0,3 0 282,8 0 1,2-1 0,0 1 0,-4 0 4,-6 1 0,-6 0 0,0 1 0,2-1 0,7 1-326,1-1 0,6 1 1,-7 0 329,6 0 1,-7 1 0,-3 1-1,0-1 1,5 0 0,7 1-11,-17 0 0,3 2 13,5-1 0,-7 2 0,2-1 0,11-1 10,11 0 0,3 0 67,-26 4 0,6-2-50,26-2-79,-2-1 1264,31-3-1029,18-1 118,40-2-221,-17 0 0,3-1 862,4 1 0,4-1-912,-7 1 1,4-2 0,2 1 0,-1-1-231,7 1 0,0-1 0,2 0 188,-7 1 1,1 0 0,1 0 0,0 0-15,6-1 1,2 1 0,-2 0 0,-5 1-7,-6 0 1,-4 0 0,7 0-454,-1 1 0,8 0 0,5 0 1,0 0-1,-3 0 0,-6 1 341,-1-1 0,-5 1 0,-1 1 0,4-1-14,2 0 1,4 0 0,1 0 0,-2 0-1,-5 1-44,9 0 1,-4 0 0,-9 0 143,-13 0 1,-4 1 312,19-1 1,-15 2-101,-33 0 1487,-24 1-1607,-8-2 1,-4 0-24,1 0 1,-2-1 1239,-21 1 1,-8-1-1309,8 1 0,-4 0 0,-2-1-469,12 1 1,0-1 0,-2 0 0,-2 0 511,1 1 0,-2 0 1,-2 0-1,2 0 1,3 0 12,4 0 0,3 0 0,-1 0 0,-3 0 5,-5 2 0,-4 0 1,-2 1-1,1 0 0,5 0-741,-9 1 1,4 0-1,-2 2 748,12-3 0,-3 1 0,0 1 1,1-1-1,6 0-59,-1 1 0,4-1 1,1 1 100,-21 5 1,10-1 11,14-2 508,9 2-334,43-9 139,28-3 1,8-2-287,-17 1 1,5-2 73,12-1 1,11-2 0,4-1 0,-4 0-167,-10 1 1,-3 0-1,1 0 1,4-1-12,7-1 1,4 0 0,2-1 0,-1 0-1,-4 1-10,-4 0 1,-3 1-1,0 0 1,4 0-63,-4 0 0,3 0 1,2 1-1,0-1 1,-4 1-1,-5 0-321,8-1 1,-7 2 0,8-2 395,-6 2 0,9 0 0,3-1 0,0 0 0,-7 1 0,-11 1 0,1 0 0,-3 1 0,5-1 0,1 1 0,-1 0 0</inkml:trace>
  <inkml:trace contextRef="#ctx0" brushRef="#br0" timeOffset="1.06542E6">1805 10326 11922,'-39'-15'532,"0"0"1,3 2-1,11-1 812,24 2-1014,3 4 130,4-4-146,3 8-23,8 0 314,31 11-454,-19-2 39,3 1 1,2 1-1588,-1-3 1,0-1 1553,25 4-40,-8-4 1,2-1-426,-7-1 0,1-1 386,15 0 1,4 0-38,-18-1 0,0 0 1,1-1 2,2 1 1,0-2 0,1 1 13,0-1 0,-1 0 0,3 0 37,6 0 0,2-1 1,-2 1-1,-8 1 0,-1 0 0,-1 0-36,-3 0 1,0 0 0,0 1 78,-3 0 0,-1 1 1,0 0 82,14 0 0,1 0-100,-8 0 1,2-1-1,1 1-39,3 0 0,0 0 1,0 0-41,3 0 1,0 0 0,3 0-15,-6 0 0,2 0 0,0 0 0,-3 0-460,-2 0 1,-3 0-1,2 0 439,1 0 0,3-1 0,0 1 0,-5-1 4,-4 0 1,-3 0-1,3-1-387,4 0 0,4 0 0,0-1 1,-4 1 376,-2-1 1,-4 1 0,4 0-57,6-1 1,7 0-1,-2 0 1,-8 0 337,-2 0 1,-2 1-581,10 0 0,7 0 1,-7 0-760,-3 1 0,-3 0-1496,12 2 1,-2 0 2551,-13 1 0,-4 1 0,9 1 0,-28 0 0</inkml:trace>
  <inkml:trace contextRef="#ctx0" brushRef="#br0" timeOffset="1.06632E6">6199 10277 7985,'-8'0'6643,"3"-1"-5775,5 1 605,-72-9-442,44 5-653,-14-1 0,3 0 98,25 3-380,7 1-35,5 0 169,12 1-40,5 0 68,27 1-163,-10 0 112,26-1 28,-6 1-70,-16-1 1,2-1-349,6 0 0,5-2 341,0 0 1,5-2 0,1 1-982,2-1 1,1 1 0,0-1 846,4 0 0,0-1 1,2 1-4,-7 1 0,3 1 0,0 0 0,-2 0-19,-4 2 1,-2-1 0,1 1 0,2 0-3,-2-1 0,2 1 0,0 0 0,0 0 0,0 1 5,-3 0 1,0 0 0,-1 1 0,0 0-1,-1 0 3,7 0 1,-1 1-1,-1-1 1,-1 1-135,8 1 0,-2 0 1,-1 1 166,-5-1 0,-1 1 0,-5-1-24,-1 1 0,-4 0 25,2-1 0,-5 0 86,1 0-60,-4-1-57,-8-1 469,-7-1-978,-4 0 2616,-2 0-5596,2 2 3647,-4 6 1,-6-5-1,0 5 1</inkml:trace>
  <inkml:trace contextRef="#ctx0" brushRef="#br0" timeOffset="4.54871E6">2070 11501 24575,'34'0'0,"-3"0"0,7 0 0,7 0 0,6 0 0,5 0-1967,-9 0 1,3 0 0,3 0 0,1 0 0,1 0 1717,-4 0 1,2 0 0,1 0 0,1 0-1,1 0 1,1 0 248,-1 0 0,3 0 0,1 0 0,0 0 0,-1 0 0,0 0 0,-2 0-360,0 0 1,0 0 0,-2 0 0,0 0 0,0 0 0,0 0 359,-1 0 0,1 0 0,0 0 0,-1 0 0,0 0 0,0 0 33,8 0 0,0 0 1,-1 0-1,-2 0 0,-4 0-33,11 0 0,-6 0 0,2 0-224,-7 0 0,2 0 0,-2 0 1,-8 0 223,-1 0 0,-5 0 1554,-2 0 0,-2 0-1554,21 0 4647,-26 0-4647,-9 0 973,-15 0 0,-5 0 0,-1 0 0</inkml:trace>
  <inkml:trace contextRef="#ctx0" brushRef="#br0" timeOffset="4.54986E6">2316 13263 24575,'-4'0'0,"54"0"0,-17 0 0,5 0-2300,10 0 1,7 0 0,2 0 2299,-11 0 0,1 0 0,3 0 0,6 0-560,-7 0 1,7 0 0,4 0 0,2 0 0,2 0 0,-2 0-1,-2 0 1,-4 0 559,1 0 0,-4 0 0,-1 0 0,0 0 0,2 0 0,4 0-184,-5 0 1,3 0 0,3 0 0,1 0 0,0 0-1,0 0 1,-2 0 0,-3 0 0,-3 0 183,14 0 0,-5 0 0,-2 0 0,-1 0 0,0 0-400,-4 0 1,0 0 0,-1 0 0,0 0 0,-1 0 399,11 0 0,-1 0 0,-1 0 0,-1 0 4,-8 0 1,-1 0 0,-1 0 0,-3 0-5,5 0 0,-3 0 0,-1 0 601,-2 0 0,-1 0 0,-2 0-601,8 0 0,-2 0 1365,1 0 1,-2 0-1366,-14 0 0,-1 0 1771,7 0 0,-4 0-1771,0 0 3032,0 0-3032,-5 0 2076,0 0-2076,-11 0 1636,0 0-1636,-14 0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3:37:25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3758 4626 13485,'-2'-48'1725,"0"0"0,-5-2 0,-6 8-811,-14 22-309,-14-4-404,11 15 141,-18 10-236,8 14-56,8 1 1,-2 4-166,1 8 1,-1 5 129,4 1 0,-2 3 0,3-1-401,-3 5 0,2 1 374,3-2 1,1 4 0,5-3-59,6 1 0,6 0-115,-1 10 1,6 0-166,11-3 0,6-3-132,8-4 1,5-2-108,10-5 1,5-3-353,5-5 0,4-5-849,5-3 1,2-4-1635,2-5 1,1-6 3423,4-7 0,-5-3 0,-23 4 0,-4-2 0,23-12 0</inkml:trace>
  <inkml:trace contextRef="#ctx0" brushRef="#br0" timeOffset="592">4108 5099 8181,'-3'-8'8463,"0"1"-7634,-25 0 0,-10 3 397,-1 4-820,-6-4 0,1 1 608,8 8-896,16-1-39,18-4-51,20-6 17,22-10-45,-11 3 0,2-2-243,6-3 0,0-2 257,4-3 0,0-3 2,0-2 1,-2-4 0,0-3 0,-4-4 2,-1-5 1,-4-4-445,-4-6 1,-4-2 441,-3-5 0,-4-1-1,-8 20 1,-1 0 0,-2 0 36,1-17 0,-2 2 45,-5 6 0,-2 3-46,0 7 0,-3 2 63,-3 7 0,-3 3 98,-15-14-84,-4 13-85,-1 15 407,-1 9-485,1 17 34,-2 19-6,16-4 1,0 5-90,-1 10 0,2 5 86,-2 10 1,3 3 4,6-14 0,2 0 1,1 2-9,1 1 1,3 2 0,0-3-6,2 10 0,4-1-2,6-6 1,3 1-1,3-5 19,4-1 0,5-4-13,-2-2 0,2 0 0,2-4-115,10 0 1,3-8 118,1-5 1,3-5 13,0-7 1,2-5-1,0-8 1,0-6-6,-1-5 0,-1-4 3,-2-7 0,-2-4 13,-4-3 1,-2-2 8,-4-1 1,-3-1-1,-3 0 0,-3 0 17,-4 3 0,-2 1 104,4-23 145,-11 9-117,-10 19-113,-3 9-10,-5 14-1929,-1 13 1872,4 0 430,-4 21-452,9 5-22,5 13-45,15 4-62,15-2-94,-10-26 0,4-3-119,2-1 1,2-3-531,1-2 1,0-2-4102,27 4 5001,-13-8 0,-18-6 0,-13-3 0</inkml:trace>
  <inkml:trace contextRef="#ctx0" brushRef="#br0" timeOffset="785">5105 4221 20470,'-39'-18'-211,"0"0"0,3 1 0,11 11-1632,21 22-7988,13 27 8162,-5-12 0,6 6 1,-8-30-1</inkml:trace>
  <inkml:trace contextRef="#ctx0" brushRef="#br0" timeOffset="1751">5330 4658 19053,'-5'1'2699,"1"-1"-1724,4 0-779,1 26-151,28-20-22,8 13-15,0-24 0,1-7-5,-7 0 0,-3-1-3,24-15 28,-19-7-11,-20 1 50,-1-13 17,-17 1 11,-11 6 140,-27 10-139,9 15 60,-26 8-83,16 16-62,-6 9-11,4 25-16,18 3-12,9 6 0,15 4-51,14-6 37,-1-19 0,3 0-79,13 5 1,3-3-492,-1-7 0,1-3 522,1-1 1,1-3-320,26-2-179,-2-22 190,-10-4 342,-15-6 0,-2-4 84,-6-7 0,-3-2 33,13-17 12,-15 12 0,-2-2-2680,0-16 2775,-4 10 1023,0-7-939,-7 33-196,-1-1-67,0 12 195,3 8-134,12 14 3376,3 9-3426,9 16-6,-4 3 1,-6-8-12,0 7 17,-2-5 0,-5-11 50,1-3 57,-9-24-57,-1-4 6,7-14-22,4-9 11,15-16-34,0 8 0,6 2 0,-13 19 12,4 5-18,-4 8 1,8 8-1,9 15 1,-5 3 0,6 9-6,-6-8-6,1-5 17,5-10 17,5-11-11,-8-10-3,-5-9 0,-1-4 3,3-7-126,-4-2 1,0-4 133,-13 7 0,-3-1-223,4-11 0,-1-4 217,-3-2 1,-3-3 53,0-10 0,-2 2-20,-4 17 0,-1 2 140,-2-11 1,-4 6 52,-9 13-89,-8-4-90,-3 24 205,2 14-272,2 12-2933,2 17 2927,6 1-17,6 3 1,2 4-351,6-8 0,2 1 289,3 18 0,3 2-81,6-7 0,2-3 53,-3-9 0,3-2-154,7 4 0,3-2-421,3-8 0,1-2 155,-1-2 0,1-2-450,4-2 0,-1-5-1846,16-7-1636,-8-17 1215,-13-3 3249,-9-22 0,-15 22 0,-2-9 0</inkml:trace>
  <inkml:trace contextRef="#ctx0" brushRef="#br0" timeOffset="1941">6783 4523 14541,'-63'-6'2124,"0"0"1,8 0 0,7 2-1565,14 2 162,16 1-308,30-2-224,22-3-131,-2 1 0,5 0-31,9-2 0,3 0-20,6 0 1,2-1-684,-1 0 0,0 0 661,-3 1 0,-1 0-182,-5 0 0,-1 1-773,-7 1 0,-1 1-8862,24-2 8243,-23 3 0,-18 3 0,-15 0 1</inkml:trace>
  <inkml:trace contextRef="#ctx0" brushRef="#br0" timeOffset="3316">7057 4135 9016,'9'-4'7561,"-2"0"-6558,-7 4 420,0 0-303,71-86-790,-39 41-766,-3 9 1,6-6-1,-4 4 455,-6 9 1,-2 3-12,0 3 1,1 0 2,18-8 1,6 0 10,4 1 0,4 1 2,-5 4 1,4 0-1,4 1-251,-11 6 1,2 0 0,3 1 0,0 0-1,-1 1 230,8-2 0,1 2 0,-1 0 0,0 1-553,0 1 1,1-1 0,-1 2-1,1 1 550,-3 2 0,0 1 0,0 2 0,-3 0-8,6 1 1,-2 2 0,1 0-293,-6 0 0,1 0 0,1 1 0,-1 1 287,-4 1 1,-1 1-1,0 1 1,1 0-11,5 3 1,2 1 0,-1 0-1,-2 2 10,7 3 0,-2 0 0,-1 2 3,-2 0 1,-1 0 0,-3 3-10,-4 3 0,-3 2 1,-3 1-27,6 8 0,-2 3-60,-5 1 1,1 4 0,-3 0 102,-8-5 0,-3 1 0,-1 1 4,1 5 0,0 1 0,-4 0 9,2 9 0,-3-1 9,0 0 0,-3-3-15,-4-10 1,-1-1 8,1 4 0,-1-1 364,-5-6 0,-1-2-199,6 29-39,-6-12 2100,-13-19-1619,-14-15 1448,-5-5-1896,-15-15-22,-1-14-89,5-3 30,9 3 1,-1-1 24,-13-10 1479,-5-5-1524,-8 1-38,18 14 16,-13-6-5,21 15 392,5 1-353,11 7-112,2 1-173,4 3 33,3 4 162,4 8 34,8 13 6,10 13-1711,0-8 1,1-1 1704,12 11 11,-7-12 0,-1-3 12,2-6 38,0-4 1,3-2 55,17-3-72,-13-6 0,2-3-230,-4-6 0,0-4 221,2-4 1,-1-3-124,1-4 0,0-3 106,-2-1 1,-1-1-23,-7 5 1,-1-1 46,5-6 1,-2-1 67,4-13-95,1 1 3062,-17 9-3107,-13 22-1031,0-4-6138,-3 10 7331,1 1 0,-1 3 0,0 2 0</inkml:trace>
  <inkml:trace contextRef="#ctx0" brushRef="#br0" timeOffset="10915">9571 5120 9946,'-17'-5'2621,"18"-3"-2083,47-1-342,-15 3 0,3-1-754,7-1 0,2 0 686,8 0 1,-1 0-68,-9 1 1,3 1 26,4 0 0,5 0 0,-1 1-57,-12 1 1,0 1 0,2-1-496,3 0 1,3 0 0,1 1 0,-1-1 472,10 1 0,-1 0 1,3 1-6,-4-1 0,4 0 0,-1 0 1,-3 1 0,-1 0 1,-3-1 0,3 1-5,3-1 0,4 0 1,1 0-1,-5 0 6,0 0 1,-3 1 0,2-1-346,-5 0 0,3 0 0,1 0 0,-1 0 357,1 0 1,0 1-1,1-1 1,-1 0 8,1 0 0,-1 1 0,1-1 0,0 0-9,0 0 1,1 1 0,0-1-1,0 0-4,0 1 1,0-1-1,0 1 1,-1-1-5,1 1 0,0 0 0,0 0 1,0 0-5,-1 0 0,1 0 0,-1 0 0,0 0 2,1 1 1,0-1 0,0 1 0,0 0 8,0-1 0,1 1 0,0 0 1,0-1 4,1 1 1,1 0 0,0 0 0,1 0-11,-12 0 1,0 0-1,0 1 1,0-1-1,1 1-356,1-1 0,0 1 0,1-1 0,0 1 0,-1 0 335,2 0 0,0 0 0,0 1 1,0-1-1,0 1-214,0 0 0,1 0 0,0 0 0,-1 0 1,1 0 208,-1 1 1,1 0 0,-1-1-1,1 1 1,-1 1-3,-1-1 1,1 0-1,-1 1 1,0-1-1,0 1 7,-1 0 0,0 0 0,0-1 1,-1 1-1,0 0 3,-1 0 1,0 0-1,-1 0 1,0 0 0,0 0-63,12 0 1,-1 1 0,-1 0-1,1-1 74,-3 1 0,-1 0 0,1-1 0,3 1-22,-10-1 1,4 0 0,2 0 0,-1-1 0,-2 1 0,-4-1 23,2 1 1,-4-1 0,-1 0 0,3 0 102,0 1 0,2-1 0,2 0 0,-3 0 0,-3 0-90,7-1 0,-3 1 1,-1-1-7,5 1 1,0 0 0,3 0 92,-6-1 1,3 1 0,0 0 0,0 0-103,-1 0 0,0 0 0,0-1 0,-1 1 1,1 0 0,0 0 1,0 0-1,-1 0-15,0 0 0,-1-1 0,0 1 0,0-1 4,-2 1 0,1-2 1,-1 1-1,0 0 3,-2 0 0,-1-1 0,1 1 0,-1-1 176,-1 0 0,0 0 0,0-1 1,-1 1-177,15-2 0,-1 1 0,0-2-8,-1 1 1,-1-2-1,0 1 10,-1-1 0,0 0 0,-1-1 7,-1 0 0,1 1 1,-1-1-7,-1 0 1,0 0 0,-1 1 1,0-1 1,0 1 0,-1 0 1,-1 0 1,-1-1 0,0 1-17,-1 0 1,-1 1-1,-1-1 14,-1 1 1,0-1 0,-1 1 200,-1 0 1,0 0-1,-1 0-220,-1 1 1,-1-1 0,1 0-132,8 0 1,0 0 0,-2 0 130,1 0 0,0 0 6,-6-1 1,3 1-1,1-1 59,1 0 0,1 0 0,-2 1-43,6-2 1,-1 1-4,-5 0 1,1 0 0,-3 0 16,-1 1 0,-2 0 203,1-1 1,2 1-212,10-1 0,1 1 6,-5 0 0,-1 1 16,-2 0 0,-2 1 0,-3 1 1,0-1 8,-4 1 0,0 0 5,-1 0 1,0 0-9,-1 0 0,1 0 158,0 0 1,1 0-187,1 0 0,0 0-17,3 0 0,0 0-3,1 0 1,0 1 867,1 0 0,0 1-1504,0 0 1,-1 1 641,1 2 0,-3 0 0,6 0 0,-10 1 0</inkml:trace>
  <inkml:trace contextRef="#ctx0" brushRef="#br0" timeOffset="12358">9629 5179 13721,'3'-39'1422,"1"13"-895,-2 38-197,2 12-117,-2 13-84,-1 15-333,-2-20 0,0 1 235,-1 6 0,0-1-26,-1-7 1,0 2 16,-1 18 1,0 3-9,2-16 0,0 0-308,-1 18 0,1 2 333,0-10 0,2-2 34,-1 1 0,1 1 47,0 0 0,0 1 34,-1 0 0,0 1-14,0-1 0,0 1-28,0-1 0,-1 1-17,1 0 1,0 0-26,0 0 0,0 2-12,0 1 1,0 1 3,1 2 0,-1 0-567,1 4 1,-1 0 568,1 3 1,0 0-18,0-20 0,0 1 0,0-1 10,0 2 1,0-1 0,0 1 0,1-1 0,-1 1 0,-1 0-17,1 0 0,-1 0 0,1 0-4,-1 0 1,0 0-1,0 0 0,-1-1 1,0 1-1,-1 0-7,1-2 0,-1 1 0,0 0-2,-1-1 0,1 0 0,-1 1-10,0-2 1,0 1 0,0 0-268,0 0 0,0-1 1,0 1 264,0 0 1,0 0 0,1 0-2,-1 1 0,1-1 0,-1 1 3,1 0 1,-1 0 0,1-1-1,-1 1 1,1 0 0,0-1 7,-1 1 0,0-1 0,0 0 5,0-1 1,0 1 0,0-1 30,-2 18 0,0 0 13,0-3 1,1-1-18,0-5 1,1 0-11,0-5 0,2-2-59,-1-3 1,2-2 32,1-5 1,1-1 548,5 26-537,4-8-1,2-4-10,2-3-1,-2-1 6,0 0-45,-3 0-274,-1-1-450,-4-1 741,-1-4 0,-2-16 0,-1-6 0</inkml:trace>
  <inkml:trace contextRef="#ctx0" brushRef="#br0" timeOffset="13809">23135 4989 7011,'0'-4'5046,"0"1"757,0 3-5232,10-29-246,-7 21-241,8-21-168,-11 29-6,1 0 107,1 3 33,4 4-27,-1 1 27,7 13-28,-6-9 63,7 21-6,-9-7-7,1 15-16,-3 1-16,-5 8-18,0 8-11,0-26 0,1 1 0,-1 2 1,1 1-361,0 1 0,1 0 363,0 3 0,1-1-3,-1 3 0,2-1 0,-1 2 1,0 0 13,0 2 0,-1 0 8,0 0 1,-1 0 8,-1 1 0,0 0 17,-2 1 0,0-1 11,-1 0 0,0-1-6,0 0 1,0 0-4,0 0 1,0 0 2,1 1 1,-1 0 2,1 2 0,0 0-8,-1 1 0,1 2-1066,1-8 0,0 1 0,1-3 1032,-1 3 0,0 0 34,1 19 0,0 0-341,2-21 1,1-1 351,-1 13 0,1 0-14,-1 0 0,1 0-3,-1 0 0,0 0-3,-1 0 1,0 0 5,-2 1 0,0-1 5,0 0 1,-2 0-14,0 0 0,0-1-20,-2 0 0,1 0 0,-1-2 0,1 0-3,-2-1 0,1-1-22,0-1 0,0 0-100,0-2 1,-1 0 98,2-4 1,0 0-79,-1-3 1,1-1-351,-1-4 1,0-2-4459,-10 24 4884,1-17 0,5-17 0,5-13 0</inkml:trace>
  <inkml:trace contextRef="#ctx0" brushRef="#br0" timeOffset="15765">9579 10202 7582,'-5'1'2940,"2"0"-1680,3-1-520,-2 16-152,17-8-224,11 11-106,26-11-130,-19-4 1,1 0-14,7-1 0,1 0-678,5 0 1,3 0 721,5 0 1,3-1-26,-14-1 1,0 0 0,2 0 22,5-1 0,2 1 0,1-1 12,6-1 1,2 0 0,1-1-578,-11 0 0,1 0 0,1-1 0,0 0 462,5 0 1,1 0 0,1-1 0,1-1-494,-9 2 0,0-1 0,1 0 0,0 0 0,1-1 445,2 1 1,2 0 0,0 0 0,0 0 0,0 0-192,3 0 1,-1-1-1,1 1 1,1 0 0,2 0 180,-9 1 0,2 0 0,2-1 0,0 1 0,-1 0 0,-2 0 0,-2 0-160,3 0 0,-4 0 1,-1 0-1,2 0 0,3 0 166,-5 1 1,4 0-1,2-1 1,0 1-1,-1-1 1,-1 1-1,-4 0-54,2 0 1,-3 1-1,-2-1 1,1 1 0,2-1 51,1 1 1,1-1 0,1 0 0,1 1 0,0-1 0,-1 1 1,-1-1 1,0 1 0,0-1 0,0 1 0,0 0 0,0-1 4,-1 1 1,1 0-1,-1-1 1,0 1-1,0 0 1,0-1-3,0 1 1,-1 0 0,1-1-1,-1 1 1,1-1 0,-1 1 4,11-1 0,-1 0 0,0 1 0,0-1 0,0 0 4,0 0 1,0 0-1,-1 0 1,1 1 0,0-1-8,-1 0 1,1 1 0,-1-1 0,1 1 0,-1-1-33,0 1 0,0 0 0,0-1 0,0 1 0,0 0 60,-1 1 1,1-1 0,0 0 0,-1 1 0,0 0 0,0-1 0,0 1 0,0 0 0,-1 1 0,0-1-19,0 1 1,-1 0 0,0 0 0,0 1 0,0 0 9,-1-1 1,0 1 0,0 1-1,-1-1 1,0 1-37,0 0 0,-1 1 0,0 0 0,0 0 0,-1 0-19,-1 0 0,0 0 0,0 1 0,0-1 0,-1 1-16,0 0 0,-1-1 1,-1 1-1,1 0 1,-1 0-8,12 2 1,-1-1 0,0 0-1,0 0 28,-3 0 1,1 0 0,-1 0 0,0-1 13,-2 1 1,-1-1 0,0 0-1,0 0 31,-2 0 1,0-1-1,-1 0 1,0 0 23,-2-1 0,-1 1 0,0-1 1,0 0 177,-1-1 0,-1 1 0,-1-1 0,1 0-157,13 1 0,0 0 1,0 0-20,-3-1 1,1 0-1,-1 1 96,-2 0 0,0 0 0,0 0-137,-2-1 1,0 2-1,0-1-2,-1 0 1,-1 1 0,2-1-4,8 1 0,2 0 0,-4 0-5,3 1 0,-1-1 12,-6-1 1,1 0-1,-3 0 307,-2 0 1,-1-2-295,-8 1 1,1 0-1,0-1 11,-1 0 1,0 0 0,-1-1 41,21 1 1,-1-1 8,0 0 0,-1 0-42,-15 0 0,1 0 55,-4 0 1,3 0-1,-4 0 205,2-1 0,-1 1-224,16-1 0,-1 0 0,-15 0 1,-3-1-4,-4 0 1,0-1 0,-4-1 0,0-1 854,29-6-812,-1-3-28,1-2-65,-29 8 0,1-2 3,1 1 0,-1-2-3,2 1 0,-1 0 3,-1 0 0,0-1 56,27-9-5,-8 1-18,-6-1 2592,-6-1-2648,6-6-5,-14 8-11,14-8 11,-10 9 51,13-6-23,3-2-23,3 0 12,-2 2-11,-2 1-6,-2 4-23,-5 2 29,-4 3 1332,-5 0-1316,-5 2 671,-4 0-660,-2 1 366,1-2-377,1 1-39,1 1 17,0 1 0,2 0 0,-2 2 45,-1 1 56,-5-1 140,-2-4-169,-8 2 40,1-9-11,-6 1-6,2-7-16,-2-4-1,-2-4 1,-1-1 10,-4-1-38,-2 0-46,-4 1 1,-2-4-3381,-6-16 3380,5 13-11,3 7 1,1-3-215,4 6 1,1-2 241,-1-11 0,2-3-11,3-3 1,2-1-7,0-2 1,1 0-1,2 1 1,-1 1-37,0 3 1,-1 1-113,-2 4 0,-1 2-465,-4 4 1,-2 1 607,-3 1 0,-1 3 0,-2-2 0,-2 6 0</inkml:trace>
  <inkml:trace contextRef="#ctx0" brushRef="#br0" timeOffset="18565">10402 6560 14885,'1'-43'1079,"-1"0"0,0 5 1,1 8-1019,3 21-61,1 6 28,0 5 79,9 16-29,-1 9-11,4 23-11,-7 13-332,-7-26 0,-2 2 290,-3 2 0,-1 0 14,-1-1 0,-2-1 67,0-4 1,-2-2 369,-5 18 437,0-17 201,3-17-431,1-14-431,-2-18-84,1-15-22,-1-17-40,5-11-70,4 25 0,2 0-11,2-2 0,2 1-11,2 1 0,1 0-1,3 2 1,2 2-8,15-22-6,3 12 602,1 11-619,0 12-17,1 8 17,1 11-5,11 20 21,-15-2-16,13 25-5,-18-5-1,3 12 34,-6 0 0,-6-5 0,-5-10 23,-5-10 100,-2-12 207,-2-10-72,0-9-213,0-10-23,2-14 12,3-10-1,3-4-33,5 5-28,4 8-5,3 11 5,2 8-12,2 7-4,3 11 38,2 6-5,3 8 0,1 3 11,1 0-17,0-4 22,-2-6 18,-3-6 38,-5-8 46,-3-13-29,-2-9-27,-2-11 27,-1-4 140,-5-4-122,-4 14 77,-2-1-10,-5 17-63,1 1-122,-2 5-40,2 4 51,2 7 0,5 8 22,4 12-16,7 9-113,4 5-145,6 5 50,-6-11-400,-5-10 0,1 0-1326,5 6-3360,11 12 5299,-15-21 0,-9-10 0,-7-7 0</inkml:trace>
  <inkml:trace contextRef="#ctx0" brushRef="#br0" timeOffset="18741">11486 6397 14717,'-4'-4'2745,"0"1"-10138,4 3 7393,-9-8 0,7 7 0,-8-6 0</inkml:trace>
  <inkml:trace contextRef="#ctx0" brushRef="#br0" timeOffset="19228">12058 6554 23903,'-43'1'7,"1"0"0,0 0 0,-10-6 0,8 9 10,13 21 0,6 9-12,6-4 1,2 1-6,-11 19-9,15-16 1,4 0-36,10 5 21,8 4 18,8-8 10,9-12 40,4-11 5,4-16 1,2-18 16,2-20-36,-20 13 0,-1-5 19,3-17 0,-2-3-500,-6 16 1,-1-2 463,-1 0 1,-1-3 0,0 2 10,-1-2 1,0 1 7,1-8 1,1-3-1494,-2-2 1,-1 3 1495,-3 18 1,0 3 38,-1-6 1,-1 4 42,-4 8-73,-1 2-157,0 14 594,0 13-510,-1 19-56,0 27-42,1-14 0,1 4 938,1 8 0,1 2-1428,3 4 0,1 1-569,3 2 1,3 0-544,4-2 0,4-2-486,2-4 1,5-3-501,1-7 1,4-3 2713,2-7 0,0-4 0,4 2 0,-5-11 0</inkml:trace>
  <inkml:trace contextRef="#ctx0" brushRef="#br0" timeOffset="19681">12601 6776 20543,'8'-45'965,"1"-1"0,-1 4 1,-8 9-698,-21 19-156,-4 6-95,-6 6-50,-10 22 21,11-2-2108,4 13 0,2 2 2114,3 4 3,2 0 1,1 2 828,3 13-866,7-14 1,3 0 17,2 11-23,15 5 34,8-33 61,20-6-27,-11-14 38,21-23-16,-12-21-1146,-8 0 1,-1-4 1111,-8 13 0,-1-2 4,-3-3 0,0-4 0,-3 1 828,-1-8 0,-1 0-821,-2 7 1,-1-2-1,0-1 8,-1 1 0,0 0 0,-2 0 14,0 2 1,-1 1 0,-1 0 47,0-15 1,-2 3 30,-3 7 0,-2 2-152,-2 9 0,-1 2 174,-11-16-72,0 17-134,5 17 2893,4 15-2832,3 24-28,2 25-167,1-5 1,2 9 0,-1-4-1099,1 1 0,1-1 1173,0 1 1,0 4-1,1-4-384,3 4 0,1-3-401,0 2 1,1 1 280,-2-10 1,1 1 0,0-1-845,3 15 1,2-1-3261,4 0 1,2-3 4727,-5-16 0,0-4 0,11 19 0,-13-36 0</inkml:trace>
  <inkml:trace contextRef="#ctx0" brushRef="#br0" timeOffset="20957">12969 7084 23330,'35'-50'98,"0"0"0,-10 11 0,-1 0 0,-2 3-75,7-20-1041,-13 18 0,1-6 0,-4 4 1026,-3 9 1,-2 0 17,3-17 0,1-6 0,-3 6-15,-3 16 1,-2 0 21,1-10 1,-1-4 0,-1 6 954,-4-8-901,-5 0 0,-3 2 8,-2 10 22,-1 6 1,-2 2 560,-3 3-617,-1 2-70,3 11-36,-1 22 1780,5 4-1752,-10 34-5,6 12-1027,6-5 0,2 3 1032,2-16 1,2 1-65,3 7 1,1 5 0,3-5-506,0-3 1,2-3 498,2 10 0,0 0-270,2-10 0,0-2-281,6 18 114,-7-26 0,0 1-745,3-3 1,0-2-357,12 7 813,1-11 765,8-31-1180,-1-13 2227,10-15-17,-15 3 0,-2-1-294,6-7 251,2-13 1044,-22 24-288,-4 3-362,-1-1-102,-6 6-874,-2 10-268,-1 4 420,1 4-751,2 1 213,2 4 11,7 3-11,9 4-5,9-3 10,0-2-44,8-3 34,-7-10 94,7-13-38,-14 1 94,-2-26-61,-15 23 179,-1-25-145,-6 29 196,-5-15-74,-3 19-195,0 1-22,2 7-63,2 8 57,1 3 34,-10 22-12,6-6-9,-2 8 1,1 2-31,-1 12 17,-1 8 0,7-5-3364,4-10 3392,1-7-1,2 6-16,4-21 17,0 3 78,20-9-83,-10-5-1,13-2 11,0-10 3404,-4-3-3409,9-8 5,-11-1 28,-4-3-27,-6 5 44,0-10-11,-5 11-22,0-3 16,-3 9 12,-2 7-62,-1 1 0,0 3-297,-1 1 302,1 3-21,-1-2-1860,1 3-3295,2-2 4323,0 1 0,1 1 0,-2-1 0</inkml:trace>
  <inkml:trace contextRef="#ctx0" brushRef="#br0" timeOffset="21907">13777 6826 18201,'15'-44'767,"0"0"1,-1 3 0,-2 8-248,-2 12-83,-3 6-23,-2 4-110,-3 6-209,-1 2-466,-1 3 315,-6 7 129,-3 7-34,-7 14 1,0 7-18,1 7 0,5 2-10,5 0 4,11-4 18,8-4 17,9-6 78,3-8 117,1-10 6,0-9-61,2-15-29,1-9-5,0-13-17,-3-5-28,-4-3 34,-5 2 38,-5 5 40,-5 9-11,-4 9-140,-2 9-146,-2 5-190,0 2 224,-2 19 28,1 3-1,-1 18 18,1-2-12,5-3 6,4-3 6,6-7 28,5-7 38,2-8 12,3-9-3347,6-18 3302,-9 2 45,7-18 28,-12 3-28,3-10 12,-4-4-12,-2 0-17,-3 3-11,-2 4-6,-3 8-11,-2 10 3286,-2 8-3706,-1 7-156,0 4-107,0 10-499,2 7-784,6 12-952,6 4-1814,10 0 3845,10-1 0,-15-15 0,1-4 0</inkml:trace>
  <inkml:trace contextRef="#ctx0" brushRef="#br0" timeOffset="22741">14765 6690 10041,'0'-8'8945,"0"2"-6453,0 6-772,0 0-1563,-42-52-129,20 39-26,-5-13 1,-3 7 25,0 37-17,9 0 12,-10 23-29,20-20-5,-8 20-6,14-16-56,4 8 57,5-11 60,3-5 68,4-10 28,3-8-61,8-8 10,13-14-49,-10 4 27,7-13 28,-16 13 79,-1-2 44,-7 9-95,-8 6-123,-5 7 23,-5 5-7,-11 12-21,-4 7 5,-5 12-6,6 2-33,10 11 22,11-17-5,13 11 11,11-16-34,11 4 33,-3-17 1,2-2 17,15 1-6,6-6 22,-18-16-5,-15-2 28,8-15 33,-7-14-55,-1-7-15,-8 15 1,-2 1 2,3-11 6,5-7-12,3 10 1,-4 7 22,10-5-17,-12 24-11,2-2-34,2 9 1,-7 8-6,6 15 22,-9 0 0,-1 23 6,-2-6 0,5 21 5,6-5 17,3-4-11,0-16 17,3-13-11,-9-10 78,8-1-6,-2-10-5,12-17-17,-2-9 0,6-18-34,-13 9 29,2-16-3298,-5-4 3326,-4 11 44,-7 15 1,-3 1 66,-6 5-89,0-4 39,-8 13-67,2 9-107,-4 1 3415,1 13-3392,-1 10-6,2 4-17,2 18-139,6 1-371,8 17-1047,5-19 0,3 0 1315,5 0 0,0-3 0,10 16 0,-6-17 0</inkml:trace>
  <inkml:trace contextRef="#ctx0" brushRef="#br0" timeOffset="25066">13232 7627 9733,'-4'-9'5164,"1"2"-3529,3 7-380,0 0-1177,-5-51 68,12 46 111,-1-31 12,13 63 0,1 7 23,0 7 10,2 5-38,3 4-523,4 3 368,-13-25 1,2-1-10,3 0 1,1-1-9,2-1 1,2-1 8,2-2 0,2-1-1,3-2 1,1 0-23,2-1 1,2-1-20,2-1 0,2 0-23,1-1 0,2 0-5,1 0 0,1-1-505,0-1 1,1 0 501,0-1 0,0 0 8,1-2 1,1 0-9,1 0 0,2-2 5,3-1 1,1-1-3,5-1 0,1-1-493,-18-2 1,1-1 0,-1 1 474,3-1 0,-1-1 0,1 1 5,-1-1 1,1 0 0,-1 0 7,-1-1 0,-1-1 1,-1 0 3,19-1 1,-2-1-9,-3-1 1,-2-2 2,-3-1 1,-2 0-278,-2-1 0,-1-2 263,-2 0 0,0-1 12,-3-1 0,0-1-6,-1-1 0,-1-1 2,0-1 1,-1-1-1,0 0 1,0-2 2,-1 2 1,-1-1 7,0 0 1,0 0 5,-2 1 1,-2-1 8,0 0 0,-2 0 53,-2-1 0,-1-1-39,-1 0 0,-2 0 14,-1-1 0,-1-1 55,19-23-27,-4-1-22,-6-1-29,-5-1-5,-4 3 766,-3 4-761,-4 5 23,-3 2 1508,-3 3-1469,-2 2 745,-4 2-678,-2 3 17,-2 3-39,-4 4 324,0 2-403,-2 6-66,2 4-85,0 3-101,1 2-22,0 1 140,-4 4 79,-6 5-7,-8 8-4,-11 5 10,-10 4-19,10-8 0,0 0-20,-14 7 22,7-2 1,2-1 11,7-4-12,-19 15 12,28-17-22,-2 1 10,10-6 29,6-6 33,4-3 342,2-2-292,-3-4-61,-1-3-44,-1-7-29,2-6 0,4-2-11,9-2 6,8 1-12,11 1 28,7 3 23,7 3-11,3 3 5,4 4-11,2 4-28,-1 2 6,12 5-23,-9 4 22,-2 2-61,-2 9-28,-10 0 40,7 6 16,-9 1 50,-8-4 6,-10-4-22,-9-5 27,-6-5-16,-4-3 633,-1-1-650,-4-14 39,1 6 6,-8-15-6,-1 8 6,-8-4-17,-15-2 5,8 8-10,-17-4-35,14 9 29,-8-1 0,3 3-3409,-7 2 3437,13 1-2297,-27 5 2269,28 0 5,-31 6-10,17 3-24,-14 6 1,20-5 6,6 1-505,18 23 163,8-20-3966,0 42 4341,6-35 0,0 2 0,-2-15 0</inkml:trace>
  <inkml:trace contextRef="#ctx0" brushRef="#br0" timeOffset="27560">17685 6898 10528,'20'-50'2065,"-1"0"0,-4 9 0,-1 4-374,-1-3-537,-8 16-526,0 3-488,-3 10-224,-3 13 151,-1 6 67,-6 22 1,-3 8-99,1-7 0,0 1-1177,-6 25 1,0 0 1143,5-20 0,0-1 13,0 8 1,0-2 6,0 3-4,3-12 1,1-1 47,-2 10 34,0 2 397,4-13 500,2-16-556,2-10 2254,1-19-2601,0-14-31,2-5 1,0-4-49,1-2 1,0-2-446,2-13 1,2-2 448,1 3 0,1 2-18,-2 8 1,2 2 11,4-8 0,3 2-14,-1 12 0,2 2-23,4-6 1,3 1-221,6 2 1,3 5 225,-5 8 0,0 3 0,26-11-16,-3 21 27,-10 14-22,-9 7 0,0 3 6,10 10-34,-8 11 0,-4 3-28,-6 4-301,1 10 0,-2 5 73,-10-21 1,-2-1 112,2 8 1,1 1-684,1 5 0,0-2-20,-5-16 0,0-1 330,1 6 1,1-1-3092,2 16 3083,-12-17 1,1-10-1,-5-6 1</inkml:trace>
  <inkml:trace contextRef="#ctx0" brushRef="#br0" timeOffset="27771">17817 7095 13105,'-5'-3'4682,"2"0"-2441,3 3-2045,-12-69-191,29 39-22,-16-10 1,5 2-77,21 23 1,6 6-107,-2 0 0,3 1-912,24-5 1,3 0 440,-6 3 1,0-1-569,-11 3 0,1-1 1,-3 1 119,0 0 1,-3 0-2140,6-3 0,-4-1 2598,8-4 1,-16 6-1,-23 7 1</inkml:trace>
  <inkml:trace contextRef="#ctx0" brushRef="#br0" timeOffset="28261">18695 6577 12242,'1'-5'6621,"-1"2"-5568,0 3-818,16 3-67,-3 18-56,15 16-67,-12 8-290,-5-2 1,-2-1 261,1 6-9,-3-5 1,0 3-162,-2-12 1,0-2 154,-1 0 1,0-1 14,4 30-6,-5-28 23,-2-12 195,0-8 1278,-1-10-1451,-8-24-6,-2-9 1,-7-28-1552,7 26 0,0-1 1526,0-2 1,0-1 5,1-1 0,0-1 8,2 2 0,2 0 6,1 2 0,2 1-6,2 1 0,3 0 6,7-27-23,3 15-19,1 14 0,4 1-20,9-6-3,-6 11 1,2 2-15,18-1 17,-9 10-72,18 8-12,-14 12-1,15 8-4,-11 15 3369,-7 11-3397,-6 10 39,-12 3 89,-8-3 56,-15-5-16,-11-8-28,-13-8-135,-22-4 0,15-12-453,-19-2-1042,25-13-3647,-1-5 5271,12 0 0,13 1 0,7 3 0</inkml:trace>
  <inkml:trace contextRef="#ctx0" brushRef="#br0" timeOffset="28504">19345 6509 16717,'-3'-3'4106,"0"1"-3272,3 2-1164,70-46-1783,-13 31 1676,-20 0 0,5-4 1,-1 6-830,3 9 0,-1 4-1863,-2-1 1,-1 1 3128,22 1 0,-27-1 0,-18 0 0</inkml:trace>
  <inkml:trace contextRef="#ctx0" brushRef="#br0" timeOffset="28921">19573 6473 16169,'-9'42'18,"1"0"1,0 6 0,4-3-75,5-2-51,1-9 1,-1-1 1248,-6 12-1703,-6 10 18,-10-3 246,-14-8 264,-10-9 161,-8-10 253,-1-10 950,4-9-188,13-3 384,14-5-709,15-4 716,17-5-1086,17-5-151,21-4-205,-16 8 0,3 0-400,5 0 0,1 0 361,3-1 0,0 1-3,0 0 1,-1 0 2,-2 1 0,-1-1 6,-4 2 0,-2 0 73,21-8 36,-15 3 50,-14 3-44,-12 3-157,-8 2-387,-6 2-347,-5 1-6458,-7 3 6329,-4 5 0,8-4 1,5 2-1</inkml:trace>
  <inkml:trace contextRef="#ctx0" brushRef="#br0" timeOffset="35387">18545 6169 8091,'-2'-6'3714,"1"2"-2241,1 4 67,-3-72-139,4 39-883,-2-12 0,0 0 176,2 11-218,-3-2 79,-9-9-403,2 13 60,-5 3 1,-2 1-90,-1 1-33,-2 0 0,-2 0 55,-13-12-72,9 15 0,-2 0-376,-3 0 0,-2 0 339,-3 1 1,-3 2-4,-3-1 1,-1 2-1,-4-1 1,-1 2-1,-2-1 1,0 1-554,-3-1 0,0 0 536,-1 0 1,1 0-6,0-1 1,0 1 7,1 0 1,0 0-6,1 1 0,1 1-11,1 1-1,1 0-290,1 1 1,0 1 306,2 1 1,-1 0-9,2 0 1,-1 2-1,-2 0 0,0 0-6,0 2 1,-2 0 2,-1 2 1,0 1-6,-1 0 0,0 2-12,-1 0 1,0 2 11,0 0 0,0 1-1,1 1 1,-1 0 5,1 0 1,-1 1 5,0 2 0,0-1-11,-2 1 0,-1 1 6,10 1 0,-2 0 1,2 0-380,-2 1 0,0 0 372,4-1 0,-2 2 0,3-1 9,1 1 0,2 1 0,-9 1 1,0 0-10,5 0 1,2 0-19,4 0 0,1 1-1,4 0 0,1 1 802,-22 12-802,5 4-11,4 5 25,13-5 0,1 1-8,-14 15-1108,19-18 1,1 0 1107,-2 3 575,2 0-592,2 2 0,-3 8 0,5 3 11,3 0 6,2 2 22,-1 0 503,-3 1-464,-9 10 44,8-17-91,1-5 0,0 0 2,2-4 6,-1 2 1,1 0-12,3-8 11,-7 14 50,11-20 326,1-3 16,1-6-213,1-7-139,-5-6 3419,-10-12-3447,3 2 21,-8-14-4,9 7 5,-3-8-17,0-4-28,2-3 23,-3-14 21,6 8-21,1 2 16,4 6 0,-2 3-22,-2 0 0,-5-2 11,2 12-28,3 6 0,-2 4-84,4 6-39,2 3 72,2 4-6,4 10 46,3 1-22,0 11 5,7 18 22,2-2-5,3 8 11,4-4-6,-5-15 23,15 31-11,-11-26-1,1-1 1,3 0 5,11 10 11,-4-10 1,3-2 22,0-4 0,1-2-20,-1-1 1,3-3 21,16 0 1,1-4-352,7-1 358,-15-7 0,7 0 0,-4-2-403,-3-4 0,-2-3 397,18 0 0,-1-2-34,-20 0 0,-3-1-36,5-3 0,-2-1 22,14-5 61,8-3-27,-25 8 201,-10 3-129,-19 6 509,-2 1-671,-9-3 814,-3 3-836,-12-1 143,4 3-82,-12 7 11,-1 0 6,-29 7 6,0-3-234,22-5 1,0-1 232,4-3 1,0 0-1619,-1-1 0,1 0 1624,-18-1-237,14-4 0,2-2 237,0-2-69,0-5 1,-1-2 68,-1-6-5,-6-6 302,6-2-269,1-2-28,0 0-44,-2-3 3064,14 10-3188,8 5-170,8 6-2619,5 6-6885,4 10 9207,1-1 1,0 3 0,0-4 0</inkml:trace>
  <inkml:trace contextRef="#ctx0" brushRef="#br0" timeOffset="38396">10058 7692 7912,'8'-7'2728,"-3"1"-2235,-5 6 1215,0 0-840,-43 43-72,15-13-2527,-12 10 0,-1 2 1882,3-3-45,6-9 1,-3-1 112,7-7 0,-1-1-158,-12 7 1,-3 1 5,-3 1 0,-2 0 17,-4 0 0,-1 1-243,16-10 1,1 0-1,-1 0 241,-2-1 0,1 1 1,-1-1-239,1 1 0,0-1 0,-1 1 260,1-2 1,0 1 0,-1-1 8,2-1 1,0 1 0,-1 0 24,-8 3 0,0 0 1,2-2-75,-2 2 1,1-1 13,3-2 0,-1 1 1,2-1-39,0 0 1,0-1 76,-12 6 1,-2 1 25,1-1 1,0-1 21,0-1 0,-1-1 0,2-2 0,0-1-33,2-2 0,1-3 19,2-1 1,2-2-68,1-2 0,2-2 310,4-2 0,-1-1-260,-5-4 0,0-1-44,-14-2 2,19-3 1,0-2 114,-13-10 1060,19 5 0,-1-2-1167,0-3 1,0-3-12,-10-10 1,2-2-24,13 10 0,1-1-4,-12-13 0,2-1-15,14 12 1,3-1 110,-7-8 1,0-2-145,3-1 0,0-3 12,3 1 0,1-4 1,1 3-11,1 2 1,1 0-6,-7-15 1,1 1 21,9 19 1,1 2-4,-2-2 1,-1-2-6,-3-7 1,-2-1 16,-3-6 0,1 3-37,9 15 1,0 1-3,-10-16 0,3 2 2,4 7-8,2 3 1,0-1 186,-5-11-176,3 3 0,-1 0-2,-4-10-72,6 12 0,0 3 55,5 9 0,-9-20 898,6 12-876,-6-18-11,9 20-5,-7-17-6,12 32 563,-6-14-569,5 13-39,-8-9 45,6 11 27,-12-7-27,14 17 629,-10-3-752,10 9-141,-4 6 202,5 3-73,-10 25 68,5 4 38,-2 8-21,-1 6 5,3-5-6,-4 13-53,7-19 1,0-1-252,1-2 1,0-2 303,-8 29-89,0-1 28,4-13 50,-5 13 45,-4 0 61,5-17 1,1-8 106,2-16 84,1-9-157,1-3 112,-7-5-83,5-8 528,-2 0-557,0-13 45,0-14-78,4 4 11,6-1 0,2-2-12,4-11-22,3 12 1,1 1 4,5-10-5,4 11 1,1 0-12,4-1 2,8-8 1,3-2-472,-6 15 1,1 1 468,12-15 0,2 2-6,-10 12 0,0 2-11,8-5 1,1 0 10,-7 6 1,1 1 5,15-9 0,0 0 0,-8 6 0,0 1 5,3-1 1,-2 1-6,8-3-1548,-17 10 1,-2 2 1547,-1 1-22,17-6-23,-26 16 0,4 4 40,-10 5 623,0 12-618,2 9 3392,-2 1-3398,1 5 23,-5-9-6,-4-3-3392,-1-2 3387,-2-7 33,0 2 17,-1-9-6,-1 2 7,-1-4-29,-1-1 17,-2-1 3409,-5-1-3426,-2-3-17,-7-2 22,-2-4-3419,-8-1 3386,3 1 17,-23-4-12,14 7-21,-13-3-40,13 7-12,3 5 1,1 7-6,-2 8 17,0 10 5,-1 8 242,3 7 3165,2 4-3186,9-8-204,7-8 0,1 2-10,-3 14 21,5-13 1,0 0-23,-2 19-5,4-6-192,5-13-1,2 6 46,1-16 219,1 9 6,0-13-22,-2-3-18,0-5 140,0-5-307,1-4-1513,1-2 1,1-1 0</inkml:trace>
  <inkml:trace contextRef="#ctx0" brushRef="#br0" timeOffset="45708">11943 8409 15844,'-1'-3'1198,"0"1"-201,1 2-852,-2 53-167,3-4-352,-1-1 1,-1 3 390,2-10 0,0-2 2,-1-1 1,-1-1 16,0-3 1,-2-2 188,-6 23 100,-5-11 118,-5-10 173,0-11 95,1-11-252,2-10 387,3-14-510,5-11 40,3-14-191,8-11-11,8-10-298,-2 27 0,2 0 169,2-1 0,0 2-20,2 0 0,0 2 23,14-20-3,0 13-39,-3 12 22,0 12-6,0 9-11,2 13 1,2 11 10,1 14-28,1 8-44,-1 3 44,1-4 23,-1-7 393,-2-9-354,4-10-25,-10-8 8,10-9 11,-6-13 6,21-20-441,-14 5 421,-8 2 1,-2-1 86,4-15-130,4-9 231,-11 3 17,-10 8 101,-19 2-297,0 18-6,-11 2 17,0 15 343,0 2-450,-3 7-3174,3 15 3247,7-2-27,2 22-63,6-6 24,4 12-12,7 1-56,7-2-124,10-3-598,16-3 336,-9-15-1261,20-2-6800,3-18 4952,-8-4 3607,-6-6 0,-4-2 0,-14 1 0,12-5 0</inkml:trace>
  <inkml:trace contextRef="#ctx0" brushRef="#br0" timeOffset="46326">13158 8551 21551,'11'-47'112,"-10"21"-62,-20 54-33,-11 14-15,13-16 1,-1 1-20,-6 9 1,0 1-356,2-5 0,1-1 349,1-1 1,1-2 90,-13 8 255,15-25-82,-3-21 1,10-17 82,3-26-195,6 7 22,7-14-27,5 14-12,6-5-6,0 13-22,-2 12-56,-3 12 437,-2 9-471,1 11 12,9 21-23,-1 8 0,6 17 12,-9-16 5,6 8-6,-3-12 6,8 4 11,8-6 6,-3-14-17,8-7-6,-12-13 12,10-13 11,-5-10 11,9-16 2,-19 10 1,-2-2-325,6-17 319,-12 13 0,-3 0 104,-2-14-3,-6 16 0,-1-1 87,-3-18 27,-5 2-100,-1 29 168,0 5-100,3 11-136,1 3-122,2 4 61,1 19 17,1-2-11,1 16-11,3 9-34,-2 10 11,-1-8 0,0 1-56,-1-4 0,0-1 9,-1-2 0,2 1-309,3 2 1,1-2 247,2-2-1217,2 0 0,2-2-517,0-9 1011,15 12 0,-20-28 0,6 2 0</inkml:trace>
  <inkml:trace contextRef="#ctx0" brushRef="#br0" timeOffset="46534">13459 8622 22627,'-9'-49'-297,"18"11"-550,50 36 24,-7 2-1425,-19 0 0,1 1 2248,25 2 0,-18-1 0,-7 1 0</inkml:trace>
  <inkml:trace contextRef="#ctx0" brushRef="#br0" timeOffset="46800">14098 8416 23159,'-29'-24'106,"-1"0"0,-26-2-83,22 65-15,15-14 1,2 3-443,-1 2 0,2 2 434,1 2 0,2 2-56,2 6 0,2-1-39,-1 15-120,9-21 1,6-2-1108,13 1-17,7-3 1339,10-14 0,2-5 0,-12-2 0,29 1 0</inkml:trace>
  <inkml:trace contextRef="#ctx0" brushRef="#br0" timeOffset="47049">14671 8432 18644,'-2'-6'4397,"0"1"-2773,2 5-1613,-23-49 6,21 42 5,-9-25-10,24 52-18,4 8 0,2 5-22,5 23-338,-8-12 0,-2 3 259,-6-3 1,-5 0-29,-1-8 1,-5 1-1015,-12 21 1,-8-1-1596,-1-17 0,-3-2 2110,-8 13 0,0-4 0,-9-1 0,17-23 0</inkml:trace>
  <inkml:trace contextRef="#ctx0" brushRef="#br0" timeOffset="47545">11917 9579 13508,'-62'9'1465,"1"0"1,7-1-1,8-2-843,10-1-308,21-2 39,28-2-50,33 0-183,-5-1 0,7-1-804,-5 0 0,4-1 0,2 1 717,12-1 1,3 0 0,-1-1-31,-8 1 1,0-1 0,3 1-7,-1 0 0,2 0 1,3 0-1,0 0-97,-7 1 0,1-1 1,0 1-1,1-1 1,0 1-483,1 0 0,1-1 0,1 1 0,0-1 0,2 1 398,-5 0 0,2 0 0,0-1 0,1 1 1,-2 0-1,-2 0-43,0 0 1,0-1 0,-2 1 0,-1 0 0,0 0-175,10 0 0,0-1 1,-2 1-1,0 0-99,-6 0 0,0-1 1,-2 1-1,-3 0 214,1 0 0,-3 1 1,0-1-572,3 0 0,0 1 0,-6 0-1339,19 1 1473,-26-1 1,-8 2 240,-19 5 234,-23-1 1,3 1-1,-4-4 1</inkml:trace>
  <inkml:trace contextRef="#ctx0" brushRef="#br0" timeOffset="47884">12103 9855 7935,'-56'8'1893,"0"0"0,4 0 0,5 0-1052,-5 1-192,18-1-273,30-6 1530,20 1-925,24-2-584,9 1-986,-7-4 1,10-1-1,-1-1 684,-4 0 0,1 1 1,3-2-54,4 1 0,5-2 0,2 1 0,0 0-24,-3 0 0,1 1 0,0 0 1,1-1-362,-10 2 0,1 0 0,1-1 1,-1 1-1,1 1 340,0-1 1,1 1 0,-1-1 0,1 1 0,-1 0-5,-1 0 0,0 0 1,0 0-1,-1 0 0,0 1-180,8-2 1,-1 1-1,-1 0 1,-1 0 172,-5 0 0,-2 0 0,-1 0 0,-1-1 12,6 0 0,-3 0 0,-2-1-223,11-1 0,-5 0 227,-18 1 1,-3 0 1234,28-5-1192,-37 4 2366,1-2-2652,-19 4-3534,-11-10 3775,-2 4 0,1-2 0,0 6 0</inkml:trace>
  <inkml:trace contextRef="#ctx0" brushRef="#br0" timeOffset="49141">11082 8685 17048,'-21'-37'204,"0"0"0,-12-17-5282,35 88 5246,0-1 70,1 20 0,0 8-186,-1-8 1,0 0 1,-1-10 0,1 1 1,-1 1 73,0 6 0,-1 1 0,1-1-58,-1-7 1,0 0 0,0 1-17,0 10 0,0 2 1,0-1-18,-1-3 0,1-1 1,1 1-85,0 7 0,1 1 0,2-2 58,1-12 0,1-2 0,0-2-6,2 18 1,2-6 62,12 0 2252,-8-54-2292,-3-27-28,-1-10 14,-5 0 0,0-5 604,-1 0 1,0-3-634,0-5 0,-1-4 1,0-1-17,0 5 0,0 1 0,0-3 7,0-10 0,1-2 0,-1 3-2,0-1 1,1 0 0,-1 13 1,1-2 0,0 1 21,1-9 1,0-2 20,1 4 1,1-4 0,-1 4-8,1 0 0,-1 0-4,1 11 1,0-2 0,0 5 87,0 6 1,2 3-99,1-7 0,2 0-33,1 8 0,3 1-62,9 0 0,2 4 19,14-7 20,-5 15 1,3 4 4,-7 9 1,3 2 0,11-1 0,3 2-430,5 4 0,5 2 402,-6 2 1,4 1 0,1 1-375,-4 0 0,1 1 0,2 0 379,-4 0 0,3 0 0,0-1 1,-4 1 15,1-1 0,-3-1 1,2 0-45,-2 0 0,1-1 1,2-1-1,-3 0-66,9 0 0,-1-1 1,1 0 8,-4 0 0,1-1 0,1 0 0,-1 0 7,-1 0 0,-1-1 0,1 0 0,0-1 9,6 0 1,1 0 0,0-1 0,-2 0 93,-10 1 1,-1-1 0,-1 0-1,0 0 26,11 0 1,0-1 0,-3 0-8,-7 0 0,-1 0 1,-1 0 245,0 0 1,-1 0 0,0 0-254,2-1 0,0 1 0,-1 0-185,-3 0 0,0 0 1,-2 0 116,18 0 1,-3-1 39,-11 1 0,1 0 53,10-1 0,3 0 34,-16-1 1,1 0-1,-3 0 5,1 1 1,-1-1 128,17-3 0,-3 0 580,-6 3-537,8-2 1993,-20 3-1691,-9 3 218,-5 0-179,12 6 802,-22-1-948,19 8 241,-20-5-443,10 8 62,-12-2 242,4 18-2,-7 18-335,-2-5 17,-4 9 128,-6 2-413,1-22 0,0 4 312,-3 22 1,1 2-144,1-18 1,1 2 55,2 7 0,0 5 0,2-6-72,0-14 0,2-1 6,0 9 1,2 6 0,0-2-484,0-5 0,1-1 1,0 0 471,-1 3 0,0-1 1,0 1-25,1 7 0,-1 0 0,-1-2-704,-1 12 0,-1-5 691,0-13 0,-1-1 8,-4 5 1,-1-2-63,-2-13 0,-3 0 152,-10 12 0,-6-2-11,0-11 0,-5-5-34,-12 3 0,-6-7-19,-4-11 0,-4-6-90,10-4 0,-2-2 1,-2-1 68,-7-4 0,-3-2 0,-1-1-360,9 0 0,-1-1 0,-1-1 0,2 0 347,-6-1 0,1-2 0,-4 0-16,5-1 0,-5-1 1,-2-1-1,3 1 1,5 1-75,2 1 1,5 0 0,-8 0-43,4 0 0,-8-1 1,-4-1-1,0 1 0,2 0 1,6 2-607,1 1 1,4 2 0,1 0 0,-3 0-227,-5-1 1,-4-1-1,-1 1 1,2 0 0,4 1 963,3 1 0,3 2 0,3-1 0,3 1 0,-19-1 0,8 1 0,-7-1 0</inkml:trace>
  <inkml:trace contextRef="#ctx0" brushRef="#br0" timeOffset="97132">20669 5997 9124,'-32'-37'649,"0"1"1,0-1 0,-2 0 0,-1 0-1,1 4 407,-9 3 0,-1 3-1308,-2-2 0,-3 1 504,10 8 0,-1 0 0,0 2 8,-14-2 1,1 4-107,-5 1 0,2 3-115,10 2 0,-1 3 19,-4 1 0,-4 2 0,1 0-23,10 2 1,2 1-1,-3 0-387,-2 0 0,-4 1 0,-2 0 0,2 1 389,-12 1 1,1 2-1,0 1-251,12-1 1,1 1 0,-1 1-1,3 0 251,-6 0 1,3 1-1,-2 2 39,-8 2 1,-1 2 0,2 1-243,13-2 0,1 1 1,-3 2 229,-1 2 0,-4 2 1,-1 1-1,3 0-8,-7 4 0,2 1 0,-1 1-127,9-3 0,-1 2 0,1 0 1,3 0 124,-7 6 0,3 0 0,2 0-32,9-7 1,2 1-1,-1 0 21,-5 6 0,-1 0 0,0 2 18,1 0 1,0 1 0,1 1-38,-1 1 0,1 1 1,-1 1-16,-3 5 0,-1 2 1,5-1 155,9-6 1,4 0-1,1 0-160,4 1 1,1 0 0,3 1 10,-4 19 1,5 2-11,5-2 0,6 1-12,7 0 0,4 0 6,5 0 0,4 0 154,-1-19 0,3 0 0,0-2-154,4 8 0,3-1-13,-2-9 0,3 1 0,3-2 1,5 1 1,4-2 0,1-1 20,2 3 0,3-1 1,1-1-8,-3-6 1,2 1 0,1-2 0,0-2-3,12 3 0,0-2 0,-1-3 0,-9-4 0,-1-2 0,5 0-9,6 0 1,5-1 0,2 0 0,-4-3-7,3 0 0,-4-3 0,5 0-89,-11-2 1,3 0 0,1 0 0,0-1 0,-2-1 111,4-2 1,-1 0-1,-1-3 1,0 0-82,0-2 0,0-1 1,-1-1-1,1-2 81,-1 0 1,-1-2-1,0-1 1,-2-1-13,3 0 0,-1-2 0,0-2-29,6-3 0,2-2 1,-1-3 39,-2-3 1,0-2-1,-1-1 1,-12 6 1,-1-2-1,0 0 1,1-1-74,4-4 0,1-2 1,-1 0-1,-3-1 72,7-7 1,-4 0 0,-2 1-8,-9 6 0,-1 0 0,-1 0 201,7-7 1,0-2 0,-3 2-189,-8 6 0,-1 1 0,1-2 24,11-12 1,3-3-1,-3 0 197,-8 8 0,-1 1 0,-1-1-201,2-3 1,0-2 0,-3 2 16,3-9 1,-5 2-23,-7 11 0,-3-1 64,4-16 1,-5 0 133,-9 16 0,-3-1-207,4-18 1,-5-2-34,-9 9 0,-4 1-6,2 10 1,-5-1-34,-10-11 0,-9 1-24,2 16 1,-5 1-1,-1 0-39,-3 0 1,-2 1-1,-3 0 8,3 6 1,-2 1 0,-2 1 0,0 3-672,-10-2 1,0 5-1,-2 1 779,-8 1 0,-1 2 0,6 2 0,5 0 0,4 3 0,4 3 0,-1 0 0</inkml:trace>
  <inkml:trace contextRef="#ctx0" brushRef="#br0" timeOffset="108548">12887 4754 13833,'-2'-45'770,"1"0"0,0 0 0,-3-17 0,-2 2-547,-2 6 0,-2 3-754,0 8 1,0 1 693,1 6 0,1 1 108,-2-23 487,5 14-540,4 13-244,3 14 83,3 17 671,5 18-704,1 25 38,-5-7 1,-2 1 96,0-3 1,-2 3-55,-3 9 1,-2 5 0,-2-1-604,-2 7 0,-3 1 592,1-2 0,-1 4 0,-1-2-12,1-10 0,-1-1 1,0-1-196,0 0 0,2 0 1,-1-1 240,1-1 0,1-1 0,0-2-37,0 6 1,0 0-20,1 12 1,1-3-318,4-23 1,0 0 202,1 11 1,0-1-88,6 8-82,1-17 459,2-4-413,-3-19 1495,-2 1-1507,-1-14 308,-4-9-3727,-1-11 3576,-2-11 1,1 14 0,2 1 0</inkml:trace>
  <inkml:trace contextRef="#ctx0" brushRef="#br0" timeOffset="109769">13572 4387 15339,'0'-6'196,"0"0"1309,0 6-16,-2 9-1005,-2 27-195,-4 24-787,2-16 0,0 3 582,-2 3 0,-1 0-65,0 2 0,0-1 169,-1-1 1,-1 0-183,-1-1 0,0-2-145,0-3 0,-2-1 150,-1-3 0,-1-2 86,-1-2 0,-2-3 53,-3-2 0,-1-3 206,-15 13-305,11-21 0,-4-3 356,-5-4 0,-3-2-4,-1 0 1,-2-3-42,-8 0 1,-1-3-76,9-4 0,0-2-97,1-3 1,0-2-73,1-1 0,1-2-65,3-2 1,1-2-78,2-1 0,1 0-142,3-1 0,2 0-206,-21-17 42,10 1 816,10 0-874,7 3 660,7 3-744,4 5 514,5 5-581,2 5 12,3 5 155,3 4 1230,3 10-926,5 7 94,6 13 15,5 9 75,5 10 84,5 5-88,-14-26 0,2 0-121,2 0 1,1-2-336,3 0 0,3-3 626,2 0 1,3-3 59,3-2 1,3-2-204,4-2 0,2-3 344,4-2 1,2-3-482,2-2 1,2-3 508,0-2 0,-1-4-19,0-1 1,-1-3-22,-2-3 1,-2-2-13,-1-3 1,-3-1-305,-3-2 1,-1-1 80,-4-2 0,-2-1-111,-5 0 1,-2 0-102,-5 0 0,-2 1 130,8-18-415,-14 12 241,-14 9-959,-13 9 969,-12 6-416,-25 17 563,10 0 12,8 5 0,0 4-88,-12 17-74,16-13 1,-1 2 89,1 0 0,1 0 172,1-2 0,-1-1-101,0-2 1,0-2 8,-29 14-244,23-18 0,-2-2 14,-4 0 1,-1-3-137,-4 1 1,-1-3 311,-2-1 0,0-1-5,2-3 0,0 0-26,3-2 0,1-1-51,3-1 0,1-2-156,2-1 0,1-2-128,-29-11-1238,26 3 1,0-2 973,-10-7 263,14 4 0,3-1-48,-1-9-300,-6-10 22,7 2-1,6 3 387,5 5-333,5 5 140,5 3-155,3 6 3464,2 4-3221,1 5 129,1 6 226,4 12-193,2 12 89,9 16-4,8 9 133,10 3-320,-12-25 0,3-2 406,4-1 0,3-3-1491,15 3 1,2-4 1595,-13-6 0,2-2 207,20 2 0,1-4-323,-14-6 0,0-3 409,13 0 0,1-2-2,-2-3 1,1-3-196,-14-2 0,1-1 0,-1-2 124,11-6 1,-3-3-119,-3 1 0,-2-2-120,-4-3 0,-5-1-287,-8 3 1,-1 0 115,4-4 1,0-1-64,-5 3 1,-2 0-110,10-14 174,-12 11-875,-11 10 2097,-7 9-7971,-3 12 5889,-2 5 1,0 0 0,0-1 0</inkml:trace>
  <inkml:trace contextRef="#ctx0" brushRef="#br0" timeOffset="272822">12485 2769 17311,'21'36'1506,"-4"20"-1391,-16-25 1,-2 3-2812,-3 19 0,-2 1 2738,3-17 0,-1 0 25,-5 11 0,-1-2 1314,-2 3-1112,-2 2 931,4-15-567,4-16 213,-1-16-482,0-30 3149,0-13-3401,3-1 0,0-2-78,1-14-1536,4 2 1,2 2 1535,2 6-9,2 4 0,1-1 0,7-7 11,-5 20 0,0-1 20,11-25-5,8 0-34,-10 21 16,12-4-10,-11 22-12,11-4 0,-11 10-11,9 2 0,-19 6 3385,8 2-3357,-11 1 117,-1 0 18,-2 0 105,-3-2-200,1 0-74,1-2 12,3 1-1,2 1 23,9 17-17,-3-1 6,8 27 6,-5 3-15,-6-15 0,1 1-2,0 1 0,0 0-4,1 0 1,1-1-76,11 26-874,-9-18 1,-3 1-4750,3 21 5696,-8-24 0,-2-2 0,-5-5 0,-1-12 0</inkml:trace>
  <inkml:trace contextRef="#ctx0" brushRef="#br0" timeOffset="275156">12509 3154 15244,'0'-48'1194,"-1"0"1,7-1 0,7 6-1121,31 4-85,4 3-77,-19 20 1,1 0-577,9-1 1,1 1-351,4-1 0,0 1 63,0 0 0,0 1-1155,9 2 0,-1 2 1056,-13 5 0,-2 0 929,5 0 1,-1 0 1903,13 0 1746,-35 2-2544,-8 2 261,-12-1 1034,-2 0 504,-1-2-2527,1 2 157,-1 0-425,4 5 45,-1 2 83,1 10-72,0 9 0,0 9 39,1 9-11,-1-7-34,1-4 45,-1-7 67,0-11 23,0 0 122,0-8 601,0-7-751,0-8-68,2-9-33,0-3 50,5-28-78,-2 22 17,8-30-1,2 25 18,12-6-46,-6 17 12,9 5-23,-9 14-10,13 9 10,-11 2 23,18 24-17,-24-10-11,15 25 5,-14-8 23,3 17-12,-9-11 12,-5-7 45,-7-15 167,-7-13-128,2-1 123,-10-12-179,9-3 50,-6-25-78,10 3-6,1-7-28,9-3-11,14 3-5,5 3-1,11 3 12,-4 18 11,-6 6-12,3 9-10,-1 12-1,0 7-28,4 12 34,-13-8-123,11 8 6,-10-15-18,9 4 85,-13-14-101,5-4 123,-9-9 56,4-4 11,-7-4 17,-2-7 56,-1-8-11,-3 1 27,0-1 29,-4 13-67,0 6 100,-1 4-117,0 3-331,0-1 292,0 8-17,3-1 0,2 4-12,2-2 6,0-2 6,0-1 17,-3-2 11,-2 0 72,-2-2-100,0 2 22,0-1 17,0 3 39,2 0-39,0 1 28,4 0 6,5-2-23,4-1-5,6-3-23,-5-2 23,16-9-1,-7-1 1,11-9 39,-10 3-1,-8-3-10,-8 1 16,-10-1-38,-10 2-24,-8 0 18,-9 4-12,-3 5 1,1 5-29,4 4-44,8 4 16,0 11 29,8 5-12,-1 16 11,4 8-11,4 7-5,8 5-12,6-4-16,10-4-73,6-10-96,7-9-44,4-10-17,3-9 51,2-13 94,0-10 62,-1-11 73,-3-7 28,-7-3-5,-10 5 72,-6-15 11,-11 16 51,0-11 73,-4 16 22,-2 7-23,0 4-139,0 8-101,0 3-62,0 2 101,1 6-17,1 1 34,-1 2 78,1 0 23,-2-4 22,0-2 666,0-2-839,-2-2-40,1 1-140,-1-1 174,0 7 11,-1 2-17,0 4 28,2 0 12,2-1-1,4 1 6,6-1-11,3-2 5,5-3 6,2-3 11,1-4 1,1-6-12,0-5 28,-3-6-23,-7 3 34,1-11-33,-10 7-17,2-10 11,-12 6 0,-8 2-11,-12 3 5,-10 5 0,-7 6-22,0 5-22,7 7 0,8 5 5,8 8-6,7 6 1,7 7-12,6 7-33,15 6-11,11 3-40,16-1 20,-18-24 0,2-2-214,1-3 1,2-2 64,1-3 1,1-3-336,31 1 111,0-13 202,-6-8 177,-6-12 98,-12-6 44,-9-7 17,-9-1 62,-8 0 101,-5 2 55,-4 6 344,-2 6-321,-1 7-154,-1 6-165,1 6 22,1 19 0,4 5-11,4 19 6,7 13 0,-4-15-6,-2-5 0,0-1 5,-3-6 12,3 16 22,-8-22 68,-2-1 117,-2-5 22,-2-7-84,-4-13-134,4-1 12,-4-19-35,7 7 29,7-34-1,18 4-33,-1-1 3,-2 27 0,2 3-9,11 2 1,10-1 5,-1 9 0,13 10-11,-6 11-17,-3 5-40,-2 16-77,-14 5-18,-13-9 1,-3 3-194,-3 4 1,-4 2-491,-4 4 0,-4 1-1409,-6 2 1,-4 0 1575,-5 4 1,-3-4 0,-3 6 0,-2-9-1</inkml:trace>
  <inkml:trace contextRef="#ctx0" brushRef="#br0" timeOffset="275547">13021 3437 10662,'-48'-3'348,"0"0"1,0 0 0,-4 0 0,0 0 1575,-11 0 0,2 0-1029,24 2 0,2 1-593,-4 0 1,3 2 296,-2 4-386,28 2 477,26 4-237,25-3-319,-4-4 1,7-2-1033,9-4 0,7-2 1,-2-1 915,-14 2 1,-1-1 0,6-1 1,7-2 0,9-1 0,3-2 0,-2 1 1,-8 1-16,-2 0 1,-6 0 0,7 0-7,-8 0 0,7 0 0,2-1 0,2 0 0,-2 1 0,-4 0 6,10-1 1,-5 0 0,0 1-1,4-1 10,-4 1 1,3-1 0,1 1 0,1-2 0,0 1-15,-6 1 1,2-1 0,0 0 0,-1-1 0,-1 2 0,-4-1-12,5 1 0,-4-1 0,-1 1 1,3-1-36,-1 0 0,4-1 0,0 0 0,-4 0 1,-8 2-60,6-2 1,-6 0 35,13-2 1,-7 2 247,-18 0-1070,-40 3 291,-28 4 161,-11-1-433,6 4 1,-5 2-1393,0 0 0,-5 1-232,-6 2 1,-6 2 0,2 0 2451,10-2 0,2 0 1,1 0-1,-20 3 1,8 0-1,5-1 1</inkml:trace>
  <inkml:trace contextRef="#ctx0" brushRef="#br0" timeOffset="275847">13071 3575 11924,'-59'9'967,"0"0"0,0 1 1,0-1-1,7-1 1,1 1-1,4-2 1,8-2-94,-18-2-500,36-5-279,24-1 228,32-8-7,8 4 1,5 0-968,-9 0 0,3 0 759,10 1 0,6-1 1,-1 0-14,-7 1 0,0 1 0,3-1-475,-2 0 1,3 0 0,1-1 0,1 0 433,2-1 1,0 0 0,2 0-1,2-1-5,-3 1 0,3-1 1,0-1-1,0 1 1,-2 0-475,-8 1 1,-1 0 0,0 0 0,0 0 0,0 0 453,6-1 0,0 0 0,1 1 1,-2-1-1,-3 1 4,-2 0 1,-2 0-1,-2 0 1,-1 1-71,8-2 1,-1 0 0,-4 1 117,13-4 1,-6 1 344,-18 4 1,-4-1 43,21-6 17,-37 9-263,-1 0 1076,-18 4-1737,-9 1-1215,-20 8 1652,-1 0 0,1 1 0,15-2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3:55:44.0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2686 3264 7207,'-2'-7'9830,"0"2"-7707,2 5-1384,-17-34-196,6 22-224,-17-24-145,5 33-18,-9 7-3346,-19 13 3235,13-1-17,9 0 0,2 0 5,2 1-21,-15 19-40,24-13-6,-2 8 12,17-14 16,16 5 3398,6-8-3398,6 3 6,18-6 6,-21-7 0,26 3-1,-29-3-22,5 0 17,-16 0 34,-6 0 0,-2 0 61,-4 1-56,0 0-11,-2 1-34,1-2-5,1-1-11,1 2 5,1-1-11,3 6 28,2-1 6,1 5-1,1 1 6,-2-1 1,-2 1-1,-2 1 17,-4 1 5,-4 3-21,-6 0 4,-5 0 7,-2-1 5,-2 0-6,-4 4 6,-6 2 39,-15 10-39,15-12-22,-9 8-17,31-13 11,4 2 22,18-3-22,14-2-56,16-3-17,-3-4-465,-5-5 1,3-2-7033,19-3 7570,-19 1 0,-2-1 0,2-2 0,-17 0 0</inkml:trace>
  <inkml:trace contextRef="#ctx0" brushRef="#br0" timeOffset="1897">3789 4359 17484,'0'-43'683,"-1"0"1,2 0 0,3 8-147,7 17-273,5-1-169,6 9-84,-6 9 23,7 11 10,-7 11-3363,3 26 3325,-8-10 16,-2 24 40,-12-17 89,-4 9-28,-3-14 482,-11 4-50,7-25 27,-5 2-117,8-16 3252,1-12-3459,2-12-57,2-14-106,4-12-39,10-9-11,7-2-11,11 2-380,8 6 362,4 5 1,4 10-17,0 8 0,0 9 6,-2 9-17,-4 8-23,-1 13 0,-4 11 12,-4 15 16,-6 8-10,-8 6 10,-7-2 6,-4-6 363,-2-8-363,0-11 6,1-9 66,2-9 35,4-9-46,6-12-21,9-11-12,6-10 0,4-5-12,0 1-10,1 3-6,-1 7 0,1 7-11,1 8-6,-1 6 0,0 10 0,-4 10 12,-1 10 5,-3 11-11,4 13 11,-10-13-6,17 17 6,-18-31 11,19 12-11,-11-19 11,7-3 17,-1-13 28,7-19-39,-13 0 39,7-21-5,-17 6-3331,0-23 3341,-8 19-930,-8-21 914,-5 38-437,-9-15 537,-3 23-22,-13 2-123,8 7-1774,-16 18 1785,20 0 1719,-15 21-1803,15-1 890,-1 11-1018,9 3 527,9-1-1082,19 7 3779,-1-20-4026,25 8-571,-3-21-964,13-3-1242,5-9-344,-24-11 0,-1-4 3491,11-4 552,5-20 887,-29 5 774,-2-10 1999,-8-17-2291,-6 18 1031,-2-19 2808,-1 23-3856,0-7 24,-1 5-791,0 12-344,1 8-76,0 9-95,0 7 22,1 7 23,3 12-17,5 17-6,-2-7 0,2 3 0,8 27-392,0-1 386,4-11 18,4-13 21,1-5 130,3-9 95,-9-18-146,-6-9 67,1-12-44,-4-8-6,1-10-34,1-14-78,-2 7 337,-1 2-376,2 8-39,2 12-409,10-3-185,1 11 196,0 5-1608,8 18 1048,-15-2-1681,14 16-2368,-5 2 2945,4-3 1882,9 0 757,-17-14 1556,2-4 1004,-16-10-1531,-1 0 960,-3-10-97,-2-5-879,-1-2-907,0 1-297,-2 6-263,0 9-146,0 8 62,1 8-11,1 3-102,3 15-217,2 2-348,5 10-1664,8 7-2547,0-10 4900,2-5 0,-13-20 0,-6-9 0</inkml:trace>
  <inkml:trace contextRef="#ctx0" brushRef="#br0" timeOffset="2074">6069 3981 22190,'-15'-40'-485,"1"-1"0,-6-19-315,25 64-5664,11 15 6464,-2 0 0,-1-2 0,-6-5 0</inkml:trace>
  <inkml:trace contextRef="#ctx0" brushRef="#br0" timeOffset="2448">6354 4107 18823,'-6'-5'4274,"2"1"-3602,4 4-403,0 0-202,3 6-45,10 7 23,11 6-11,2 1 117,26-1-84,-21-12-1660,7-4 1,2-3 1738,13-11-59,-16 2 0,1-3-17,17-19 59,-17 4 376,-3-15-298,-25 20 325,-8-26-387,-13 29 191,-38-16-201,4 24-102,11 4 1,1 3-34,-11 6-34,-3 23-50,26 8-313,-2 26-85,16-10-1392,12-5 1,3 0-3230,4 2 5103,3-4 0,-1-7 0,-7-22 0,-1-3 0</inkml:trace>
  <inkml:trace contextRef="#ctx0" brushRef="#br0" timeOffset="3224">5020 4185 7906,'0'-8'8302,"0"1"-7205,0 7 2572,0 0-3098,-2-38-224,-6 28-100,-5-23-95,-8 43-57,-2 10-22,-1 9-40,2 9-16,5 6-23,6 3 1,5 2 16,12-2 0,8-4 17,11-7 73,13-10 101,-4-13-85,-2-9 102,-6-18-23,-6-11 22,3-12 6,-4-9 11,-5-3 6,-7 0-11,-9 3-40,-6 7-56,-9 6 6,-9 6-128,8 12-158,-5 3-548,15 10-2006,2 8 2700,3 5 0,3-1 0,0-2 0</inkml:trace>
  <inkml:trace contextRef="#ctx0" brushRef="#br0" timeOffset="8006">4283 5536 14236,'6'-58'2134,"-1"0"0,-3 5 0,-3 7-1507,-9 9-4758,-43 2 4294,22 24 535,-6 4 1,-1 6-637,-12 21-1368,-1 4 1331,14 9 1,2 9-46,7 2 0,4 5-386,5-11 0,0 2 1,2 0 363,-1 11 0,6-1 728,6-1 0,9-2-972,13-6 1,6-2 10,-7-5 1,3-3-68,21 6 1,7-7-200,-10-15 1,4-5-1217,6-4 0,5-2 0,-3-2 847,-4-1 0,1-2-48,-2-5 0,4-3 0,-9-2 113,6-11 545,-10 3 0,-1-5 717,-6-3 1,-1-1 209,16-17 241,-20 12 0,-5-2 2560,-4-19-2313,-4 9 2498,-11-14-2498,-8 34-298,-9-3-520,0 16 619,-9 8-792,10 4 66,-27 26-140,20 2-36,4-3 0,1 1 3118,3 10-3121,2 10 851,10-14-851,2 9 79,7-16 178,3-8-100,2-14 107,8-13-96,4-11 123,18-26-167,-11 11 77,-5 4 1,-3 1-67,-5 6 151,5-17-23,-16 25-50,-1 1-89,-2 8-113,-5 6-11,-2 13-5,-2 1-6,-5 23-3398,2 15 3381,2-8-39,9-7 0,6-2 56,11 1 0,6 5 0,9-16 12,-3-15 27,7-5 28,9-23-28,-17 2 84,8-27 24,-21 6 38,-2-15 22,-7-2 6,-9 2 117,-6-4-145,-1 17-101,-2 8 3398,4 15-3409,3 10-18,2 2-72,1 5 23,7 8-12,1 1-5,21 24-6,3-2 3,-7-7 0,2 1-42,18 19-3386,-11-9 3229,-7 9-294,-20-7-457,-17 15-554,-11-20 0,-7 0-801,0-5 1,-4-2 2073,-11 4 0,1-5 0,0-2 0,9-9 0</inkml:trace>
  <inkml:trace contextRef="#ctx0" brushRef="#br0" timeOffset="8373">5361 5722 24995,'21'-49'202,"1"-1"0,-2 2 0,-4 2-90,-11-17-76,-3 26 1,-1 0 5,0-3 0,-2 0 28,-1 2 0,0 1 126,-6-26 50,-2 18-16,-2 16-90,-1 14-79,2 8-61,3 7 17,-7 22-6,3 10-22,4-2 0,1 3-391,3 5 1,3 1 375,1-5 1,4 0-73,14 23 0,6-1-90,2-16 1,2-2-558,4 8 1,2 0 105,6-7 1,1-2-2608,-5-3 0,0-1 3246,-5-3 0,-1-2 0,-5-3 0,-4-4 0,-10-6 0</inkml:trace>
  <inkml:trace contextRef="#ctx0" brushRef="#br0" timeOffset="8580">5322 5605 19148,'-7'-3'3507,"2"1"-3121,5 2 280,0 0-682,4-34-40,14 25-381,17-9 0,9 1-549,1 14 0,3 4 707,2-1 0,4 1 0,-6-1 0,-9 0 0,-4 0 0,-2 2 1,0-1-1</inkml:trace>
  <inkml:trace contextRef="#ctx0" brushRef="#br0" timeOffset="8898">4152 6423 18997,'-58'14'547,"1"1"0,8-3 0,8 0-138,17-3 78,26-2-174,14-4 85,28-2 0,12-2-250,4-3 1,6-1-998,-16 2 0,4-1 0,3 1 0,0-2 874,3 1 0,0-1 0,1 0 1,1 0-13,-9 1 1,1 0-1,1 0 1,-1 1-1,1-1-7,0 1 1,0-1 0,1 1 0,-1 0 0,0 0-14,-2 1 0,0-1 0,0 1 1,-1-1-1,-1 1-38,10-1 0,-2 0 0,0 1 1,-1-1-99,-7 1 0,-1 0 0,0 0 1,-3 0-412,9 0 1,-3-1 0,-3 1-1962,10-1 1,-5 1 2514,-16-1 0,-5 1 0,1-1 0,-21 1 0</inkml:trace>
  <inkml:trace contextRef="#ctx0" brushRef="#br0" timeOffset="9363">3714 4999 12679,'-9'0'1103,"1"0"-490,-24 0 1,-4 0 887,14 0-936,-18 0 1,10-2 5,32-1 130,28-4-248,2 1 1,7 0-878,0 0 1,4 0-1,4 0 545,-3 0 1,4 0 0,1 0 0,2 0-610,-2 0 0,1 0 1,1 0-1,2 0 1,0 0 513,7 0 1,1-1 0,1 1 0,1-1 0,1 1-324,-8 0 0,1 0 1,0 1-1,1-1 0,0 1 1,1-1 296,0 1 0,1-1 0,1 1 0,-1 0 0,0-1 0,0 1-173,-2 0 0,1 1 0,-1-1 0,1 0 0,-2 1 0,0-1 164,-2 1 1,-2 0 0,1 0-1,-1 0 1,-1 0 0,0 0-5,4 0 1,0 0 0,-1 0-1,-1 0 1,-1 0-30,5 0 0,-1 0 0,-1 0 0,-2 1-210,7-1 0,-2 1 0,-3 0-644,-11 1 0,-1 0 1,-4 2 895,6 3 0,-5 1 0,1-1 0,-23 5 0</inkml:trace>
  <inkml:trace contextRef="#ctx0" brushRef="#br0" timeOffset="12314">7975 3950 14366,'-58'1'1213,"0"-1"1,7 0 0,11 0-816,23 1 15,15-1 114,19 0-185,24-1-286,-6-1 0,5-1-939,12-2 0,4 0 879,-13 1 0,3-1 0,-1 0-9,4-1 0,1 1 0,0-1 0,-1 0 0,0 1 0,-1-1-4,-2 0 0,-2 1 1,0-1-12,13 0 0,-3-1-30,-8 1 1,-3 1-36,-9 1 1,-4 1-174,10-1 114,-22 3 147,-27 5 27,-26 4-8,5 0 0,-5 1 64,-9 2 0,-4 1 0,-6 2 1,-3 1 24,-3 3 1,0 0 5,0 1 0,2 0-64,14-3 0,2 1 17,-8 6 1,5 1-18,0 7-26,17-11 1,5 1 104,8 6 223,32-6-246,3-9-31,10-7 0,4-3-42,2-5 0,1-1-465,14-3 0,3-1 440,4-3 0,0-2 19,0-1 1,-2-2 13,-4 0 0,-3-2 26,-7 1 0,-3-3 573,-9 1 0,-3-1-377,9-22-6,-18 1 480,-22 1-479,-14 2 111,-13 3 101,-1 5-96,5 4 840,12 5-1181,13 4 42,15 4-42,11 4-28,10 5 6,7 10-12,2 9-33,-3 11 11,-12-1-140,-6 23-297,-14-8-1316,-1 21 1781,-7-1 0,0-27 0,0-4 0</inkml:trace>
  <inkml:trace contextRef="#ctx0" brushRef="#br0" timeOffset="13052">10503 4074 13082,'-5'-51'2442,"-1"0"0,1 5 0,1 10-1098,-2 20-391,0 6-891,1 4-68,0 8 45,4 15-16,0 15-35,5 18-66,6 10-1851,0-18 1,1-1 1664,6 16-92,-5-18 1,-1 0-731,-3 7-393,-3 6-1433,-11-11-2807,-4-14 5158,-2-14 1,6-8-1,4-4 1</inkml:trace>
  <inkml:trace contextRef="#ctx0" brushRef="#br0" timeOffset="13236">10459 3952 13900,'-6'-5'5271,"0"2"-4655,6 3 526,0 0-1265,-23-59-566,80 37-1567,-35-11 0,4 2 1729,22 22 1,7 9-1477,3-3 1,-3 2 1548,-10 4 0,-4-1 1,21-1-1,-17 5 1</inkml:trace>
  <inkml:trace contextRef="#ctx0" brushRef="#br0" timeOffset="13469">10264 4341 15782,'-46'16'2051,"-1"0"1,8-2 0,8-4-444,18-8-1451,16-4-17,18-9-87,10-2 0,7 1-42,4-2 1,3 1-362,5-2 0,1 2 336,5 1 0,1 1-177,-3 1 1,-1 0 19,-10 2 1,0 0-1404,15-4 0,-2 1 784,3-3 1,-7 2 0,-20 5 0</inkml:trace>
  <inkml:trace contextRef="#ctx0" brushRef="#br0" timeOffset="13993">11395 4047 16661,'3'0'2874,"-1"0"643,-2 0-3024,-73-64-431,44 48-302,-19-19 1,-2 6 295,11 36 50,1 2-72,-5 15-40,10 12 17,4 4 0,9 8-27,15-10 10,12-5 23,6-6-6,10-9 56,6-8 463,7-13-452,6-12-39,-8-5 51,10-18-23,-24 12 0,0-2-843,-1-3 1,0-1 800,-3 1 0,-1-1 22,-4-3 1,-2 1 53,3-19 11,-5 15 0,-1 2-11,1-9 84,-4-3 67,-9 26-145,1 3-96,-4 7-17,3 12 1703,-5 24-1708,6-4-12,-1 13 1,0 5-78,3 22-809,4-14 1,2 1 841,-1-13 0,4 0-205,10 15 0,5 0-239,-5-16 0,3-1-13,7 12 1,3-1-687,-6-12 0,1-3 1210,0-2 0,-2-2 0,2 2 0,-5-7 0</inkml:trace>
  <inkml:trace contextRef="#ctx0" brushRef="#br0" timeOffset="14293">10827 4560 17479,'-56'3'1598,"-1"0"0,-2 0 1,6-1-1174,9 0 180,-8-2-314,34 0-251,2 0-18,20-2 34,22-1-50,31-4-6,-14 2 0,3-1-959,12 0 1,3-1 935,-16 3 1,2-1 0,0 0-12,2 0 1,1 0-1,0 1-35,0 0 0,0 0 0,0 0-55,-4 0 1,1-1 0,-2 2-213,15-1 0,-2 0-222,-10 1 1,-3 1-468,-10 1 1,-3 0-156,4 1-5681,-24 8 1977,-31 1 4884,-2 3 0,-3-5 0,16-4 0</inkml:trace>
  <inkml:trace contextRef="#ctx0" brushRef="#br0" timeOffset="14527">10498 4756 15182,'-38'17'2182,"0"-1"0,-13 9-1135,72-27-515,24-5-370,-11 1 1,3 0-670,9-3 0,3-1 577,7 0 0,5-1-20,-8 1 1,3 0-1,-2 1-582,3-1 1,1-1 555,-3 2 0,3-1 1,-5 1 3,1 0 0,-3 0-8,11-2 0,0 0-18,-8 2 1,-2 1-164,-8 1 1,-3 1-1426,-8 2 1,-2 0 1585,11 1 0,-21 2 0,-12 1 0</inkml:trace>
  <inkml:trace contextRef="#ctx0" brushRef="#br0" timeOffset="16877">6778 3536 7050,'-5'-55'1454,"1"1"0,-5-6 1,-5 10-458,-14 17-706,4 10 1,-4 2-722,-3 5 0,-3 4 505,-8 0 1,-2 2-59,7 2 0,-3 3-4,-6 0 0,-6 2 0,2 1-933,-11 0 1,-1 2 931,16 1 1,-3 0-1,-1 0 1,1 1 30,-12 2 0,1 0 0,-1 1-450,11 0 1,-1 1 0,1 0-1,1 0 487,-5 0 1,1 0-1,-3 2 102,8-1 1,-4 1 0,-1 1-1,1 0 1,3 0-418,-12 2 1,4 0 0,-4 1 326,11-1 1,-3 0 0,-2 0 0,1 1 0,3 0-18,-3 1 1,2 1 0,1-1 0,0 1-22,0 1 1,-1 0-1,1 0 1,1 1 2,0 0 1,1 0-1,0 1 1,1-1-267,0 1 0,0 1 0,2-1 0,1 0 268,-3 1 1,3-1 0,-2 2 63,2-1 0,-2 2 1,1 0-1,5 0 34,-13 7 1,3 1-141,6-3 0,-1 3 0,5 1-1,2 5 1,7 2-23,7 0 1,6 1-11,-3 22 13,19-15 0,7 0 410,6-12 0,4-1-343,9 15 1,5 0 10,7-8 1,8-3-11,1-6 0,6-1 1,-2-3 411,6 4 0,3-3-445,-13-9 0,5 0 1,1-1-1,-2-1-199,3-2 0,-1-2 0,4-1 211,-3-1 1,4 1 0,1-1 0,1-2-1,3 0 1,1-1 0,2-2 0,0 1-15,-10-2 0,1-1 1,1 0-1,0 0 0,0-1-5,3 0 1,0-1 0,1-1 0,0 0 0,-1 1-12,2-1 1,-1 0 0,1 0-1,-1-1 1,0 1-4,-1-1 0,1 0 0,-2 0 1,1 0-1,-1 0-179,-3 0 0,-1 0 1,1-1-1,-2 1 1,0 0 171,8-1 0,-2-1 0,0 1 0,-2-1-7,-5 1 0,-1-1 1,-1 0-1,-3-1 8,0 1 1,-2 0 0,1-2 7,10-3 0,2-1 0,-4-1-8,2-1 1,-1-3 140,-3 2 0,3-2 1,-3-1-134,-8 2 0,-3-1 0,0-1 656,18-10 1,-2-2-634,-5 0 1,-2-2 24,-8 0 1,-3-2 30,-6 1 1,-4-2 710,-7 0 0,-4 1-663,2-20 22,-19 11 0,-6-1-89,-10-4-14,-2 11 1,-7-4 0,-1 3-26,-10 1 0,-4 2-17,1 1 1,-3-3 0,-2 3-63,0 5 1,0 2-1,-2 1-131,-5-1 0,-1 1 0,2 2 101,8 3 1,1 2-1,-2 1-205,-10-2 0,-2 1 0,-4 2 121,8 6 0,-4 2 1,2 2-1,4-2 1,-12-4-1,3 1 1,8 7-1,0-1 0,0 0 1</inkml:trace>
  <inkml:trace contextRef="#ctx0" brushRef="#br0" timeOffset="18536">10339 3765 6837,'-6'0'3377,"2"0"2477,4 0-4841,-34 1-666,26 0-117,-24 1 56,41-1-135,11-1-90,13 0-33,13 0-11,10 2 6,4-1-12,-12 0 39,14 0-39,-29-1 23,6 0 50,-24 0 274,-10 1-324,-6-1-118,-9 0 22,-25-4 62,-12 0 28,13 0 0,-2 0 28,2 0 0,0 0 124,-26-3-51,15 1-230,17 4-174,16 0 79,8 2-50,4-1 319,7 1 95,7 0-168,17-1-101,15-3-230,11-4-475,3-1-1194,-9 2-3628,-15 3 5628,-15 3 0,-13 1 0,-7 0 0</inkml:trace>
  <inkml:trace contextRef="#ctx0" brushRef="#br0" timeOffset="18827">10528 3832 15238,'9'45'2426,"-6"3"-2062,-13-17-124,-3 9-100,2 2-72,3-11 94,-4 17-128,6-17-51,-1 11-50,4-13-62,3-7-190,3-6-790,2-3-2106,0-6 689,-2-1 2526,-3-5 0,-1 0 0,-1-1 0</inkml:trace>
  <inkml:trace contextRef="#ctx0" brushRef="#br0" timeOffset="19369">10498 3737 13401,'-52'0'963,"0"0"1,3-1 0,7 2-589,10 2 722,-6-1-357,21-1-336,-3-1-315,16 0 1,3 0 128,11 0-72,7 0-79,16 0-11,10-1 22,9-1-10,3-2-24,2-2 36,-24 3 0,-1-1 42,9 0 16,7 1-15,-31 2 105,-1 1 7,-9 0 555,-4 0-543,-13 0-160,-13 0 39,-21 0-102,7-1-15,-4 0-8,15 1-30,2 1-18,-6 2 4,4 2 21,0 1 31,4 0-36,5-2-629,9-2-779,7 0 1428,16 2 0,-9-2 0,9 3 0</inkml:trace>
  <inkml:trace contextRef="#ctx0" brushRef="#br0" timeOffset="29892">17699 3827 8063,'0'-7'2706,"0"2"-1973,2-24 1,2-6 482,2 5-57,-2-11 1,1 0 402,0 17-974,-3 6 291,-1 11-766,-1 6 72,-4 17-28,-1 4-23,-3 20 57,-1 13-141,4-14 6,2-8 0,0 1-153,1 17 142,0-16 0,0 1-12,0 0 1,-1 1-6,-1 2 0,0 1 8,0 0 1,-1 1-254,-1 3 0,1 0 253,1 2 1,0 1-367,0 1 0,2 2 394,0 1 1,1-1-26,1-10 0,0 1 59,0 23 0,0 0-28,0-15 0,0 1-398,-1-2 0,0 3 1,0-1 433,0 16 1,-2-2-20,0-18 1,-1 0 0,1-1-21,-2 8 0,1 1 88,-2 1 0,-1 3 1,1-5-86,1-9 0,1 1 9,-1 1 1,0 7 0,0 2 0,2-5 15,0 14 0,1-1-552,0-2 0,-1 5 0,2-6 490,1 2 1,2-2 16,0 1 1,1 3-1,0-6-25,0-10 1,1 0 0,0 8 0,0 7 0,0-2-153,-2-8 0,0-3 1,-1 2 174,0 1 1,0 0-1,-1 2-11,-1 5 1,0 1-1,-2-2-2,1-11 1,-1-2 0,0 2-495,-1 6 1,0 2 0,1-4 463,-1 2 1,1 0 5,0-5 0,1 2 0,2-4 74,0 1 1,2-2-89,0 12 0,1 2 464,0-4 0,1 0-447,0 10 0,0-3 221,-1-19 1,-1-1-222,0 15 0,1-1 14,-2-19 0,0 0-14,0 8 0,0 2-6,1-1 1,0-3 2,0-9 0,0 0-14,1 14 0,2-1 9,3 14 8,-1-11 0,1-1 8,2 2-22,-3-18 0,0-1 2579,0 4-3917,0 9 1338,-5-1 0,-1-20 0,-2-4 0</inkml:trace>
  <inkml:trace contextRef="#ctx0" brushRef="#br0" timeOffset="37602">6532 8321 9223,'-48'0'1646,"0"0"1,0 0 0,-18 0 0,16 0-801,37 0-723,7 0-459,3 0 817,20 2 102,34-2-387,-2 1-709,2-2 0,6-2 653,-4 0 0,3 0-77,-5-1 1,2 1 0,2-1-27,6 1 0,1 0 1,1-1-607,-14 2 1,0 0 0,1 0 0,0 0 579,1 1 0,-1-1 0,0 1 1,0 0-5,-1-1 0,-1 1 0,0 0 0,-1 0-262,12-1 1,-1 1-1,-1-1 262,-5 1 1,-1 0 0,-2 0 1,-5-1 1,-1 1 0,-1-1-2,13 1 0,-2 0-168,-7 0 1,-1 0 117,-7 0 0,-1 0-126,-4 1 0,-2 0-283,23 3-3290,-12 1 3741,-9 4 0,-17-3 0,-6 1 0</inkml:trace>
  <inkml:trace contextRef="#ctx0" brushRef="#br0" timeOffset="39019">5953 9402 11539,'49'-2'280,"-1"-1"0,1 0 0,-1 0 1,-2 1-1,-2 0 0,0-1-144,6 0 0,0 0 1,-6 0-833,-9 0 0,0 1 910,18-1 1,9-1 0,-1 1-643,-11 0 1,-2 0 0,4 0 504,4 0 0,4 0 0,1 0 0,-4 0-46,-1 0 1,-3 1 0,4 0-2,-9 0 0,4 0 1,2 0-1,-1 1 1,-5 0-3,11-1 0,-5 1 0,3-1-9,1 0 1,4 1 0,-1-1-1,-6 0-10,-9 1 1,-4 0-1,1-1-17,7 0 1,0 0 0,-4 0-226,-4 0 0,-3 0-1273,14 0 0,-3 1 1490,5-1 1,-26 2 0,-15 0 0</inkml:trace>
  <inkml:trace contextRef="#ctx0" brushRef="#br0" timeOffset="39802">5956 10445 6652,'-3'0'2089,"0"1"1787,3-1-3002,62-2-381,-1-6-1128,-20 4 1,6 0-1,-3-1 685,3-2 1,0 0 14,-3 1 0,3 0 1,3 0-1,7 0 0,3 0 1,1 1-47,-13 1 1,0-1 0,2 1-1,0 1-484,9-2 1,2 1-1,-1 0 1,-1 1 458,-9 1 1,-1 0-1,-1 1 1,0-1-27,14 0 0,-2 1 0,0-1-412,-4 2 0,-2-1 0,-1 1 257,-5-1 1,-2 1-1,0 0-1089,14 0 0,-3 0 1276,-5 0 0,-4 0 0,3 0 0,-13 0 0</inkml:trace>
  <inkml:trace contextRef="#ctx0" brushRef="#br0" timeOffset="40218">5812 11039 11598,'32'17'4078,"23"-10"-3832,-11-13 0,9-6 1,-3 1-1303,5 0 1,3 1 1090,-14 2 0,5 1 0,0-1 0,-2 2-583,2 1 1,-2 1 0,2 0 535,12-1 1,2 0 0,1 0-29,-16 3 1,0-1 0,0 2 0,0-1-88,15 0 0,0 0 1,-1 2-158,-2 0 0,-1 0 0,0 2-332,-10 0 0,0 1 0,0 0 0,-4 0 72,17 1 1,-3 2-344,-11 0 0,1 1 1,-7 0-1688,19 9 2574,-30-4 0,-2 0 0,0 1 0,-16-2 0</inkml:trace>
  <inkml:trace contextRef="#ctx0" brushRef="#br0" timeOffset="40601">5790 11843 9520,'49'-3'291,"0"1"0,1-1 1,5 0-1,0 0 1,-3-1 94,0-3 1,0 0-688,-6 1 0,3 0 1,0-1 509,3 1 0,1-1 1,2 0-93,-5 2 1,2-1-1,1 1 1,-4 0-96,-1 0 1,-3 0-1,3 1 4,14-1 0,4 1 0,-4 0-639,-16 1 0,-2 1 0,-1 0 588,11 0 0,0-1-168,9 0 0,-4 1-699,3-1 892,-25 2 0,-2 1 0,2-1 0,-10 1 0</inkml:trace>
  <inkml:trace contextRef="#ctx0" brushRef="#br0" timeOffset="43437">6085 12565 14533,'-5'-3'4083,"2"1"-9323,3 2 5626,-65-17 1431,13 22-1739,9-11 1,0 2 10,9 15 1,4 2-56,1 1-653,2 4 1,2 2 601,3 1-129,-8 23-106,26-11-694,24 17-656,14-9 2133,13-4-2800,-13-23 1,3-2 2268,2-3 0,-2-1 0,14 4 0,-2-5 0</inkml:trace>
  <inkml:trace contextRef="#ctx0" brushRef="#br0" timeOffset="44110">6518 12734 19899,'-38'-30'255,"0"0"1,2 4 0,4 13-161,1 40-39,0 7-62,3 4-16,9-10-62,8 5-95,13-8 129,8-4 55,4-5 102,17-15-52,-13-5 175,35-27-135,-32 13 148,3-7 1,-2 0-14,-9 7 286,4-14-247,-13 21 470,-2-4-470,-3 11-191,-2-2-67,-10 16 1,2-1-18,-5 11-5,-1 13-12,7-10-5,-3 28 6,11-29-28,14 23 33,4-25 28,13 5 0,-4-16 45,17-13-33,-17-4 13,2-7 0,1-3-8,-4-4 20,-2-1 0,-1-3 86,-1-13 11,-9 9 1,-1 0 11,0-11 375,-5-16-202,-8 31-206,1-5 223,-8 6-251,6 15 16,-3-6-28,5 12-90,0 0-207,2 4 213,6 16 17,5 5-17,16 30-11,-5-15-9,-5-10 1,2 0-43,7 7-3436,5 5 3425,-8-10-542,-5 9 413,-12-18-912,-20 30-426,-14-17 100,-9 8 1001,9-18 0,2-4 0,6-3 0,-9 3 0</inkml:trace>
  <inkml:trace contextRef="#ctx0" brushRef="#br0" timeOffset="44526">7078 12880 17017,'6'-3'2952,"-1"0"616,-5 3-3349,37-60 307,-18 11-406,3 3 1,-2-3-321,-13 15 1,-4 1 373,0-24 320,-7 6-213,-4 9-6,-7 12 16,-5 9-241,5 11 124,-1 4-179,9 6 32,-1 4-16,0 11 327,-1 12-366,1 15 5,5 11-27,13 9-18,-2-30 1,4 0-462,4 0 0,1-1 366,14 16-496,-5-19 1,2-2-468,8 5 176,-9-12 0,-1-1-523,3-1-8358,8-7 8711,-21-6 0,4-3 0,-17-1 0</inkml:trace>
  <inkml:trace contextRef="#ctx0" brushRef="#br0" timeOffset="44702">7208 12684 13928,'-3'-2'6587,"0"1"-11144,3 1 4265,30-52-2670,-1 39 1,4 1 2961,2-18 0,0 2 0,27 15 0,-36 9 0</inkml:trace>
  <inkml:trace contextRef="#ctx0" brushRef="#br0" timeOffset="44918">7804 12485 19652,'-4'-1'3322,"1"0"-3367,3 1-1132,-9-36 186,13 28-8840,9-11 9820,5 36 0,4 2 0,-14-8 0</inkml:trace>
  <inkml:trace contextRef="#ctx0" brushRef="#br0" timeOffset="45075">7756 12906 23730,'22'-12'-510,"3"2"0,-11 5 0,-1 3 1</inkml:trace>
  <inkml:trace contextRef="#ctx0" brushRef="#br0" timeOffset="45685">8716 12642 6585,'6'-7'6833,"-1"1"-4307,-5 6 1793,0 0-3944,6-19-280,-5 15-5,4-9 111,-9 28-16,-1 14-51,-3 12-78,-1 10-67,3 3-196,3 2-661,6-4-1524,3-3-4262,3-8 6654,-2-11 0,-3-13 0,-2-10 0</inkml:trace>
  <inkml:trace contextRef="#ctx0" brushRef="#br0" timeOffset="46043">8930 12455 19378,'-38'15'212,"-1"0"1,3-1 0,11 3 11,30 15-112,2-10 196,14 0 140,-2-16 207,12-10-481,-10-3 213,4-17 61,-14 0 230,-2-14-493,-7 12-29,-6-1 158,-11 10-236,1 8-89,-8-2-45,2 11-22,-1 10-107,0 9-448,3 13-1294,7 8-5489,18 5 7416,8-4 0,-1-15 0,-2-12 0</inkml:trace>
  <inkml:trace contextRef="#ctx0" brushRef="#br0" timeOffset="46477">9515 12687 21607,'-49'-18'631,"0"0"0,-2 1 0,4 6-418,0 13-163,1 2 46,-13 18-91,25 2-10,-10 17 5,22-1-40,11 0-27,20-2 62,15-7 10,19-10-5,9-13 67,3-19-450,-1-16 430,-29 7 1,-3-5 47,3-14 1,-4-3-57,-6 13 0,-2-2 22,1-19 1,-2-2-12,-6 15 1,-1 0 83,1-7 1,0-1 83,-2 6 1,0 2-1487,0 3 1,-2 4 1469,1-7 145,-4 7-101,0 21-190,-1 3-112,1 5 322,-2 11-305,-1 17 39,-4 26-3,3-14 0,0 4-162,0 0 1,0 5 0,-1-3-158,1 4 0,-1 2-2955,0 8 0,-1 6 0,1-7 3254,3-13 1,0-3 0,-2 9 0,2-5 0,2-12-1</inkml:trace>
  <inkml:trace contextRef="#ctx0" brushRef="#br0" timeOffset="48267">9713 12193 9027,'-30'-36'997,"0"0"0,-1 5-715,-7-8 1,-5 2-430,10 22 1,-2 5 694,-8-2 1,-1 1-247,0 1 1,-4 1-395,-2 3 1,-6 3-1,2 2 333,-6 5 0,0 3-185,13-4 0,-2 0 0,-1 5 121,-5 7 0,-2 6 1,4 2-607,6 1 1,2 3 0,0 0 510,-1-3 0,1 1 0,0 3 91,1 5 1,0 3 0,7-1-261,5 3 1,5 1 251,-2 10 1,5 5-70,9 0 1,10 3 29,11 1 0,11 1-55,-1-18 0,4-1 0,5 0 105,4 1 1,4-2 0,5 0-166,1-5 0,5 0 0,1-2 0,-3-2 460,0 0 0,-2-3 1,4 0-471,2-2 0,5 1 1,1-3-1,-4-2-136,-3-4 0,-2-4 1,2 0 156,9 2 1,3-1-1,0-2 0,-4-3 1,1-2-1,-1-2 2,-1-3 1,-1-3-1,-1-2 0,-1-2 0,-1-3 1,0-2-125,-2-3 0,0-3 1,-2-2 113,0-3 1,-2-3 0,-2-2 2,0-3 0,-1-3 0,-3-2-188,1-3 1,-3-3 0,-1-1 216,-1-1 1,-2-3 0,-2 0 48,-2 1 0,-1-1 1,-3 0 151,-2 3 1,-3-1-1,-3 1-113,2-15 1,-6 0-46,-11 5 1,-8 2-71,-9 2 1,-9 3-82,-12 2 1,-9 4-205,9 13 0,-4 2 0,-3 3-511,-6 0 1,-4 2-1,-2 3 777,6 4 0,-3 2 0,2 1 0,4 1 0,-13-3 0,6 3 0,0 3 0,0 0 0</inkml:trace>
  <inkml:trace contextRef="#ctx0" brushRef="#br0" timeOffset="49660">9179 13209 16443,'0'0'0</inkml:trace>
  <inkml:trace contextRef="#ctx0" brushRef="#br0" timeOffset="51352">5760 5396 8074,'3'-54'1352,"0"0"0,-1 5 0,-3 5-226,-10-2-1049,-9-8 567,5 20 1,-3 0-127,-3-1 0,-3 2-263,-4 0 0,-3 2-127,-5 2 1,-3 3-497,-7 1 1,-3 3 403,-7 2 1,-4 3-317,16 7 1,-2 1-1,-1 1 310,-3 2 0,-2 1 0,-1 0 11,-3 2 0,-1 0 0,0 2 20,-2 1 1,-1 1 0,0 1 10,0 1 1,0 0 0,2 1-38,11 0 1,2 0-1,1 1 18,-14 1 1,-2 3-565,13 1 0,-5 3 0,2 1 0,4-2 536,-4 1 1,-1 2-8,0 1 0,-10 3 0,2 1 0,11-2-739,9-2 1,2 1 720,-12 9 0,-6 5 0,4 0-111,-1 4 0,2 3 111,3-2 0,-1 4 0,4 0-4,11-6 1,3 1-1,3 0 12,-8 19 1,5 1 61,8-2 0,6 2-53,7-2 0,7 0 637,11 0 1,7-1-653,10-1 1,7-2 2,-4-15 1,4-2 0,2-1 241,6 0 0,3 0 0,2-2-236,5 1 0,3-2 0,2-1 11,-11-6 1,3-2-1,0 0 1,1-1 24,3 0 1,1-1 0,1-1-1,0-2 26,4 1 0,0-2 0,1-1 0,3-1 13,-10-3 1,2-1 0,1-1 0,1-1 0,-2 0-1,-3 0-199,7 0 1,-3 0 0,0-1 0,3-1 142,-5-1 1,3-1 0,2 0 0,-1-1 0,-1 0 0,-4-2-5,6 0 1,-4-1 0,-1-1 0,2-1-14,-2 0 0,1 0 1,1 0-1,0-1 1,-1-1 1,9-1 0,-1-1 1,-1-1-1,1-2 7,-10 1 1,0-2-1,0-1 1,-1 0-1,-5 1-9,9-2 0,-4 0 1,1-2 8,-6-2 0,2-1 1,-3-2-1,-7 3 6,-3 0 0,-4-3-321,9-14 1,1-8 0,-5 4 320,-13 10 0,-2 0 3,4-12 1,0-6 0,-6 4 90,-11 4 0,-5 1-80,-3-10 0,-6-2-25,-5 3 0,-8 1 220,-9 0 0,-7 4-273,-9 0 0,-7 4-30,10 13 1,-2 2 0,-6 2-102,-1 4 0,-6 1 1,-1 1-1,3 2 125,0 1 1,2 1-1,-4 1-293,8 3 0,-4 1 0,-2 1 1,2 1-1,2 1-1000,-10 2 0,3 2 0,-2 2 1335,1 1 0,-3 1 0,2 1 0,5-1 0,-13 0 0,8 2 0,7 3 0,0 0 0</inkml:trace>
  <inkml:trace contextRef="#ctx0" brushRef="#br0" timeOffset="58014">7886 13290 16986,'-8'-31'868,"0"-1"0,-10-17-621,-1 46 5,-11 10 6,-11 7-12,-11 12-154,24-9 1,0 0-48,1 2 0,1 1-29,-15 20-49,15-4-29,14-2 40,16-3 39,10-2 5,10-3-5,9-6-12,7-5 7,3-6-12,0-4-17,-5-1-22,-9-2 5,-10 0 84,-11-2 68,-4 1 0,-4 1-1,-5 2-5,-8 4-28,-10 4-39,-5 2-51,5-2-72,-1 5 16,15-4 6,0 6 56,12-3-5,5 2-18,7-3-3413,10 3 3430,-6-7-39,11 2-11,-8-1 51,-4-3 27,-2 9 40,-13-2 22,-7 10 0,-13 3-28,-15 5 11,-11-1-6,-6-2-27,5-4-34,14-4 3392,13-4-3375,15 2-12,7-7-22,13 5-61,4-10-331,15 1-2033,7-4 2442,9-2 0,-24-3 0,-3 0 0</inkml:trace>
  <inkml:trace contextRef="#ctx0" brushRef="#br0" timeOffset="58863">7497 16155 15333,'-53'-28'-213,"20"6"2262,50 21-1998,5 0 738,17-2-789,-13 1-11,37 2-34,-30 6 438,12 1-359,-27 8 1434,-12 10-1311,-9 2-67,-5 4 167,-29 6-105,0-8-348,-9 5 314,-2 0-79,22-13 0,2 0-39,-10 9-6,-3 13-5,32-29 11,1 9 17,8-7 5,10 9-16,1-9 16,25 9-22,-7-8-16,9 2 239,4 1-257,5 5-10,0 1 10,2 7 34,-22-5 39,-16 7-28,-13-10-11,-11 2 23,-5-11 10,-14 2 1,-4 1-3331,-18 7 3328,14-6 0,-1-2 47,-22 2-44,16-10-51,-4-3-537,14-10-6515,16-18 7069,16-2 0,3 0 0,5 11 0</inkml:trace>
  <inkml:trace contextRef="#ctx0" brushRef="#br0" timeOffset="59355">8622 14380 8769,'-9'0'4380,"2"0"-3663,7 0 11,0 0-431,37-22-238,-6 16 0,4 1-1200,21-8 0,4 1 1057,-8 8 0,3 3-775,-1 0 0,5 2 0,-3 1 859,4 2 0,-2 1 0,-1-2 0,-4 0 0,8 6 0</inkml:trace>
  <inkml:trace contextRef="#ctx0" brushRef="#br0" timeOffset="59563">8541 14943 13188,'44'10'272,"0"0"0,1 0 0,-2-1 0,0-1 0,0-2-314,19-5 0,-3-4-1127,-15 3 1,1-1 1168,4 1 0,4-1 0,-9 0 0,0 1 0,-11 0 0,0 0 0</inkml:trace>
  <inkml:trace contextRef="#ctx0" brushRef="#br0" timeOffset="59807">8532 15541 16641,'49'-8'-84,"0"0"1,0 0 0,1 0 0,-2 1 0,1 0 0,-1 0 0,-2-1-324,5 0 0,-1-1 0,-3 1-142,12-1 0,1 2-2076,-6 2 0,3 1 0,-6 1 1877,-8 3 1,-3-1-1,9 0 1,-6 1 0,-15 3-1</inkml:trace>
  <inkml:trace contextRef="#ctx0" brushRef="#br0" timeOffset="60056">8843 15918 18028,'-44'20'371,"1"0"1,2-2 0,17-2 149,34-7 27,19-4-122,26-8-780,-17-1 1,4-1 507,7-3 0,2 0-520,5-3 1,1 1 432,0-1 0,1 0-31,-1 1 1,-2-1-20,-2 0 0,-2 1-439,-3 0 1,-1 0 328,-4 1 1,-1 1-618,-4 0 0,-2 0-5389,26-5 6099,-19 2 0,-19 5 0,-14 3 0</inkml:trace>
  <inkml:trace contextRef="#ctx0" brushRef="#br0" timeOffset="64202">5394 12485 15782,'19'-14'1154,"-10"7"-846,-27 20-73,-15 8-11,-16 4-152,18-11 1,-3-1-383,-4 2 1,-1-1 348,-4 1 1,-2 0-375,0-1 0,-2 0 377,2-1 0,0-1-6,3-2 0,2 0-2,-18 2-95,25-4 1,3-1 38,0 1-29,-9 5-16,21 0 502,5 3-435,2 5 972,2 6-911,3 7 217,2 9-199,2 10-40,2-22 0,1 2-385,0 3 0,0 0 416,1 4 0,-1 0 20,1 4 0,0 1-23,0 3 1,-2 1 7,1 3 1,0 0 55,-2 2 1,-2 0 8,-1 3 0,-1 0-655,-3 3 1,-1 0 602,2-18 0,-1 1 0,-1-1-14,0 3 1,-1 1 0,0-1-12,1 3 1,-1-1-1,0 2-7,0 0 0,1 1 0,0 0 7,2 0 1,-1 1-1,1-1 11,1 0 1,1 0 0,0-1-431,1-1 0,0-1 0,0 0 419,0-1 1,0-1 0,0 0-10,-1-2 0,1 0 0,-2-1-230,-2 19 0,-1 0 254,-1-2 1,-1-1-9,-1-1 0,0 0 0,1-2 0,0 0-9,-1-1 1,2-1 0,1-1 0,1-1-18,1-2 1,1 0-20,2-1 1,1-1-7,1-1 1,1 0-6,0-2 0,1-1-853,0-1 1,1 0 866,-1 0 0,0 0 0,0 1 0,-2 0 276,-1 2 1,-1 0-275,-2 0 1,-1-1 11,-2-1 0,1 0 296,0-4 1,1 0-331,1-2 0,2-1-2,3 7 0,2 0 2,2-5 0,2-2-11,0 1 1,1-2 2,8 18-20,-1-18 1,2 0-9,12 22-3,-6-16 0,2-1 25,-2-11 1,2-2-817,10 1 0,2-3 822,16 5-12,-8-14 1,2-7 718,-6-9 0,0-6-794,17-3 1,4-5-32,-14 0 0,1-2 1,-1-1-262,-6 2 0,-1 0 0,3-3-390,8-1 0,5-3 0,1 0 1,-4 1-2070,2 1 0,-3 2 1,2-1 2837,-3 1 0,4-1 0,-2 0 0,-6 3 0,7-1 0,-8 2 0,7-1 0</inkml:trace>
  <inkml:trace contextRef="#ctx0" brushRef="#br0" timeOffset="68159">4399 6889 15165,'0'-33'1126,"-1"0"0,3-10-398,5 68-252,2 16-245,3 11-175,-1-8 44,1-12 1,1 0 106,12 5 73,13 11 79,-2-27 27,2-12-44,3-17-102,6-15-156,-19 2 0,1-2-14,5-5 0,1-2-777,3-5 0,2 0 799,3-3 1,-2 2-46,-8 7 1,2 0 38,1-3 0,4-2 0,-5 4-64,-10 9 1,0-1-10,7-4 0,3-4 0,-3 4-216,12-9 186,-18 16 0,0 0-526,27-13-756,-10 14-63,-6 5-5505,-2 14 6867,-13 5 0,-3-1 0,-9 1 0</inkml:trace>
  <inkml:trace contextRef="#ctx0" brushRef="#br0" timeOffset="69759">7397 3296 16695,'0'-3'168,"0"1"364,0 2-107,1-21-133,0 18 509,4-8-129,3 34-302,4 16-163,4 13-45,3 4 34,5-4 90,6-11 128,7-16-19,2-25 0,3-7-254,12-7-972,-1-11 0,0-5 878,-25 10 1,-2-2 9,5-3 1,3-3 0,0 0-609,9-11 0,1-1 584,-7 7 1,1-2-1,-1 0-7,0 1 0,-1 0 1,0-2-7,6-4 1,-1-2-1,-2 4-14,2-2 0,-2 1-23,-6 6 0,2-2 0,-4 5-551,-4 4 1,-2 3-2760,3-4 0,0 3 2774,11-6 0,-20 16 0,-11 9 1</inkml:trace>
  <inkml:trace contextRef="#ctx0" brushRef="#br0" timeOffset="82728">10025 12082 14170,'-40'30'417,"-1"0"1,1 1 0,1-2 0,0 0 0,4-1-320,1 2 0,0 1-1289,2-1 0,-3 1 1,2-1 1192,-4 3 1,1 0-9,-7 7 1,-2 1-121,-1 2 0,1-1 31,7-7 0,-1 1 134,4-4 0,-2 3 1,2-3-519,-3 2 0,2-2-574,4-6 0,1-3-2649,-21 6-596,7-21 4298,0-24 0,18-3 0,1-1 0,-3-5 0,0-3 0</inkml:trace>
  <inkml:trace contextRef="#ctx0" brushRef="#br0" timeOffset="82910">8549 12419 17630,'-13'-43'282,"1"0"0,3 3 0,10 9-120,41 18-61,20 7-968,-21 7 1,1 5 897,9 3 0,1 3-637,6 6 0,0 2 593,-15-4 0,-1 1 0,1 1-77,1 0 0,1 2 0,0-1-321,2 2 1,0 0-1,-2-1-491,9 4 0,1 1 902,-5-5 0,1 1 0,-7-3 0,7 2 0,-15-7 0,1 1 0</inkml:trace>
  <inkml:trace contextRef="#ctx0" brushRef="#br0" timeOffset="84023">9622 13963 17703,'0'-4'-163,"0"0"421,0 4-196,-15 30 111,27 2-10,-9 17-63,24-16 231,7-14-2922,4-15 2855,-5-4-370,1-15 1,-1-4 200,3-8 2,-5 2 0,4-5 1,-3 2-48,-8 7 0,1-1 48,21-20 0,2 0-6,-19 16 1,-1 1 2,16-10 0,-1 2-84,4-5-33,-16 16 0,-4 5-51,-14 9-616,5 2 275,-12 8 668,-1 24-6326,-15 15 6072,-3 17 0,1-20 0,3-14 0</inkml:trace>
  <inkml:trace contextRef="#ctx0" brushRef="#br0" timeOffset="84506">10013 14988 14432,'-6'-47'1534,"1"1"1,-3-6 0,0 8-711,0 14-281,-3-6-622,6 24-189,3 6 424,10 23-49,2 3-62,11 19-40,-5-11 34,20 22-33,-19-26 39,22 23 0,-16-23 5,12 8-16,-12-12 117,6-2 157,-13-15-28,6-10-124,4-14-100,-2-5 0,1-2 0,2-2 23,12-15-586,-11 12 0,0 1 535,7-7-6,0-3-33,-10 12-308,7-5-655,-9 13-1872,0 8-296,-11 12 3142,-2 9 0,-6-4 0,0 3 0</inkml:trace>
  <inkml:trace contextRef="#ctx0" brushRef="#br0" timeOffset="84929">10389 15701 19194,'-24'-57'767,"0"-1"0,1 8 1,8 7-628,15 15-57,3 11-117,2 10 57,4 5 5,3 12 33,2 13-27,1 15 11,0 11-1,-6-7 1,3 18-34,-4-22 17,6 11-11,-4-24 141,9-5 32,-3-15 34,15-6-78,4-20-85,13-15-44,-6 0-266,-8 6 0,0-1 131,12-10-50,-14 14 0,-1 0-684,13-6-1343,-12 12-2723,-14 11 4918,-14 16 0,-4-3 0,-5 6 0</inkml:trace>
  <inkml:trace contextRef="#ctx0" brushRef="#br0" timeOffset="95398">9939 12051 7659,'-58'-17'524,"0"1"1,0-1 0,0 1 0,1-2-1,2 1 1,0 4-307,-2 4 1,0 4-1,3 1-642,-4 1 1,0 3 598,1 1 1,-5 2 0,4 1-408,-1-1 0,0 3 379,6 2 1,-1 2 0,4 1 92,2 4 1,4 3-49,-11 6 0,2 3-119,7 2 0,3 4-57,6 1 1,2 3-9,5 2 1,3 2-1,3 1 1,4 2-1,2 2 1,3 0-67,4 2 0,5 0 61,3-1 0,4-1 5,7 0 1,5-1 27,6-2 0,5-2 146,8-1 1,5-3-88,7-1 0,4-4-8,7-1 0,2-3-109,-16-10 1,2-1-1,0-2 31,2 0 1,1-1-1,0-1-6,0 0 1,1-2 0,1-1-559,10-1 1,2-1 0,-4-2 574,4 1 0,-1-3 11,-5-4 1,2-4 0,-3-2-177,0-7 1,-2-3 190,-9 1 1,2-3 0,-2-1 10,-1-2 1,-2-2 0,-1-1 3,0-2 1,-2-1 0,-3 0-15,6-5 1,-1-3 69,-6-1 1,1-3 0,-3 1 22,-1-4 0,-2 0-12,-1 2 1,0-3 0,-3 1 101,-1-8 0,-4 2 8,-3 2 0,-6 0 20,-5 3 1,-6 1-139,-7 0 0,-7 3-64,-9-2 0,-7 4-17,-10 0 1,-8 5-83,10 11 0,-3 3 1,-2 2 64,-6 2 0,-2 2 1,-1 3-27,-5 2 0,-2 2 1,0 2-17,13 3 0,1 2 1,-1 0-1,0 2-24,0 1 1,0 1 0,1 1 0,0 2-56,-15 5 0,1 2 0,1 3-30,2 3 0,1 1 0,2 3-77,2 2 1,1 2 0,2 2-176,4 1 0,1 3 0,4 1-538,3 2 1,2 2 0,4 0-61,-4 9 0,6 0 979,4 8 0,7-9 0,9-23 0,4-6 0</inkml:trace>
  <inkml:trace contextRef="#ctx0" brushRef="#br0" timeOffset="98881">10594 12554 11542,'-10'-1'2879,"2"0"-2538,8 1 197,0 0-465,-30-50-51,46 28-33,-4-39-62,22 49 0,9 8-188,6-3 1,2 2-1115,7 2 1,2 1 785,-18 3 1,1 0 0,0 1-393,0 1 1,0 0 0,0 2-984,18 4 1,-2 1 1963,-11 0 0,-5-1 0,10 4 0,-28-5 0</inkml:trace>
  <inkml:trace contextRef="#ctx0" brushRef="#br0" timeOffset="99270">10862 12653 9397,'-55'12'1514,"0"0"0,6 0 0,4 0-1192,12-2 0,4 0-132,-16 9-464,16-4 302,15-5 437,20 1 44,18-5-222,26 0-229,-1-4 1,3-2-660,-13-1 0,1 0 574,2-1 1,5-1 0,-4-1-16,4-3 0,-1-1 8,9-2 1,0-2 38,-7-1 1,-3-4 55,-9 0 1,-5-2 28,10-26-62,-23 6 70,-18 6 0,-7 0 282,-15-11-41,3 12 0,-3 1 112,-1 9-1,-1 2 453,-24-14-175,7 7-101,13 7-129,11 8-290,10 6-259,6 4-419,1 2 1263,18 9-776,11 10-65,-2-2 1,1 3-85,2 6 0,-1 1-339,-4-5 0,-2 4-574,1 20 0,-9 4 1045,-16-5 0,-3-2 0,7-4 0,-1-3 0,-21 19 0</inkml:trace>
  <inkml:trace contextRef="#ctx0" brushRef="#br0" timeOffset="101916">12827 12485 17120,'-15'-42'1290,"0"0"0,2 4 1,3 10-1655,8 23-487,1 5 498,1 10 493,0 11-107,0 19-49,0 12-18,0 6 28,1-23 1,-1-2 27,1 10-27,0 6 5,-1-34 252,0 4 554,0-14 275,-1 0-588,-4-13-487,-5-11 5,-1-5 11,0-7 1,1-4-51,0-25-345,3 15 1,3-2 312,7 5 1,2 3 3,6-23 3,9 22 0,2 4 19,3 1 20,-4 10 0,1 2-182,10-2-117,16 6 145,-5 6 17,11 16 72,-24 8-128,17 28 67,-17-3 67,-11-8 0,-3 1 17,-6 25 124,-26 0-7,-7-13 59,-11-13 1,-8-4-12,10-10 0,-2-1-241,-16 4 1,0-2 335,10-8 1,4-2 300,-21-1-141,23-6-303,19 1 453,12-1-922,3 2 526,8 3-84,9 5-51,20 7 0,14 4 6,-18-8 0,1-1-42,4 0 0,2 0-93,2-1 0,0 0-151,2-2 1,-1 0-253,0-2 0,0-1-373,-2-3 1,-1-1-124,-2-4 1,-1-2 360,-4-2 1,-2-2 386,20-19 723,-19-2 308,-16-3 90,-18 3 172,-13 2 180,-9 4 471,-4 5-768,4 4-319,8 8-437,8 3-308,5 4-44,5 1 206,4 4 119,10 4-18,13 6-33,14 3 0,7-2 16,3-5 12,-5-6 0,-5-11 5,-7-9 62,-8-7 79,-8-6-96,-11 6 0,-5 2 180,-13-6-258,-6 11-17,-11-7-17,-6 16-5,-4 7-12,-3 9 1,0 9 10,2 10-44,6 10-39,9 7-41,8 7-60,16 2-296,13 1-7,17-1 23,-9-28 0,3-1-665,5-1 1,4-3-2316,5-1 0,3-2 3439,-4-5 0,-1-2 0,14 2 0,-22-9 0</inkml:trace>
  <inkml:trace contextRef="#ctx0" brushRef="#br0" timeOffset="102193">14590 12151 14387,'-3'-8'4476,"0"1"-2449,3 7-924,-33-64-772,20 45-365,-6-17 1,1 8-107,10 29 151,1 17 51,0 21-43,3-8 1,2 4-440,-1 10 1,2 5 441,1 8 1,1 5-648,0-16 0,0 1 0,1 2 612,0 3 0,0 2 0,0 0-32,1 3 0,-1 0 1,0 0-72,-1 0 0,1-1 0,-2 0-99,1-2 0,-2-1 1,0-1-373,-2-5 1,0 0 0,-2-3 132,-3 13 1,-2-4-20,-2-12 0,-3-7-3028,-21 6 3501,-16-39 0,24-4 0,-5-13 0</inkml:trace>
  <inkml:trace contextRef="#ctx0" brushRef="#br0" timeOffset="102334">14062 13092 12309,'4'-54'1417,"0"0"0,-2 10 0,5 4-1157,14-1 1,7 5-991,-2 10 1,3 1 852,15-12 1,4 2-18,-2 8 1,1 2-71,1 3 0,-1 2-120,-2 2 0,-2 1-460,-4 4 1,-2 1-1328,-5 2 1,-2 2 1252,14-4 0,-20 6 1,-12 4-1</inkml:trace>
  <inkml:trace contextRef="#ctx0" brushRef="#br0" timeOffset="102917">15258 11977 11161,'-17'-54'1396,"0"1"1,-6-3-1,-6 7-693,-1 21 0,-5 5-1454,-16-8-1,-5 1 929,11 10 1,-3 2-1,-1 1-69,-6 0 1,-3 2-1,-4 1-51,13 5 0,-5 1 0,0 1 1,0 0-1,4 1-539,1 0 1,3 1 0,0 0 0,-4 1 511,-6 1 0,-4 0 1,-2 1-1,1 1 0,4 1 16,2 1 0,4 2 1,0 1-1,-5 1 10,5 1 0,-4 1 0,-1 0 0,-1 1 0,0 1 0,3 1-297,-2 1 0,1 0 0,1 2 1,0 0-1,-1 2 271,-5 3 0,-2 1 0,1 1 1,2 1-1,6 0-197,-8 3 1,7 1 0,0 4 195,12-4 1,0 3-1,2 2 1,4 0 1,1 4 1,4 1 0,1 2-60,-4 9 0,1 3 0,5 1 86,6 0 0,4 1 0,6 4 5,8-7 0,5 4 0,3 0 0,1-4-26,-1-1 0,3-3 1,4 2 32,6 1 0,4 3 0,4-2 0,2-5 15,6-3 1,3-5 0,5-1-70,-2-2 1,3 1 0,3-2 0,2-1 5,5-2 1,4-1-1,1-2 1,1-1-31,-7-6 0,0 0 0,1-2 1,2 0-1,2-2-10,2 0 0,3-2 0,2-1 1,0 0-1,-2-1 0,-4-1 14,-4 0 1,-3-1 0,-2-1 0,2 0 0,3-1-32,3-1 0,3 0 1,1 0-1,1-1 0,-1-2 1,-3-3 47,1-2 0,-2-3 1,-1-1-1,-1-1 1,2 0-133,-1 0 1,1-1-1,0 0 1,0-2-1,0-1 115,4-3 1,1-2 0,0-2 0,-2-1-1,-3-1-3,-1-4 0,-2-2 0,-3-2 0,-3 1 208,4-2 0,-4-1 0,0-5-197,-3-5 0,0-5 1,-1-1-1,-7 5 275,3-6 0,-3-1-274,-7 8 1,4-6-1,-3-1 1,-5 2-23,-7-1 0,-5 1 1,-3 0-27,-1-2 0,-3 0 0,-4 1 13,0 3 0,-4 1 0,-8 3-58,-11 0 1,-8 2-1,-5 5-55,-3 2 1,-5 5 0,-6-1-153,1 4 1,-5-1-1,-4 1 1,0 1 0,0 2-847,2 2 0,0 1 0,-1 2 0,0 0 0,-1 1 1141,-5-1 0,-2 0 0,0 1 0,3 1 0,5 3 0,-3 0 0,6 2 0,4 2 0,5 1 0,-1 0 0</inkml:trace>
  <inkml:trace contextRef="#ctx0" brushRef="#br0" timeOffset="112025">7294 12464 12847,'-17'-34'932,"0"-1"1,-9-19-575,14 31-179,6 11 309,-4-6-348,4 9 146,-9-10-34,-9 3-202,2 3 225,-27-9-163,24 13 100,-29-6 57,3 7-190,-5 2-1773,21 3 1,2 2 1688,-10-1-55,-10 2 88,8 0 8,11 2 1,-3-1 2,-2 1 1,1 1-15,-2 0 0,2 2-423,-23 1 426,15 3 2895,-2 0-2890,-5 5-5,10-2 0,0 0-5,-16 7-1502,9-1 1,2 1 1506,6-1-14,4-1 0,-1 0 42,-5 5-23,14-7 1,1-1-39,-8 5 466,-10 8-433,26-11 192,-4 3-214,6 3 3358,2 3-3409,1 2 17,0 6 28,6-3-11,2-5 5,-2 9 23,1-5 11,-6 20-11,3-8-12,0-1 7,3-5-12,3-6 22,0 19-16,2-15-1,2 25-22,2-32-27,2 22-18,3-19-33,11 22 95,0-14 11,4 3 6,-1-11 5,0-6 6,0 0 0,1-3 79,14 3 24,-6-10 1,3 0-31,20 9-326,-10-11 0,0-2 287,-1-4-14,7-1 0,1 0-43,5-1-1039,-9-1 0,7 0 1,-7 0 1072,13 0 0,0-1 0,-2 1 0,-14-2 11,-3 0 1,2 0 0,13 0-21,-16 0 1,1-2 8,18 0 6,-3-3 406,-13 0-390,-8 0 1,1-2-29,3 0 3,9-4 1,3-1-15,-17 3 1,0 1 1492,13-5 0,1 0-1468,-9 1 1,-3 0 2,16-6-69,-17 4 0,-3-1 153,7-6 12,15-12 28,-16 6 50,-5-1-101,-8 4 95,-1-8 85,-5-7-152,-2-6-56,-5-13-11,-6 3-17,-6-3 45,-3-1 11,-5 1-15,-3 2 71,-4 0-22,-1 5 106,3 13-185,-7-4-5,-5 3-17,-4-2 34,-6-4-1,6 9-21,1 2-40,7 10 11,-17-8-62,21 18-145,-20-9-22,22 18-1440,-20 0 412,15 6 1218,-30 10 0,36-7 0,-10 7 0</inkml:trace>
  <inkml:trace contextRef="#ctx0" brushRef="#br0" timeOffset="113747">14984 5815 15513,'9'-58'985,"-1"0"1,0 7 0,-2 6 448,0 6-577,-3 16-1148,-3 13 145,-2 20 342,-3 25-134,-2 8-34,-5 13 0,-2 6-865,2-10 0,-1 2 822,1-3 0,-2 4 0,1-2-30,3-8 0,0-2 1,1-1-444,-3 16 0,3-3 356,2-7 1,4-3-34,3-7 0,3-4 13,3 14-156,11-4 510,-9-29 72,2-3-324,-10-31 44,-8-20 45,2 8 1,-2-2 420,-2-9 0,0-2-410,-2-7 1,0-3-279,1-5 0,0-1 265,4 18 1,1-1-1,1 0 52,0-9 1,1 0 0,1 2-46,0-1 1,1 0 7,1 6 1,1-1-1,0 6 55,4-17-452,7-4 1,3 1 380,-4 28 1,1 3-113,4-15 1,2 4 64,9 6-17,-4 21 524,10 4-546,7 15-46,6 13 32,-17-4 0,-1 3 24,4 3 1,-1 1 532,3 1 0,0 1-538,-2-1 0,-1 0-11,-3-2 0,-3 1 23,8 18 1311,-24-1-1234,-17-10-8,-20-6 1,-8-1-4,2-6 1,-2-2-303,-19 7 0,-2-1 299,8-6 1,1-2-17,4-3 0,2 0-59,9-2 1,2-1-735,-7 0-827,24-3-4192,30-5 5798,10-3 0,-1 3 0,-7-3 0</inkml:trace>
  <inkml:trace contextRef="#ctx0" brushRef="#br0" timeOffset="114480">15592 5476 13989,'2'-6'3333,"-1"1"-140,-1 5-3137,-63-6-12,39 28-41,-10-19 0,2 2 14,23 39 11,15-14 39,9 5 45,11-5 45,9-8 84,5-9 44,2-8 18,-1-13 5,-5-7-39,-6-14-28,-8-6-28,-11-6-23,-9 0-33,-12 3-107,-2 10 68,-29-6-79,4 16-5,-18-4-40,11 15-67,7 5 6,13 6-252,6 11-28,13 3-528,12 14 500,2-11-476,18 6-118,-3-12-118,11 1 141,5-7 453,4-5 415,3-9 195,1-7 180,-3-9 196,-6-4 156,-8 0 103,-9 0-19,-8 3-95,-7 3-111,-4 4-186,-3 3-290,-1 6-180,0 7 135,0 4 5,2 14-11,2 5 0,3 13-6,2-6 0,5-2 1,3-1 22,-1-3-17,16 17 73,-12-30 134,-2-4 146,4-3-22,-1-11-118,1-10-51,0-13 6,1-7-6,-3-2-27,-4 2-51,-8 6-90,-7 4-162,-8 9-358,-4 6-466,-3 7-817,1 11-2644,3 8 4453,4 6 0,5-7 0,1-5 0</inkml:trace>
  <inkml:trace contextRef="#ctx0" brushRef="#br0" timeOffset="115014">16309 5479 14057,'1'-5'5069,"1"0"-2432,-2 5-2575,8-11-23,0 46-39,4-21 0,-6 20 0,-3 7 23,3 16-423,-2-20 0,0 1 403,-1-2 0,1 1-1,-1 5 1,0-2-14,1 13 60,-3-20 1,0-2-22,-2 2 40,-2 2 156,-2-11 291,0-11-89,-1-11 330,-2-15-650,-7-29-256,3 6 155,3 1 1,2-4-29,3-4 1,3-1 8,-1-3 0,2-1-500,0-1 0,2 3 511,1 11 0,1 1 8,2-5 1,2 2-197,6-22 177,-3 18 0,1 1-31,13-17-33,7 8-29,6 7 46,7 12-7,2 10-16,-1 11-5,-2 9-6,-5 12 22,-4 9 17,-10 11 39,-10 5 300,-19 2-211,-29 6-49,2-17-12,-1-10 0,-2-3 503,-21 0-660,19-7 1,-1-1-920,-1-2 1,1-2-8767,-15-1 9604,14-2 1,27-2 0,10 1-1</inkml:trace>
  <inkml:trace contextRef="#ctx0" brushRef="#br0" timeOffset="116273">16007 5420 17155,'13'-42'541,"0"-1"1,-1 4 0,-1 9 669,-5 18-964,2 5-113,5 2-111,-2 8 285,11 19-286,-10-1 18,13 28-24,-7-2 58,-6-14 1,-2 2-59,1 2 1,-2 2 19,0 12 1,-1 0-1487,-1-6 1,-2-1 1468,-1-1 1,1-1-9,-3-5 0,1-1-780,-1-4 1,0 0 818,3 30-271,0-1 249,-1-30 145,0 7 51,-2-24 2697,0 5-2255,-2-16 1914,0-10-2552,0-1 508,0-8-491,-3-10-3387,-6-15 3353,1 7-10,-8-27 11,6 25-1,-2-7 11,0 1 12,4 6-40,1 5 1,2-1 16,-3-26-6,0-2-27,5-2-6,3 5 1504,2 22 1,2 0-1486,0 1 1,3 0 13,3-3 1,2 3-17,6-10 0,8-5-8,-3 26-43,20-7 23,7 9 8,-14 12 0,1 1-492,20 1 486,-15 5 1,0 2 5,-7 2 1,0 3-21,17 4 1,-1 3 30,-16-4 1,-3 4-9,8 10 0,-7 6 41,-17 10 54,-15 20-2844,-37-7 2805,-8-12 2,8-18 1,-4 0-645,-6-2 0,0-2 622,8-2 1,-2 0-233,-21 7 1,3-3 229,12-3-6,4-1 1,-1-1-40,-6-4-263,-9-1-964,6-17-532,19-3-1893,4-6 3691,10 2 0,10 7 0,1-1 0</inkml:trace>
  <inkml:trace contextRef="#ctx0" brushRef="#br0" timeOffset="117123">15902 5434 11659,'-3'-5'6453,"0"2"-3720,3 3-2610,0-38-28,9 32 12,2-23-23,10 47-11,0 11 11,-3 9-6,-2 10 6,-4 11-45,-5-10-204,-3-8 1,-1-1 226,1 15-32,0-17 1,0 0 31,6 16-179,1-11 167,-1-13 124,2-4 118,-6-15 430,1 0-5,-5-10-54,-2-10-630,0-1 46,-9-27-57,2 14 105,-4-6 0,-2-1-99,-2-6-6,-8-16-5,9 12-17,3 1 0,5 8 23,3-22-23,7 13 5,6-23-16,9 9-6,-6 25 0,0-1-210,3 1 1,0 0 220,1 0 0,1 0 3,0 3 1,1 0-15,21-19 6,-8 13-1,-5 11 1,3 1-3,1 3 0,0 2-165,0-1 1,1 1 169,9 0 1,0 4-25,18 2 13,-15 5 1,-1 1-15,15 3 0,1 5-72,-17 14 467,-13 4-384,6 15 23,-22 4 0,-6 5 6,-8-7 8,-5-8 0,-3 0 3,-11 13-6,5-12 0,-3 0 17,-17 18 34,-6-4-34,6-11 28,7-13 0,-3-2-234,-20 7 214,13-9 0,-3-2-5,3-5 0,0-2 5,-4-2 1,1-2-18,9-2 1,0-1 39,-13-1 0,1-3-39,-5-4-3,-14-2-12,33-2-61,12 3-78,10 1-2515,5 3-7182,6 0 9357,1 2 1,1 0 0,-3 0 0</inkml:trace>
  <inkml:trace contextRef="#ctx0" brushRef="#br0" timeOffset="117740">15982 5618 20526,'5'-32'154,"0"1"0,4-14-59,-5 61 11,3 14 1,5 15-29,3 10-36,-6-23 0,-1 1-121,2 3 0,-2 0 152,1 0 0,-2 2-6,0-2 0,-1 1 11,-1-3 1,-1 0 44,3 27 1,-3-7-1,0-12 0,-1-9 6,0-13 269,-1-8-17,-1-7 958,1-7-1187,0-12-96,1-14-23,0-17-33,-1-16-186,-1 25 1,-1-1 202,1-2 0,-2 0-6,1 1 0,0 1-14,1 4 1,0 1 18,1-20 24,1 16-1,0 11-28,-1 13-73,-1 6 12,0 10 67,1 10 365,0 14-388,1 18 6,-2 13-3,-1-24 1,-1 0-262,-1 3 1,-1-1 257,0 2 1,0-2-20,-1-1 0,1 0-314,1-1 0,1-1-299,-1 9-2577,5 0 3215,9-27 0,-6-3 0,5-7 0</inkml:trace>
  <inkml:trace contextRef="#ctx0" brushRef="#br0" timeOffset="118255">16984 5388 13088,'0'-3'5035,"0"0"-671,0 3-4068,33-58-335,-25 43-6,10-17 1,-3 10 150,-18 45-78,1-4 17,-6 29 5,2-6-222,-2 16 206,2 2 24,8-21 1,3-1-3,2 7 6,11 7 111,5-32 113,2-7 67,8-3-73,1-16-73,2-15-28,1-17-112,-17 13 1,-1-2-253,-1-3 0,-2-2 224,0-1 1,-2-2 2,0-5 0,-3-1-17,-2 7 0,-2 2-8,3-26 228,-8 15-228,-2 17-96,-2 2-481,1 10-784,-1 10-2005,2 16 3472,0 20 0,0-13 0,1 8 0</inkml:trace>
  <inkml:trace contextRef="#ctx0" brushRef="#br0" timeOffset="119280">17475 5762 18246,'3'5'4291,"-2"0"-2745,-1-5-1401,21-65 18,-1 22-88,0-6 1,2-2-663,-3 17 1,0 1 617,2-3 0,-1-4-16,-2 2 0,-1-3 0,-1 3-18,2-4 0,-2 0-270,-1-1 0,1-3 0,-3 3 270,-1-1 0,-1 1 11,3-19 1,-2 2-1,-4 20 1,-2 2 5,-2-11 0,-3 4-3,-4 15 491,-8-14-536,-1 29-61,-3 4 11,-4 14 641,-12 34-580,15-11 1,1 4 0,-5 16 0,1 3 155,5-11 0,1 3-156,2 4 1,0 6-1,3-2-777,1 4 1,2-1 800,-1-10 1,0 1 0,3-1-61,10 23 1,4-7-4,1-2-25,6-10 1,4-1-300,0-17 0,2-4 179,1-1 0,3-2-90,6-1 0,1-6-89,16-4-74,-15-12 1,1-6 8,-4-3 0,-1-3 157,9-6 0,0-4 204,-2-3 1,-2-4 178,1-8 1,-4-1 97,-9 7 1,-4-1 55,-1-4 1,-5 1 20,-5-5 212,-9-2-62,-9 15-16,-11-4-314,1 15 760,-27 5-777,20 14 1650,-27 9-1622,17 8-33,-8 9-18,7 6-27,7 5 410,10 0-427,7-9 96,9 5-24,6-19 259,15 8-62,12-18-202,1-3 56,11-15-5,-12-8-12,8-11 118,-1-15-62,-17 19-38,-5 0-119,-17 26 12,-11 14 5,-5 11-5,-8 20-11,10-10-6,3 8-6,19 1 34,12-7 0,15 13 8,-5-29 1,4-4 58,29 4-44,0-7 89,-3-23-62,-29-5 0,-1-3-55,19-14 7,-10-9 1,-3-5-504,-15 10 0,-2-2 488,0 1 0,0-4 1,-1 2-5,-2-4 0,-2-1 4,0-1 0,0-3 0,-2 4-10,-2 10 1,-1-1 1,2-9 1,1-5 0,-3 5-382,0-18 399,-3 21 1,-1 3-4,-6 2 12,-2 7-79,1 22-56,-1 0 62,2 32 22,-2 11 17,1 12-23,2-1 1,0 2 61,1-9 1,1 1-79,0 20 0,1 1-43,3-8 1,0-3 25,-1-11 0,2 0-115,3 4 1,2-1-301,6 15-44,-6-25 0,1 0-2000,12 20-862,-4-22-4179,-2-11 7556,-7-20 0,-4-1 0,-4-3 0</inkml:trace>
  <inkml:trace contextRef="#ctx0" brushRef="#br0" timeOffset="119864">18812 5124 12578,'-6'-3'8407,"1"1"-7825,5 2 198,0 0-747,18-7-38,19 12-12,23-4 3,-24 4 0,0 1 0,-2-2 0,-1-1-3,22-3 11,-11-9 12,-12-7 0,-9-8 22,-5-7 28,-4-1 50,-7 0 96,-3 5 55,-7 5-61,-5 6-73,-7 6-39,-5 6-50,2 5 28,-11 16-23,11 4 6,-2 16-1,13 0 12,14 2-22,3-7 44,29 6 1,-4-17 10,20 1-44,-18-15 101,17-21-96,-27 3 37,1-10 0,-3-6-9,-3-13-42,-8 11 1,-2-3 30,-4-20 17,-10 5 0,-8 10-28,-9 11-33,-1 11 16,-12 8 22,-15 15-33,-5 9-17,20-1 1,1 3-12,4 2 0,3 3-305,0 3 1,3 2 293,1 4 0,4 1-6,-7 21-14,18-9 0,7 1-34,6-15 1,5-1-59,6 16 0,6-2-90,6-10 0,4-5-541,6 0 1,2-3 271,3-1 1,2-3-276,1-3 1,1-2-776,-1-3 0,-1-2 132,-10-4 0,-1-2 1400,9-1 0,-4-2 0,-12-2 0,11 0 0</inkml:trace>
  <inkml:trace contextRef="#ctx0" brushRef="#br0" timeOffset="120488">16330 6258 12685,'-50'5'1273,"-1"0"0,4-1 0,4 0 335,-7 2-370,-13 2-734,12 1-308,4 0 73,19-2-107,19-5 286,7 1 151,21-2-229,19-3-140,18-1-157,-23 1 0,-1 0 11,29-2-56,-16 2-23,-20 1 51,-14 1 0,-10 0 84,-6 2 23,-7 1-23,-4 3-45,1-2-67,5-1-45,5-3 28,5 0 118,8 0 95,15 0-1758,14-5 1,7-1 1578,-10 2 0,3-1 7,13-2 0,6-1 0,0 0-587,-3 0 0,0 0 0,3 1 547,0 0 1,4 0 0,2 0-1,0 0-8,-6 1 1,1 0-1,0 0 1,0 0 0,-2 1-8,5-1 0,-4 1 0,2 0 1,7-1-17,-14 1 0,6 0 0,4 0 0,1-1 0,0 1 0,-2-1 0,-4 1 0,-5 1-334,7-2 1,-7 1 0,0 1 0,8-2 333,-10 2 1,5-2 0,5 1 0,1-1 0,0 1-1,-2-1 1,-4 1 0,-5 0-15,11-2 1,-7 1 0,-2 0 0,3 0-213,-3 0 0,1 0 0,2 0 1,-2 0-1,0-1 215,7 0 1,-1 0 0,0-1-1,-2 1 11,-5 0 1,-1 0 0,-1 1 0,0-1 332,7-1 1,0 0 0,-3 1-310,-7 0 1,-2 0 0,-2 0-1,11-1 1,-4 0-1,-11 1 1,-3 1 1176,12-2-1825,-24 4 705,-19 3-5086,-24 4 4937,-10 3 1,4-1-1,6 1 1</inkml:trace>
  <inkml:trace contextRef="#ctx0" brushRef="#br0" timeOffset="120956">16747 6544 8158,'-54'3'2384,"0"1"0,-7 0 1,1 0-803,9 0 1,1 0-1888,9-1 0,0 0 798,-10 1 0,4 0 240,5-1 102,3 0-616,20-2 115,16 0 154,15-1 11,18 0-169,26 0-168,-2-2 1,7-1-1023,-19 0 0,1 0 0,0 0 873,3 0 0,0-1 1,2-1 4,8 0 1,1 0 0,1 0-457,-3 0 0,-1 0 1,4 0 444,-3 1 0,2-1 0,2 0 0,3 0-10,-2 1 1,3-1 0,1-1 0,-1 1 0,-4 1-365,-3-1 1,-4 1 0,0 0 0,3 0 371,0-1 1,4 0-1,1 1 1,-1-1 0,-5 0 1,-2-1 0,-3 1 0,-2 0 0,-1 0-2,7-1 1,-2 1-1,0-2 19,7 0 1,0-1-1,-7 0-139,-11 0 1,-4 1 125,7-2 0,-2 0 941,-6 0 1,-2 1-858,26-8-44,-23 6 1499,-4 0-1399,-24 6 2384,-1 1-3173,-5 1 672,-2 1-2997,-5 2 2963,-7 6 0,4-4 0,-2 4 0</inkml:trace>
  <inkml:trace contextRef="#ctx0" brushRef="#br0" timeOffset="121952">18842 7615 6775,'0'0'0</inkml:trace>
  <inkml:trace contextRef="#ctx0" brushRef="#br0" timeOffset="122350">18625 7826 14314,'0'-6'3070,"1"0"-1222,-1 6-515,0 0-1092,-26 26-152,4 11-89,0-5 0,-1 2-28,5 3 0,2 1-358,0 0 0,2 0 139,1 1 1,3-1-662,1-2 1,4 0-4009,4 1 1,2-2 3419,2 6 1,2-13 0,-5-29 0</inkml:trace>
  <inkml:trace contextRef="#ctx0" brushRef="#br0" timeOffset="122744">19008 7452 19818,'-45'-34'239,"0"0"0,4 5 0,4 11-177,7 33-14,6 9-8,9 6 2,7 4 3,7-1 23,5-2 28,3-5 65,3-7 169,1-8 309,3-8-493,-4-5 95,9-13 28,-6-5-17,2-8-6,-6-2-128,-5 10 139,-7-3-178,-4 14-102,-5-2-77,-4 10-119,-3 9-386,-2 9-991,2 16-4106,6 11 5702,8 2 0,4-16 0,3-12 0</inkml:trace>
  <inkml:trace contextRef="#ctx0" brushRef="#br0" timeOffset="123233">19487 7766 16857,'-5'-5'4010,"2"1"-3531,-32-19 0,-10-4-735,3 10 371,-10-12 0,-1 6-54,7 28-27,1 15-28,0 21-6,22-12 0,2 2-9,0 4 1,2 2-15,4 0 1,4 1-1890,5 3 0,4-1 1907,7 11 970,21 2-707,17-36-2214,7-14 2040,2-12-3,-25-8 0,-1-6-43,-4 0 1,-2-3 48,6-9 0,-2-4-23,-1-5 1,-2-4-15,-1-3 0,-2-1 673,0-2 1,0 1-621,-2 2 1,0 1 39,-2 6 0,0 1-13,-2 0 1,0 3 37,0-10 2789,-2-4-2666,-9 31 462,0 1-681,-1 11 1133,-6 15-1205,-1 6 0,-19 30 0,10-14 0,-1 4-418,-8 13 0,0 4 378,-2 6 1,2 5-181,9-12 0,1 4 0,2 1 0,0-5-18,-2 14 0,2-1 49,2-5 1,2 2 0,6-6-504,8-9 1,4-4-552,3 0 0,3-1-533,6 4 1,5-2-3141,9-7 1,1-5 3825,10 3 1,-9-15-1,-39-14 1</inkml:trace>
  <inkml:trace contextRef="#ctx0" brushRef="#br0" timeOffset="123660">20155 7574 9772,'-7'-60'1336,"0"0"1,0 1-1,-3-2 1,-2 1 0,-5 10-461,-8 14 0,-7 6-1136,-11-10 0,-5 4 478,8 8 1,-6 4 84,-1 8 1,-8 1 0,-2 2 0,7 2-1038,-4 1 1,-1 3 797,-1 1 1,-7-1-1,-2 3 1,7 3 0,6 5 1,5 4 0,-2 2-20,3-1 0,-2 0 0,0 3 0,0 1-7,1 2 0,0 3 1,0 1-1,2 2-14,-1 2 0,2 1 1,-1 3-1,2 3-9,3 2 1,-1 3 0,1 2 0,2 2 0,2-1-401,-5 8 0,3 0 0,2 1 0,1 0 393,0 1 1,1 0 0,2 0 0,3 2 11,4 0 0,2 1 0,3 0 0,4-3-284,1 5 0,4-3 0,2 2 279,0 8 1,1 2 0,10-1 33,8-15 1,6 1-1,4-3 1,2-2 3,10 4 0,4-5 0,3-2-38,2-1 1,2-3 0,7-5-24,2-10 0,7-4 0,0-3 0,-6-2-270,9 1 1,1-5 277,-7-2 0,6-1 1,2-3-1,-3-5 7,-9-5 1,-2-5-1,0-2 1,0-1 0,3-1 1,0-1 0,-1-1 0,-1-2-108,-2 0 0,0-1 1,-1-1-1,-2-4 108,-3-1 0,-1-4 0,-2 0 0,-2-1-9,3-5 1,-3-2 0,0-3 1,-7 5 0,1-3 1,0-2-1,-2 0 1,-2 1 1,1-4 1,-3 1 0,-1-1-1,-2-1-14,-1-5 1,0-2 0,-4 0 0,-3 5 123,-3 6 0,-4 2 0,-5 1-138,-6-3 1,-4 0 0,-5 4 342,-10-4 0,-9 5-382,-7 4 1,-7 1 0,-1 4-113,2 6 0,-1 4 1,-2 2-236,-10 0 1,-3 3 0,3 3-505,-1 3 1,2 5 912,10 4 0,0 3 0,7-1 0,-7 0 0,-13 8 0</inkml:trace>
  <inkml:trace contextRef="#ctx0" brushRef="#br0" timeOffset="124806">19990 7938 16874,'-32'17'1086,"8"4"-621,32 8 191,16 1-34,27-3-1077,-14-14 0,4-2 539,10-1 0,4-2-51,-12-3 1,1-1 0,1-1-14,4-1 1,1 0 0,-2-1-7,12 1 0,0-1 15,-6-3 1,4-1 0,-6-1 12,-3-1 0,-2-2 36,16-3 1,-4-4 30,-24 1 1,-6-2-22,8-20 18,-19 6 116,-23-21-65,-15 11-73,4 10 0,-3 1 23,-13-9 86,7 12 1,0 2-32,0 2 1309,-19-15-1219,29 25 314,-1 0-700,11 8 28,5 3 123,0 17-22,5 3-1,5 20 0,8 4-5,8 5 6,4 6-243,-13-27 0,1-1 228,-1 2 1,0-1-91,-1 0 1,-2 0-484,8 28-668,-11-2 1,-11-13 1260,-20 8 0,10-32 0,-8 6 0</inkml:trace>
  <inkml:trace contextRef="#ctx0" brushRef="#br0" timeOffset="125305">8208 6368 4391,'-38'-31'0,"1"0"0,-1 0 0,-6-6 0,-1 0 0</inkml:trace>
  <inkml:trace contextRef="#ctx0" brushRef="#br0" timeOffset="126181">4267 6772 9106,'-4'-2'3455,"2"0"-1321,2 2-778,4 39-819,18 0-439,-12-10 0,1 3 62,12-1 0,3 0 52,-1 0 1,1-2-135,-5-4 1,1-1 254,11 7 0,1-5 519,2-10-364,8 2 301,-3-30-341,0-18-967,-10 2 1,1-4 649,7-9 1,2-3-20,-11 11 0,1-2 0,0 0 20,2-1 1,1-1 0,-1 1-17,-1 0 0,-1 1 0,0 0 38,11-14 0,-3 1-153,-6 7 1,-3 0 118,-5 3 1,-4 3-60,4-7-77,-6 2-158,-14 31-800,1-2-3200,3 9 4174,1 3 0,-2-1 0,-2 2 0</inkml:trace>
  <inkml:trace contextRef="#ctx0" brushRef="#br0" timeOffset="129880">19908 7247 8338,'-3'-2'695,"1"0"3119,2 2-2560,-5-63-106,-2 36-1053,4-9 1,-4 2 207,-10 14 10,-6 5 18,-12-6-34,-9-3-783,-10-1 642,8 5 110,9 7 0,-1 1-92,-1 0-107,-6 1 1,0 1 140,-9 3-136,15 2 1,0 1-12,6 2 1,1 1-8,-4 4 0,1 0-15,-22 3-1507,6 6 0,-3 3 1493,13-3 0,0 2 0,-9 1 1,-2 2-206,11-2 1,-2 2-1,3-2 225,-3 2 0,0 1-17,3-2 0,-3 2 0,3-1 5,-7 4 1,2 1 13,3-1 1,1 1-9,2 0 0,1 0 11,3 1 1,1 1 22,2 1 0,1 2 16,0 1 1,2 0 2,0 4 1,2-1-51,6-6 0,0 0 44,-3 7 1,0 2 75,1 3 1,1 1-71,-1 3 1,1 1-9,-2 8 0,2-1-48,9-17 1,1 1 61,1 14 0,4 0-28,5-14 0,4 0-9,2 14 1,4 1-6,5-10 0,4-1-9,4 0 1,2-2-29,-4-7 1,1-2 14,5 6 0,2 0-12,-6-8 0,1 0 26,11 12 0,1 1 2,-5-7 1,1-1 22,6 3 0,2-1 19,-2-8 0,1-3-19,4-2 0,3-3-23,5-1 1,2-4-235,5-2 0,2-3 191,-16-2 1,1-1 0,0-1 297,3-1 1,0 0-1,1-2-298,1 0 1,1-1 0,-1-1 5,1-1 0,-1 0 0,0-2-95,-1 0 0,0-1 0,-1-1 91,-1-1 0,0 1 1,-2-2 15,19-4 0,-2-2-17,-4 1 1,-1-2-6,-3 1 0,-3-1 159,-1-1 0,-1 0-143,-3-1 1,0-1 209,-2-1 1,0-2-208,-2-1 1,-1-2 2,-1-1 0,-1-3 17,-2 0 0,-2-2 11,-2-2 1,-2-1-1,-3-1 0,-3 1-25,-6 7 0,-2-1 39,-1-13 0,-3 0 29,-3-18-60,-5 16 0,-2 0-5,-5 8 0,-3 2-9,-2-2 1,-2 1 2,-3 0 0,-2 0-6,0 1 1,-1-1-6,-1 2 0,0-1 11,0 2 1,-1 0-4,0 2 1,-1 1-4,-2 2 1,-3 2-6,-2 2 0,-4 2-17,-5 3 0,-3 3 471,-7 1 0,-2 3-471,-6 3 1,-1 2-32,-5 1 1,1 3-7,13 0 1,-2 2-247,6 0 1,-3 1-1,4 1-823,1 2 0,0 2 1109,-18 2 0,4 2 0,8 2 0,10 2 0</inkml:trace>
  <inkml:trace contextRef="#ctx0" brushRef="#br0" timeOffset="131188">20503 5651 16583,'9'-46'420,"-1"11"-112,-7 59 45,2 5 50,2 15-90,-2-8 1,1-1-106,1 17-141,-1-10 0,-2 1 235,1 19-496,-2-23 0,0 3 328,0-2 1,-1 2 55,1 7 1,0 0-74,1-6 1,-1-1-54,1-2 1,0-1 105,2 0 1,0 0-1423,2 4 0,0-1 1352,-1-6 1,0 0 98,3 15 1,-1 2-271,-3-8 1,0 0 190,-1 2 1,0 0-74,-1-2 1,0-2-4,-2-3 0,0-2 141,0 21-62,0-15 1,0 0-43,1-7 0,0-1 170,0-2 1,0-1-84,6 27-45,1-14-39,5 13-39,-4-25 0,0 0-1,8 21-21,1 3 2915,-8-25-2943,-2-6 383,-2 3-10209,-2-4 8388,0-1 0,-3-11 0,-1-12 0</inkml:trace>
  <inkml:trace contextRef="#ctx0" brushRef="#br0" timeOffset="136764">18598 8709 7699,'6'0'1569,"-1"0"-1429,28-11 0,14-6-2847,-1 1 0,4-1 2727,-10 3 1,3-1 0,1 0 14,13-4 1,2-1-1,-7 4 429,-13 4 0,-1 1-466,7-3 0,5 0 1,-4 2-36,-7 4 1,-1 1-85,4-1 1,-1 2 396,15 2-741,-27 8 470,-45 12-5,-8-1 11,-29 6 1005,5-7 1,-4-1-931,4-2 1,-3 1 2,7-2 1,-5 1 0,0-1 0,4 0-17,-13 1 0,1 0 78,4 0 0,-3 0 1,3-2 212,3 1 0,1-1 84,-9 1 0,0 0 325,2-1 0,4-1 362,-10 0 69,7-3-207,42-5-661,3 0 140,12-4-358,15-7-1058,11-3 1,4-2 955,20-8-2,1 2 0,6 0-553,-7 7 0,1 0 546,-5 2 1,3-1-1,1 1-4,2 0 1,2 1 0,0 0-17,1 0 0,0 1 0,0 2-21,-2 0 1,-1 1-1,0 1-125,1 2 1,0 1-1,-4 0-34,0 0 0,-4 3-381,3 1 1,-9 4-194,-21 6 509,-24 11 23,-40 7 148,-10-6 1,-6-2 863,14-5 1,-1 0-763,-5 0 0,-4 1 0,2-2 7,12-3 0,2-2 1,-2 1-68,-9 2 1,-3 0 0,0 0 77,2-1 1,0 0 0,-1 0 44,-4 0 1,-2-1-1,5 0-22,0-1 0,1 0 106,-11 0 1,6-1 482,9-4 184,0-5-767,26-3-40,35-20 1313,6 8-1221,8-2 1,6-2-28,-1 5 0,2 1 381,13-5 1,4 0-430,4 1 1,4 0-5,-5 3 1,2 0-1,-2 1-761,4 0 0,0 1 729,-13 2 1,2 0 0,-1 2 13,18-2 0,-1 1-351,-20 5 0,1 0 0,-1 0 297,16-2 1,-3 1-28,-8 1 0,-11 4-149,-24 7 956,-14-1-979,-32 13 40,3-6 0,-6-1 299,-15 5 1,-7 1-141,15-6 1,-5 1-1,1-1 1,2 0-226,-1 0 0,3-1 1,-3 0 304,-3 0 0,-4 1 1,1-1-1,4 0 47,5-3 0,3 0 0,0 0-235,-7 0 0,-1 0 0,3-1 380,-11 1 0,5-1-81,17-3 0,5-1 608,-10 0-762,30-4 706,14-4-622,16-9 1993,22-7-1976,-3 5 0,3 0-71,-10 4 1,2 1-131,11-3 1,7 0-1,-6 1 131,-9 4 0,1 1 4,20-5 1,9-2-1,-7 2-35,-17 6 0,0 0-82,18-3 0,7-1 0,-9 3-70,-21 4 1,-1 2-900,7-1 0,4 0 0,-8 3-2063,1 3 3114,10 5 0,-43-2 0,-3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14:54:51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1993 3133 19776,'0'-48'1271,"0"0"0,0 1 1,0-18-1,0 9-688,0 10-393,-1 17 68,-2 11-252,3 13 10,0 10 12,7 14-16,3 19 4,0 17-13,-5-21 0,-3 1-240,-3 2 1,-3 0 239,-1 1 0,-2-1 2,-2-3 1,-1 0 11,-11 22 33,2-14 163,5-18 39,5-14-101,1-21-11,3-18-56,1-23-67,2 18 0,2-3-162,3-6 0,2-1 156,1-4 0,2-2 11,2-1 1,3 0-15,0 1 1,2 1 2,0 5 0,0 2-148,0 6 0,1 3 92,16-18 34,3 16 22,-4 15-39,28 8-16,-9 14 18,-12 2 1,0 4-23,-5 3 1,-2 4-32,-3 2 1,-3 4-56,9 31 95,-32 10 33,-15-26 0,-8-1-487,-10 3 0,-6-3 504,-8 1 0,-4-2 14,-3-3 1,-1-3 18,2-4 1,2-3-77,7-4 0,2-4 234,-16 1 631,25-8-777,19-9 204,14 0-283,11-1 1092,17 1-1063,18 4-6,-16 2 0,1 1-239,4 2 0,1 1 183,1 3 0,0 1-104,0 2 1,-1 2-197,-2 1 1,-1 1-239,20 11-1513,-17-7 1,0-2 2106,22 3 0,-9 1 0,-17-14 0</inkml:trace>
  <inkml:trace contextRef="#ctx0" brushRef="#br0" timeOffset="610">2945 3075 17479,'-2'-3'5663,"0"0"-5014,-23-13 1,-9-1 162,4 6-580,-7-8 1,1 3-37,14 12-168,11 3 6,6 5-23,4 5 12,3 5-18,6 5-5,7-2 34,9-3-12,7-5-5,4-6 28,-1-9 5,-4-6 23,-9-9 0,-9-4 0,-7-3-1,-9 0 7,-6 1 22,-8 2-17,-4 5-28,-3 7-28,0 7-12,-1 8-4,2 10-7,0 11 1,3 10-6,4 9 0,5 5-3375,8 16 3369,7-20-22,14 14 6,13-25 16,21 2 3,-17-22 0,2-3-254,6-2 1,2-4 250,3-4 1,0-4 22,0-3 0,0-4 5,-3-5 0,-1-4-2,-4-3 0,-4-4-9,-3-3 0,-4-5-14,-4-5 0,-4-3 17,-4-5 0,-3-3-400,-3-4 1,-2-1 399,-3 0 0,-2 1 36,-1 4 1,-2 3 1253,-4 6 0,-1 3-1147,-10-19 5,-4 18-33,2 18 522,6 12-685,4 12 1278,4 6-1233,0 38-22,1 14-721,-1-9 0,1 4 715,-2 5 1,-1 3-67,1-16 1,0 0 0,0 2-516,1 1 1,-1 1 0,2-1-315,1 0 1,1-1 0,2 0 911,5 0 0,1-1 0,0-5 0,-1-3 0,0-5 0,16 22 0</inkml:trace>
  <inkml:trace contextRef="#ctx0" brushRef="#br0" timeOffset="1644">3722 3223 17227,'0'-5'6777,"0"2"-6312,10-59-73,-8 43-247,3-16 1,0 5 208,-5 25-282,0 9 1,1 4 62,0 28-57,-1 2 0,-1 6-58,-2 6 0,-1 2-423,1 3 1,-1 3 394,-3-6 1,-2 4 0,2-7-476,0-8 1,1-1 469,0 6 0,-1 5 0,0-3-52,1 9 1,1-5 50,1-14 0,0-1-3,-2 11 0,0-7-41,-1-20 81,-1-4 10,0-17 29,4-21-12,-1-41-39,4 23 1,1-2-149,0-2 1,1-3 147,1-9 1,0 0-10,0 4 1,0-2 8,0 0 0,1-5 1,-1 2 1,0 9 0,-1 2 0,1-1-6,0-5 1,0 0-1,0 4-4,2-4 0,0 4-12,1 6 1,1 3 858,6-15-861,13 5-23,16 21 23,8 8 0,-16 16 0,1 6-249,-2 6 0,-2 3 249,20 16-72,-12 15 1,-11 8 82,-26-17 0,-5 1 6,14 13 0,-9-3 13,-28-11 1,-11-7-4,6-10 1,-3-4-14,-9 3 0,-4-2 216,2-4 1,0-3-223,4-3 0,0-5-93,5-7 1,3-6-623,-5-17 629,14-9-4827,37 8 1,8 0-3843,3-1 8141,1 6 0,0 3 0,-9 12 0,-5 5 0</inkml:trace>
  <inkml:trace contextRef="#ctx0" brushRef="#br0" timeOffset="2210">4262 3318 23649,'32'-53'132,"1"0"1,-6 10-1,-3 0-31,-7-8 0,-4 1-62,1-9-11,-6 13 0,1-8 0,-2 4-9,-2 4 1,-1 1-3,2-18 0,-2 0 8,-3 22 0,-3 3 14,-6-20 1065,-7 21-1093,-2 14 361,0 13-389,1 13 232,2 18-227,-1 20 15,8-10 0,1 2-57,0 8 0,1 3 54,1 4 0,2 4-2,3-8 0,1 2 0,0-3 5,1 5 0,0-2-9,3 6 0,2-1-14,0-15 1,3-2 2,4 5 1,3 0 16,2-3 0,1-2-9,-1-4 1,3-5-56,12-8 0,2-9 86,18-12-31,-20 2 1,0-5 25,3-17 0,-5-8-6,-11 6 0,-3-3-229,9-13 1,-3-1 231,-10 6 0,-3 1 36,-3 3 1,-1 2 240,0-21-184,-6 23 72,-5 8-117,0 18 632,-1 5-694,-2 12 132,-1 12-126,-2 14 454,3 12-600,4-15 0,2 0-168,2 15-303,3-15 1,2 0-9221,14 15 8984,-5-13 0,0-7 0,-13-27 0</inkml:trace>
  <inkml:trace contextRef="#ctx0" brushRef="#br0" timeOffset="2794">5121 2794 18291,'-1'-3'4576,"0"1"-3372,1 2-1724,-13-28-1508,17 33-7803,-7-16 9009,13 29 0,-1-4 1,-7-10-1</inkml:trace>
  <inkml:trace contextRef="#ctx0" brushRef="#br0" timeOffset="3719">5663 2994 25063,'-31'-29'18,"0"0"1,0 5 0,1 13-14,-14 49 1,7-1-6,8-2 0,2 2-17,-3 16-34,11-15 1,4 0-129,12 19-73,29-10 22,-1-28 1,6-3-824,12-2 1,4-4 719,10-3 0,2-3 236,-17-1 0,1-2 0,0-1 74,0-2 1,-1-1-1,0-2 9,17-4 0,-2-2 34,-7-4 0,-4-3 75,-7 0 0,-3-2 163,-8 1 0,-4-2 212,7-20 51,-16 0 0,-18 1-57,-13 4-122,-12 8-78,-8 7-62,-3 10 947,-1 5-1087,4 12 114,6 5-159,5 14-1,5 7-16,6 9-11,7 3 17,9 0 16,8-6-27,8-6 10,5-10 12,-4-9 56,13-10 5,-9-14 40,11-10 27,-7-12 23,-3-7 51,-4-2 66,-5 3-10,-6 9-79,-5 11-107,-4 11-66,-6 11 5,-5 11 0,-6 12-51,-1 10 23,5 6 6,8 1-28,18-1 16,21-6-352,-6-21 0,5-4 358,7-2 0,3-4 14,5-6 0,0-4-3,0-4 1,-2-4 7,-3-6 1,-3-5-4,-4-4 1,-5-4 14,-3-4 0,-4-5-6,-5-5 0,-5-3-620,-2-6-1,-6-3 630,-4-3 0,-4-1-6,-2 1 0,-4 1-141,-3 7 1,-2 2 179,0 11 1,-1 3 88,-14-13-27,6 24-95,7 14 544,7 17-578,5 16 23,3 23-21,3-11 1,2 2 122,2 10 1,1 2-132,4 8 0,1 1-17,-3-15 1,0 1 0,0 0-51,1 2 0,-1 1 1,0 0-98,1 1 0,-1 0 0,-1 0-369,1-1 1,-1 0-1,0-1-32,3 19 0,1-4-328,-3-6 0,1-5-432,-3-9 1,-1-4-2675,1 9-3987,-9-27 7992,-4-22 0,-1-2 0,1-2 0</inkml:trace>
  <inkml:trace contextRef="#ctx0" brushRef="#br0" timeOffset="4062">6763 3399 17244,'-24'-39'1846,"0"-1"1,-1 0 0,-9-14 0,2 6-939,-8 3-348,8 9-241,12 10-235,9 11-16,18 3-40,18 10-34,26-1-42,-15 5 1,5 1-522,18 1 1,2-1 534,-17 1 1,-1-2-26,18 2 0,-2-2 22,-26-3 1,-2-2 11,5 0 0,-1-3 87,15-11 66,-15-14-49,-18 8 128,-7-11 51,-12 11 83,-4-3 18,-3 2 100,-4 4 649,5 8-990,0 4-17,6 7-107,-1 8 1,2 9-6,0 14-129,8 30 22,-2-15-101,2-8 1,2-1-878,6 13-714,8 10-8021,3-4 8715,-9-23 1,-4-7-1,-10-22 1</inkml:trace>
  <inkml:trace contextRef="#ctx0" brushRef="#br0" timeOffset="4234">7498 2722 22918,'-40'18'-1552,"11"6"1,34-6-1,-1-1 1</inkml:trace>
  <inkml:trace contextRef="#ctx0" brushRef="#br0" timeOffset="4631">7826 2990 24228,'-1'-45'655,"1"0"1,3 7-1,-7 10-431,-46 22-179,21 12-14,-2 4 0,-2 5-15,2 14 1,3 4-28,-14 12-273,17-4 0,8 2 284,20 7 16,6-19 1,3-2-28,17 16-12,1-22 1,6-3-6,9-4 0,4-4 11,1 0 1,2-2-266,7-5 0,-2-5 318,-17-7 1,-3-4 19,12-12 78,-15-20 51,-26-14-95,-14-6-295,-4 25 0,-6 2 230,-5 7 1,-3 3 2,-19-12-12,14 20 1,-4 4 199,2 6 0,-1 3-211,-2 3 1,1 4-51,-1 8 0,4 4 676,-4 13-1007,14 24-452,24-9-685,12-8 1,5 0-1524,4-4 0,4-3 3035,8 3 0,-1-5 0,7 0 0,-17-13 0</inkml:trace>
  <inkml:trace contextRef="#ctx0" brushRef="#br0" timeOffset="4968">8386 3083 22974,'1'-41'1166,"1"0"1,-1 4 0,-1 10-965,-2 22-135,-1 9 90,-4 17 0,0 23-129,2-7-23,3 1 1,3 0-6,10 8-9,-1-10 1,1-1 3,7 1 16,2-4 56,-12-24-45,-5-9 1,0-17 33,-4-36-17,0 7 28,0-3 0,3-1-524,9-7 504,-2 18 1,4 3 8,23-7-216,-1 19 199,18 12-48,-18 15 1,0 4 14,24 4-26,-6 11 0,-2 7-67,-21-5 1,-3 3-222,13 12 0,-3 3-689,-14-3 0,-5 1-558,-5-8 1,-3 0 1554,-3 4 0,-4-3 0,-3-7 0,0 0 0</inkml:trace>
  <inkml:trace contextRef="#ctx0" brushRef="#br0" timeOffset="5172">9943 2677 10046,'0'0'0</inkml:trace>
  <inkml:trace contextRef="#ctx0" brushRef="#br0" timeOffset="5693">9676 2870 18588,'-3'0'5327,"0"0"-3764,3 0-1524,1-45-62,32 27-53,-8-8 1,4 0-685,18 17 0,5 8 342,6-3 1,-1 1 112,-10 1 0,-1 1-90,-3 0 0,-1 1-2804,3 4 1,-4 2-4375,-2 4 7573,13 6 0,-50-7 0,-6-3 0</inkml:trace>
  <inkml:trace contextRef="#ctx0" brushRef="#br0" timeOffset="6052">9953 2917 13551,'-45'16'1618,"0"0"1,-1 0 0,4-1 0,0 1 0,7-2-947,-5 4-67,11 3-27,28-11-242,16 0-190,21-5-130,4-2-13,5-7 0,4-3-1023,-1-2 0,0-2 1022,-1 2 1,0-2-6,3-5 1,-6-1 7,-3-9-1437,-5-23 1415,-22 13 28,-25-18 62,-18 17 25,7 14 0,-2-1 70,-1 1 0,-1 0 73,1 0 0,1 1 286,-15-16-107,12 7 1599,14 10-1890,11 5 1817,15 6-1923,17 6-23,19 11 14,-18 1 0,2 4-274,3 6 1,-1 4 259,-6-4 0,-1 3-23,8 20 1,-6 3-6,-4 4-123,-10 8 0,-9 2-196,-14-24 0,-4-1-925,-6 16 1,-5-1 1271,-8-6 0,-1-6 0,-4 6 0,1-8 0</inkml:trace>
  <inkml:trace contextRef="#ctx0" brushRef="#br0" timeOffset="6636">563 4574 21175,'-40'-2'-50,"-1"0"0,11-8 13,58 2 1,26-2 47,-8 1 0,8-1 0,2 0 1,-2 0-1874,2 0 0,-2 1 1,7-1 1906,-14 1 1,5 0 0,3 0 0,1-1-1,-1 0 1,-2 1 62,2 0 1,-3 0 0,0 0-1,2 0 1,5-1 31,-4 2 0,4-2 0,3 1 0,2-1 0,1 0 1,-2 0-1,-1 1 0,-4 0-257,3 0 1,-4 0 0,-1 0 0,0 1-1,4-1 1,5 0 201,-11 2 0,4-1 0,4 0 0,3 0 0,1-1 0,0 1 0,0-1 0,-2 2 0,-3-1 0,-3 1 0,-6 1-118,7-1 1,-6 1 0,-4 0 0,0 1 0,3 0 0,7-1 73,-9 0 1,3 1 0,4-1 0,2 0-1,2 0 1,0 0 0,0-1 0,0 1-1,-1 1 1,-3-1 0,-2 2-124,6-2 1,-4 2 0,-2-1 0,0 1-1,0 0 1,2 0 0,2 0 0,3-1 110,-5 1 0,3 0 1,3-1-1,1 1 1,2 0-1,0-1 0,0 1 1,1-1-1,-2 1 1,-2 0-1,-1 0 1,-3 0-22,3 0 0,-3 0 0,-2 1 0,-1-1 0,-1 1 0,2-1 0,1 1 0,3-1 0,4 1 2,-10-1 0,3 1 0,3 0 0,3-1 0,1 1 0,1-1 0,1 0 0,0 1 0,-1-1 1,-1 1-1,-1-1 0,-3 1 0,-2 0 0,-4 0 0,-3 0-5,15 0 1,-7 0 0,-4 0-1,-2 0 1,1 0 0,4 0-1,6 0-2,-11 0 0,2 0 0,4 0 0,2 0 0,2-1 0,1 1 0,0 0 0,0-1 0,0 1 0,-1 0 0,-2-1 0,-3 1 0,-2 0-2,6 0 0,-3-1 1,-2 1-1,-1 0 0,-1-1 1,0 1-1,1 0 0,1-1 1,3 1-1,-4 0 0,1-1 0,2 1 0,0 0 0,1-1 0,0 1 0,0-1 0,0 1 0,-1-1 0,1 1 0,-2-1-1,4 1 1,0-1-1,-1 0 1,0 1-1,-1-1 1,1 0 0,0 0-1,0 0 1,1 1-1,0-1-9,-3 0 1,1 0 0,0 0 0,1 0 0,0 1 0,0-1 0,-1 0 0,-1 0 0,0 0 0,-2 1 0,-1-1-46,9 0 0,-2 0 0,-1 0 0,-2 0 0,0 0 0,0 0 1,-2 0-1,1 0-35,2 0 0,1 0 0,-1-1 0,0 1 0,-3 0 0,-2 0 0,-2 0-914,3 0 1,-2 0-1,-3 1 1,-4-1 0,-4 1 1002,17-3 0,-6 1 0,-5 1 0,-7 0 0,-9 0 0</inkml:trace>
  <inkml:trace contextRef="#ctx0" brushRef="#br0" timeOffset="8282">13362 2684 17350,'24'-36'1215,"-1"-1"1,1 1 0,9-13-1,-9 7-179,-19 12-280,-3 4-285,-8-2-242,-6 12-122,-8 9-7,-18 23-49,9 0-12,3 6 0,1 4-426,-12 22 381,15-14 1,1 1 2,4 4 0,3-1 3,4-8 0,3 2 3,6 12 0,7-1-3,18 11-3,-2-17 0,6-2 3,6-12 0,3-5 5,4-2 1,4-4-1574,10-6 1,0-5 1598,-17-1 0,-1-4 27,12-6 1,-3-6-155,5-18 182,-21 11 1,-2-2 8,-4-1 1,-3-2 105,12-25 35,-13 6 4,-11 10 182,-15 12-349,-9 13 3247,-13 11-3298,-6 13 371,-2 11-387,4 12-17,6 6-3376,11 14 3382,11-18-6,16 11-1,14-21 12,18 1 12,11-10-12,4-11 22,-4-16 28,-8-11-5,-12-16 28,-10-10 11,-12-8-272,-12-7 256,-11 0 10,-11 4 0,-8 11 3218,-7 13-3262,-5 15-23,1 11-11,1 15 0,6 10-22,6 13-51,11 10-196,7 10-296,15 7-649,14 2 460,-3-31 1,6-3-255,4-1 0,4-4-163,4-3 1,2-5 254,2-3 0,1-4 524,-3-6 0,1-5-821,2-7 0,-4-4 1879,11-10 20,-17-2 1,-5-2 204,-8 2 726,9-28-531,-15 22-223,3-6 148,-3 9-474,-2 11 2395,-5 9-2864,-2 6 2187,-1 12-2193,2 14-45,1 6-1,1 8 1,0 5-20,0-7 1,0 2-507,2 18 0,-1 3 503,0-5 1,0 1-20,-1 2 0,0 1 5,-1-1 0,0 0 3,0-5 1,-1-2-7,-1-8 1,0-3 5,0 13 34,-2-24-17,-4-26 6,-4-24 5,-9-28 3,7 17 0,-1-5-376,1 1 0,0-4 1,1-1 346,0-4 0,0-1 0,1 1-688,1 6 0,0 0 1,1 1 707,0-16 1,1 3-1,4 14 1,1 4-55,2-17 68,3 6 1,4 0-59,13-6-91,-2 19 1,4 3 123,2 12 1,2 6-15,5 3 1,2 4-4,2 5 1,0 4-1,0 4 1,-1 4-20,-1 4 0,-4 4-3,-5 3 0,-4 4 730,3 31-730,-34-19 1,-8-1 38,-12 12 1317,-10-17 1,-6-5-1323,10-13 0,-2-4-87,-10 2 0,0-2-118,5-3 0,2-4-2320,5-6 1,3-3 961,-2-4-5466,21-22 7040,24 11 0,-2 2 0,1 9 0</inkml:trace>
  <inkml:trace contextRef="#ctx0" brushRef="#br0" timeOffset="8672">14967 2455 15872,'5'-4'4570,"-1"0"-2727,-4 4 599,0 0-2168,-8 16-112,7 3-22,4 29-89,15-5-11,13 11-29,-6-19 17,11 1 17,-7-15 16,7-2 18,-1-10-35,-9-10 220,14-29-169,-21 10 162,13-30 96,-22 17 258,-2-15-287,-4 14-32,-6 2-169,1 19 6,-4 6-85,1 9-16,-10 27-11,-4 15-9,4-5 1,-1 3-299,3-7 0,0 0 281,-6 20 1,0 2-862,2-3 1,0 4 693,2-7 1,0 3 0,1 2-1110,0 4 1,2 2 0,1 1 1284,3-9 0,1 2 0,1-2 0,1-5 0,-2 14 0,1-6 0,4-4 0,0 0 0</inkml:trace>
  <inkml:trace contextRef="#ctx0" brushRef="#br0" timeOffset="9299">17036 2745 17270,'20'-54'1793,"0"0"1,-7 10 0,-3-1 0,-4 8-1396,-7 2 8,-8-22 188,-21 35-354,-4 11-83,-20 4-84,14 14 14,6 9 0,2 5-54,-13 20-993,14-8 1,2 1 965,-1 18-15,18-8 1,4-1 30,8 1-33,6-3 0,8-2 11,12-13 0,6-4 19,1-1 1,2-3-152,9-1 1,0-5 159,-7-11 0,-3-5 0,-3-4 0,-2-5 61,17-29-39,-28 13 1,-4-3-20,-4-4 0,-4-2 8,-1-1 0,-4-2 20,-3 2 0,-2 1 2,-2 3 1,-2 3 39,-15-18-29,-9 18-4,-6 15 1802,-5 16-1859,0 16-34,-1 16-83,3 17-29,22-17 1,3 1-151,-8 23-595,18-9 1,9 0-685,9-14 1,6-2 1563,14 18 0,4-5 0,6-6 0,8-8 0</inkml:trace>
  <inkml:trace contextRef="#ctx0" brushRef="#br0" timeOffset="9504">17778 2651 19787,'7'-63'1934,"0"0"0,-2 6 1,-3 5-1051,-11-4-559,-2 18 224,-9 7-459,9 21-57,-7 14 1,5 30-26,2 12 1,1 6-12,3-12 0,1 3-685,-1 8 0,1 6 0,1-1 574,2-9 0,2 0 0,0 3-770,0-1 1,0 3-1,0 2 1,-1-1-130,1 5 1,0 2-1,-1-1 1,0-1 815,1-3 1,-1-1 0,0-2 0,0-3 0,-1-1-1,1-2 1,0-5 0,-2-5 0,1 1 0</inkml:trace>
  <inkml:trace contextRef="#ctx0" brushRef="#br0" timeOffset="9655">17103 3938 17835,'21'-53'382,"-1"0"1,1 0 0,-1 0-1,4-7 1,0 3 0,1 1-264,3 2 1,1 1-1,1 4-82,-6 11 1,1 4-1,0 1 70,14-13 1,0 3-315,3 3 0,-1 4-82,-8 8 1,1 2-4190,15-10 0,-1 2 4478,-21 14 0,-2 2 0,6-3 0,-4 1 0,-7 5 0</inkml:trace>
  <inkml:trace contextRef="#ctx0" brushRef="#br0" timeOffset="10288">19323 2459 22554,'5'-52'821,"0"-1"0,-3 6 1,-7 10-385,-21 20-118,-13 13-100,-9 18-90,-5 16-2216,19 0 1,3 3 2088,8-10 1,3 2-3,-6 15 0,5 1 640,9 15-640,10-20 0,5 1-6,7-4 0,5-1 6,6-2 0,6-3 6,4-3 0,3-4 5,1-5 0,1-3 8,-1-4 1,0-4 75,27-12 79,-11-18-1134,-28-6 1,-3-4 1043,3-19-20,-12 6 1,-4-3-194,-5 13 0,-2 0 176,0-8 1,-2-1 8,0 6 0,-3 2 976,-2 7 1,-2 4-988,-16-9 151,-8 20-213,-7 20-6,-5 18-33,-1 18-45,24-14 1,3 4 1398,3 2 0,4 1-1727,4 1 1,6 1-334,7-1 0,6-2-566,5-1 1,7-2-1108,6-3 1,5-3 2434,8-2 0,-1-4 0,7 2 0,-4-8 0</inkml:trace>
  <inkml:trace contextRef="#ctx0" brushRef="#br0" timeOffset="10799">19697 2439 20140,'-8'-49'1614,"0"-1"1,1 6 0,2 6-987,4 8-370,3 11-163,6 11-45,9 11-16,12 12-23,10 14-22,-15-8 0,-1 2 8,1 2 0,-2 3-3,2 8 1,-4 1-6,3 13 8,-14-15 0,-5-2 9,-18 1 22,-9 2 22,-11-16 17,-2-14 45,5-16 11,10-8 34,10-8-34,13-3-39,14 0-33,16-1-40,16 3 6,-18 15 0,2 1-12,2 2 1,1 1-6,0 0 0,0 1-385,-3 2 1,-1 0 351,24-6 33,-12-1 39,-11-1-11,-9-4 45,-8-5-45,-8 7 67,-4-7 892,-3 5-909,0 3 101,0-3 6,0 10-22,0 1-113,0 3-61,0 2 11,-2 7-23,2 8 35,-2 12-35,0 9-72,1 6-269,2 10 157,1-16-549,5 10-858,3-19-2872,4 1 4486,0-10 0,-6-8 0,-3-6 0</inkml:trace>
  <inkml:trace contextRef="#ctx0" brushRef="#br0" timeOffset="10971">20510 2143 21388,'-3'-6'3165,"2"2"-3540,1 4-2135,-27 1-5533,26 29 8043,-19-1 0,27 6 0,-2-15 0</inkml:trace>
  <inkml:trace contextRef="#ctx0" brushRef="#br0" timeOffset="11688">20911 2368 21619,'13'-57'808,"1"1"1,-2 8 0,-6 7-328,-18 6 407,-12 15-681,-28 4-162,-4 18-34,21 6 0,0 4 6,-10 15-12,20-4 1,3 3 294,-5 20-308,13-9 0,3 1-4,3 12 9,11-16 1,6-4 13,19 2 17,16-1 50,6-15 208,6-26 100,-11-25-251,-11 0 128,-13-18 14,-15 27-103,1-12 433,-2 11-562,0 5 55,-1 8-111,1 23 5,-1 5-16,6 29 19,-5-4 0,-1 4-3,0 8 1,-1 1-362,1 2 0,-2 3 326,-4-2 0,-1 3 0,-1-5-773,1-7 1,-1-2 744,0 1 0,-1 4 0,-1-1-127,-3-1 0,-1 0 0,-1-5-78,-2-5 1,-2-1 208,-7 21 1,-6-14-48,-15-42 73,9-17-2,15-9 1,4-6 62,6-13 1,5-3-26,0-2 0,3-3-123,4 10 1,2-2-1,3 3 112,9-11 0,3 4-6,-2 10 1,2 2-46,9-2 1,5 3-138,3 5 1,4 3 8,2 1 0,3 1-9,8-1 0,0 3 340,-9 8 1,-1 0-240,-2 1 1,-3 0 49,16-8 239,-26 5 1,-4-2-110,-4-10-23,1-4 340,-21-9-87,-10 13-130,-1-6 1241,-4 8-899,3 7 469,2 5-682,2 2-219,5 11-95,0 0 12,1 10 22,-2 16-22,-1 10-12,-3 17-5,0-1-12,1-9-131,1-9 0,1-1-53,1 1-582,-1 27-4012,12-22 4801,-1-6 0,3-8 0,-6-18 0</inkml:trace>
  <inkml:trace contextRef="#ctx0" brushRef="#br0" timeOffset="11871">21521 2015 23231,'-12'56'-2458,"2"-8"0,10-8 1,0-18-1</inkml:trace>
  <inkml:trace contextRef="#ctx0" brushRef="#br0" timeOffset="12814">21740 2260 25758,'41'12'72,"-8"10"-72,-29 33 0,-2-1 17,-10 1 45,-1-24 27,-7-5 29,3-32 16,5-12-10,6-15 10,11-7 23,7-4-12,9 2-83,4 8-68,3 9 6,0 12-16,2 10-29,-5 12-50,-1 9-157,-4 9-224,-1 5-231,-1 1-222,3 0 386,-2-9-1155,24 0 550,10-15 1002,0-2-118,-18-10 0,-2-4 399,17-13-4,-20 5 1,-1-2 106,-3-2 0,-2-2 518,16-21 179,-20 1-111,-20 6-220,-24 7-150,-22 10-145,-15 6-119,-5 10-72,5 11-79,12 8-34,14 10-5,11 5 6,10-6 521,10 14-488,15-13 30,11 8-30,12-15 34,6-9 28,-2-13 16,-3-11-5,-7-12 34,-7-9 50,-9-3 39,-7 0 0,-6 6-33,-3 9-68,-2 9-100,-1 7-40,-1 11 6,1 7 0,0 12-11,2 8 6,9 5 10,9 3-5,17 0 0,17-2 5,-20-22 1,2-2-239,3-3 0,1-3 244,1-5 1,-1-3-1,-2-6 0,-1-6-11,-3-3 0,-2-5 5,-4-6 1,-3-4-1,-3-6 1,-3-2-12,-2-6 1,-4-2-600,0-6 0,-3-1 605,-1-4 0,-1 0 14,-1-2 0,-2 1-3,-4 3 0,-2 1-104,-2 5 0,-3 4 112,-3 6 1,-3 4 53,-14-17-23,5 21-27,8 16 411,4 23-422,2 19-7,-1 28-2,6-16 0,1 5-30,0 8 0,3 3 14,1-13 0,0 2 0,2 0-30,0 3 0,1 0 0,0 1-95,2 2 0,0 0 0,0 0-292,1 0 1,0-1 0,1 0-1118,1-1 1,0 0 0,0-1 1546,2 12 0,1-5 0,-4-18 0,-1-4 0,3 2 0</inkml:trace>
  <inkml:trace contextRef="#ctx0" brushRef="#br0" timeOffset="14914">25145 2807 18425,'15'-51'798,"-1"0"1,1-1 0,0 1 0,0 0 0,1-5 0,-1 2 0,0 2 0,-5 5-505,0-10 1,-6 6-487,-5 16 0,-3 3 371,-6-9 338,-26 16-360,-13 21-82,2 13 1,-3 7-464,4 2 1,1 5 394,7-1 1,1 4 0,2 1 8,-8 12 1,6 2-11,2 2 0,5 2-1,7-4 1,4 0-1,5-3 1,6-1 0,11 24-99,18-15 110,19-19 0,-2-16 0,3-16 22,-2-20 0,1-10-20,-9 5 1,-1-4-169,12-9 0,0-5 154,-14 3 1,-2-5 0,-3 5-9,-4 5 1,-1 0 3,4-12 1,2-5 0,-2 3-425,-2 0 0,-1 1 430,-3 4 1,0-2 0,-1 3 3,0-5 0,-2 2-3,-2 2 1,-4 5 802,-6 4-839,-4 19 6,-1 12 77,-7 25-72,-4 14 19,2-2 1,0 4-6,-4 18 1,1 4-760,2-2 1,2 0 750,0 1 0,3 1-17,3-1 0,3-1 74,3-11 1,3 0-95,2 8 1,4 1-15,4-7 1,3-3 27,-2-10 0,5-3-61,15 1 0,6-6 33,-10-11 1,2-4 13,17 2 1,1-5 16,-6-8 0,-1-6 20,2-3 0,-2-3 13,-9 2 1,0-2 36,10-11 1,-3-3 44,3-12-103,-17 13 1,-4-1 124,-10-14-11,-25 12-11,-19 11-33,-20 12-7,-8 17 911,28 0 1,1 3-945,-23 22 0,9 8 17,11 6-11,9 4-22,12 2-1,9 0 0,15-3 6,13-7 12,13-11 10,-5-14 795,7-10-716,-3-26 11,4-17-68,-10-1 29,-8-16 177,-18 28-161,-2-22-22,-7 24-27,-2-7-40,-2 20 11,0 8 375,0 10-381,0 1 7,1 19-35,5-4 12,10 13 5,14-8 1,19-3 10,14-7-122,-23-13 1,0-3 121,1-4 1,0-3-3,-1-4 0,-1-5 2,-3-3 1,-1-4 2,-2-5 1,-3-3-12,-3-6 0,-3-2 20,-2-5 0,-4-3-560,-1-6 1,-3-1 544,-1-5 1,-1-1-14,-1-3 0,0-1 0,-1 1 0,0 2 33,1 4 0,-1 3-218,0 8 1,-1 3 217,1-9 18,0 14-130,-2 25 118,-5 36-17,1 19-28,0-3 1,0 7-934,2-6 0,-1 2 0,1-2 888,-1 6 0,1 0-125,0 1 1,1 3-1,-1-3-159,1 4 1,1-2-70,1-10 1,1 2-1,0-3-8,-1 6 1,4-1-2290,7 7 1,4-4 2711,11 6 0,-2-2 0,-7-31 0</inkml:trace>
  <inkml:trace contextRef="#ctx0" brushRef="#br0" timeOffset="15415">26266 2300 22996,'42'-4'3,"0"0"1,1 1 0,1 3-7,14 8 1,-2 1-220,-18-3 1,-1-2 204,9-1 0,-2-3-11,2-11 50,7-7-10,-16-2 232,-4-16-87,-21 11 140,-6-9-34,-20 13 34,-12 6 22,-10 6 216,-4 8-255,0 8-40,3 8-72,4 9-21,2 9-1759,13-6 0,3 0 1645,-6 11-161,10-7 1,2-1 144,5-2 22,9 25 23,8-24 106,11 5 44,6-23 3200,8-18-3261,9-14-5,4-13-74,-23 14 1,-2-1 5,0 1 1,-2 0 55,17-16 416,-10 12-500,-13 10-27,-8 8 10,-7 13-27,-2 11-23,-5 17-61,-5 16-163,1-20 0,-2 1-868,-2 4 1,-1 0-2723,-1 3 0,-1 0 3191,2-4 1,1-3-1,-4 10 1,7-19-1</inkml:trace>
  <inkml:trace contextRef="#ctx0" brushRef="#br0" timeOffset="20255">1570 6415 20262,'1'-47'908,"1"0"1,-1 1 0,0-18 0,1 8-124,5-3-662,-3 26 458,0 8-564,-1 23 154,4 14-154,2 19-1626,-3 3 1,-1 4 1608,1 18-6,-3-9 0,-1 0-102,-4-14 1,-2-1 118,1 7 1,-1-1-1069,-4-1 1,-1-4 1107,-3 9 145,-3-12 16,5-28 2063,-1-16-2208,1-20-27,4-23-105,4 19 1,2-2 72,3-7 1,3-1-4,1-5 1,2 0-4,3-2 1,1 1 0,2 1 0,2 2 2,-1 6 1,2 2 8,5 2 0,0 3-31,8-6-27,16 7 32,-14 29 7,13 12-34,2 18 11,-18 5 0,-2 8 11,-8 0 0,-2 3-102,1 2 1,-6 1 101,-15 6 1,-9 0-125,-7-7 0,-7-1 141,-10 11 0,-9-1 11,3-12 0,-5-2 0,0-2 11,7-6 1,1-3 0,-1-1 6,-2 1 1,-2-2 0,6-3 2895,-21 6-2841,26-14-50,26-9 22,23-1-28,19-3-17,-4 1 0,3 0-243,26-1 229,-16 1 0,2 1-3,-7 0 1,2 2-79,19 2 0,1 0-115,-12 1 0,-2 0-255,5 2 1,-3 0-326,6 3-1915,5-1-4381,-13-4 7075,3-2 0,-20-2 0,-14-1 0</inkml:trace>
  <inkml:trace contextRef="#ctx0" brushRef="#br0" timeOffset="21088">2471 6424 25298,'-27'-19'28,"0"-1"0,1-4-23,57 38-5,13 2-5,-4-8 5,-7-5 17,1-7 11,-11-8 73,1-18 17,-13-1 33,-9-8-78,-9 14 89,-12-2-5,-6 11 33,-18 0-145,12 8 33,-16 10-61,26 10-34,-2 3 17,11 23 0,9-4-33,6 22-79,9-5-146,11 0-182,0-11-244,18 4 15,-11-26 0,4-3 210,0-1 0,3-2 41,9-2 1,0-4 215,-6-9 0,-2-3 169,20-7 192,-21-5 1,-5-2 70,-2-4 299,-6-2 1,-3-3 298,-11-3-27,1-12 158,-12 11-719,0 15 52,-3 4-15,2 12-266,0 12 17,1 15-22,0 21-1,0-14 1,1 3-9,-1 6 0,0 1-506,-2 7 0,0 1 492,-2 5 1,-1 0-12,-1 3 0,-1-1 11,1-3 0,0-3 17,3-13 0,0-2-11,0 27 56,8-43 5,3-6-5,6-33 5,5-22-22,-8 9 0,-2-2-11,0 2 0,-1 1-9,-2-2 1,-2-3-370,-1-5 1,-1-4 0,0 2 376,0-3 1,0-2-6,-1-7 0,1-6 1,-1 7-10,0 14 1,0 4 5,0-13 1,1 3 19,6-7 317,-2 21 1,2 1-351,15-21 22,6 13-45,5 16-17,5 13 0,2 20-11,-2 13 17,-3 17 11,-12 6 1267,-14 1-1223,-21-5 7,-21-7 16,-21-7-367,20-17 0,-3-2 286,-2-2 0,-1-2-115,0-1 1,2-2-382,4-3 0,2-1-2655,-10-8 3193,27-11 0,10 9 0,12-3 0</inkml:trace>
  <inkml:trace contextRef="#ctx0" brushRef="#br0" timeOffset="21655">3535 6477 26038,'25'-55'108,"-1"0"0,0 0 0,-1 1-72,-4 14 1,-2-1-949,-1-5 1,-2-2 930,-2-3 1,-3-1-3,-2 1 0,-3 2-6,-1 12 0,-3 0 14,-6-5 1,-2 5 2,-2 4 574,-24-12-602,17 36 325,-20 21-331,21 4-5,1 13 0,2 7 17,4 21-1214,3-22 0,2 2 1202,4 14 1,2 0 5,0-12 0,1 0-193,1 16 0,2 1 185,0-11 0,1-4-4,5 20-5,-3-30 1,5-3 18,13-6 1,3-4 3,10 10-6,1-17 0,-1-8 11,-3-11-53,-8-4 0,1-3 59,-2-7 0,-3-2-1,-1-1 1,-1-1 5,0-5 1,-3 1 16,-4-8 79,-6-2 134,-8 14 3035,-3 4-3226,-1 9 533,-2 13-577,0 9 163,-1 11-185,-1 13-23,2 8-62,2 4-123,7 3-246,6 0-476,9-1-1009,7-4 62,-4-13 1882,8-2 0,-19-19 0,3 1 0</inkml:trace>
  <inkml:trace contextRef="#ctx0" brushRef="#br0" timeOffset="21837">4385 6011 25825,'-25'-38'-73,"0"0"0,1 4 0,7 16-560,21 38-985,6 18-3956,11 17 5574,1 0 0,-5-18 0,-8-16 0</inkml:trace>
  <inkml:trace contextRef="#ctx0" brushRef="#br0" timeOffset="22305">5044 6175 23808,'-29'-39'534,"0"1"0,-1 4 0,-2 12-186,-29 33-256,29 0 0,0 3-67,3 2 1,1 3-43,-16 25 23,20 4-12,18 1-33,23-2-28,21-6-23,-10-22 0,4-3-644,5-3 1,2-2 612,3-3 0,0-4 17,0-2 1,-1-3 41,-2-3 1,-1-4 41,-4-1 0,-3-3 444,19-17-312,-15-3 235,-16-1-112,-11 1 46,-6 0-7,-4 3 636,-3 1-658,-2 5-28,-2 2-33,1 4-34,4 5-57,1 4-72,1 4 17,-2 8-11,-3 10-17,-5 15 55,-1 10-16,0 8-22,5 9-23,6-19-16,9 11-40,6-19-342,9 6-1209,6-4 1596,4-7 0,-15-11 0,-1-6 0</inkml:trace>
  <inkml:trace contextRef="#ctx0" brushRef="#br0" timeOffset="23121">5299 6289 20514,'37'-49'655,"-1"1"1,-2 4-1,-7 5 796,-13 3-1019,-7 10 69,-12 4-411,-3 12 149,-12 5-172,0 6 0,-14 14-39,4 7 11,-7 18-11,14-8 12,-3 15-12,10-7 312,3 21-334,12-11 0,15 3 22,12-18-6,-1-11 51,7-8 162,1-15-73,2-12 6,3-14 68,-10-14-119,-9 4 107,-3-12 101,-10-2-129,-1 2 0,-3 1-11,-4 24-168,1 11-1,-2 7-10,-4 18 0,-4 11-18,-4 19-16,0 9-106,5 8-34,5-12-639,10-9 1,6 1-5165,15 16 5292,-8-19 1,2-3 0,6-1 0,-11-17-1</inkml:trace>
  <inkml:trace contextRef="#ctx0" brushRef="#br0" timeOffset="23698">6855 6263 16471,'9'-4'6296,"-2"0"-5686,15-29 0,-3-11 225,-14 2-799,14-10 0,-6 1 434,-32 7 11,-6 8-319,-9 12-72,-19 13-90,15 13-6,-19 19 12,32-1 5,3 7 0,2 4-5,3 21-123,6-13 1,4 1 118,9-4 1,5-2-65,2 1 1,4-2 19,3-2 0,4-1 64,4-1 1,4-2-15,3 1 1,1-1-339,2 0 1,1 0 261,-3-2 1,-3 0 276,10 15-282,-27-14-39,-35-14-22,-29-12 44,11-4 0,-1-3 33,5 1 0,-1-3-252,-3-3 1,-2-3 0,3 0-286,1-2 0,2-2-235,-13-7 0,4-1-4996,3-11 5825,25 11 0,13 14 0,5 8 0</inkml:trace>
  <inkml:trace contextRef="#ctx0" brushRef="#br0" timeOffset="24332">7205 6303 19804,'-3'3'2301,"2"0"858,1-3-2912,-11 37 22,19-23-11,-4 26-141,17-34 158,17-13-147,-10-7 1,13-13-17,-15-9-28,-10-8-17,-8-3 1,-14-2-7,-6 8-5,-11 11-5,-6 14 5,-5 11-12,1 15-10,0 12-6,3 14-23,14-7 1,2 2 5,-3 15-5,7-11 0,4 1-315,13 15 309,1-19 0,4 0-6,7-2 1,5-2-4,6-1 1,4-4 5,7-2 0,2-4-448,5-3 1,2-5 467,0-2 0,1-5-15,0-5 1,-3-5 5,-2-4 1,-2-4 2,-4-6 1,-3-4-4,-9 5 0,-3-4-290,5-21 1,-5-6 292,-10 10 1,-4-3-5,-1 2 1,1-4-1,-3 1-424,-3-15 0,-4 0 431,-3 2 0,-4 1 3,0 7 0,-4 3 19,-1 9 1,-1 3 70,-10-17 772,3 22-828,8 16-35,2 27 1,5 4 28,-3 36-51,2 10-183,2-17 1,0 4 165,1 6 1,1 2-31,0 5 0,1 0-33,2-19 0,0-1 0,2 0-194,2 19 0,4-1-241,3-6 1,4-3-444,1-6 1,3-3-608,0-8 0,2-4 1571,20 13 0,-19-22 0,-7-12 0</inkml:trace>
  <inkml:trace contextRef="#ctx0" brushRef="#br0" timeOffset="24482">7793 6331 24391,'-10'-42'322,"1"-1"1,6 5 0,10 7-373,21 19 0,8 8-930,6-1 1,2 2-1357,7 2 1,0 2 1636,-5 2 0,-3 0 0,13 2 1,-26-1-1</inkml:trace>
  <inkml:trace contextRef="#ctx0" brushRef="#br0" timeOffset="24967">1467 7438 13355,'-60'10'236,"0"-1"0,0 1 0,1-1 0,-5 0 1,4 1-1,18-1-236,20 3 1145,77-8-1042,-7-2 1,5-2 120,-11 0 0,2 0 1,1 0-364,4-1 1,2-1 0,1 0 457,6 0 0,1-1 1,2 0-138,-11 0 0,1 0 0,2 0 0,0-1-394,7 0 0,1 0 1,1 0-1,1 0 310,-7 0 1,0 1 0,1-1 0,2 0-1,0 1-242,-6-1 0,2 1 1,0 0-1,1-1 1,0 1-1,1-1 192,-4 1 1,1 0 0,0-1 0,1 1 0,0-1 0,1 1 0,0-1-163,5 0 0,0 0 0,0 0 1,2 0-1,1 0 0,1 0 0,3-1 138,-15 2 0,3-1 0,2 0 0,1 0 0,1 0 0,0-1 0,0 1 0,0 0 0,-2 0 0,-2 0 0,-2 0-67,7 0 0,-4 0 0,-2 1 1,0-1-1,0 0 0,1 0 0,2 0 1,3 0 44,-7 1 0,2-1 1,2 0-1,1 0 0,2 0 1,-1 0-1,1 0 0,0 0 1,-1 0-1,-2 0 0,-2 1 1,-1-1-14,8 1 0,-2-1 0,-2 1 0,-1 0 1,0-1-1,0 1 0,2 0 0,2 0-19,-4 0 0,0 0 1,2 0-1,1 0 1,0-1-1,1 1 0,-1 0 1,0 0-1,0 0 1,-1 0-70,3 1 1,0-1 0,0 0-1,-1 0 1,0 1 0,1-1-1,-1 0 1,1 1 0,1 0-462,-5-1 0,1 1 1,1 0-1,1 0 1,-1 0-1,-1 0 1,0 0-1,-1 0 1,-3 0-1,-1 0 560,6 0 0,-2 0 0,-1 1 0,-2-1 0,-1 0 0,-1 0 0,-1 1 0,13-1 0,1 0 0,-3 0 0,-5 1 0,-10-1 0,0 1 0,-1-1 0</inkml:trace>
  <inkml:trace contextRef="#ctx0" brushRef="#br0" timeOffset="25555">9056 5993 22856,'-3'-38'588,"0"0"0,-12-17-123,-32 74-258,2 7-1190,18-7 1,1 2 1032,-6 8 660,4 6-654,16-2 316,3-7-182,23 6 13,10-23-41,20-5 1030,-9-10-1013,9-15 162,-9-15-61,-3-12-218,-10 6 44,-18-6-61,-8 27 34,-16-14-68,0 18-73,-11-1 1,10 15-589,-10 23-11,16-3-2756,-9 31 3417,18 4 0,0-17 0,5 0 0</inkml:trace>
  <inkml:trace contextRef="#ctx0" brushRef="#br0" timeOffset="25872">9014 6504 23763,'14'34'288,"1"1"1,15 19 221,11-48 78,-9-10-330,-12-3 173,-4-14 135,-9-17-269,-2-5-101,-8-11-84,-8 12-129,-7 9-62,0 13-2105,-23 10 2184,10 13 0,-2-1 0,16 4 0</inkml:trace>
  <inkml:trace contextRef="#ctx0" brushRef="#br0" timeOffset="37105">6382 9822 15149,'0'-50'1850,"0"-1"0,0 2 0,0 13-1665,0 28-106,0 1-113,0 9-112,0 3 734,2 18-190,0-1-101,0 14 0,1 6-235,-2-7 0,1 1-254,0 8 0,1 1 270,-1 4 1,1 0 33,2 5 0,1 2-34,1 4 1,0 2-507,-1-14 0,0 1 0,0 0 502,0-5 1,0 0 0,-1 0-3,1 3 1,-1 1 0,0-1-26,1 10 1,-1 3 25,-1-13 0,-1 4 0,1 1 0,-1-2-3,0 3 1,-1-1 0,1 3-396,0 2 0,0 5 0,0 2 1,-1-3 357,1-4 1,-1-1 0,0-1-1,0 2-572,0 2 1,0 2-1,0-1 1,-1-2 550,1-9 1,0-3 0,-1 1-1,0 4 19,1 5 1,-2 5-1,1 2 0,0-4 1,-1-5-247,1-1 1,0-6 0,-1 6 242,-1-4 1,0 7 0,0 4 0,0 0 0,0-3 0,-1-5 3,-2 13 0,0-5 0,-2 3-176,2-12 0,-1 5 0,0 0 0,0-2 0,0-4 144,-2 5 0,0-5 0,-2 5-181,-2 5 1,-2 5-1,-1-1 1,2-9-294,0-1 1,0-1-1985,1-6 0,-2 6 1,0-2-1,2-11 2207,-2 7 1,0-6 0,10-32 0</inkml:trace>
  <inkml:trace contextRef="#ctx0" brushRef="#br0" timeOffset="38538">6439 9555 7638,'-4'1'1910,"0"-1"902,4 0-1675,20 33-101,3-20-359,26 23-279,7-31-579,-21-3 1,2-1 342,5-2 1,2 0-60,6-2 1,1 0-20,6-1 0,2-2-340,-17 2 0,1-1 0,1 0 340,3 0 0,1 0 0,1 0-566,3-1 0,0 0 0,1-1 569,3 1 1,1 0 0,1-1 18,2 0 1,0-1-1,2 1-49,-14 1 1,0 0-1,0 0 1,1 0-22,1 0 0,0-1 1,0 1-1,0-1-5,2 1 0,1-1 0,-1 0 0,-2 1-18,4-1 0,-2 0 0,4-1 26,3 1 0,4-2 0,1 1 1,-4 0 6,-1 0 1,-4 1 0,3-1-29,-8 2 0,2-1 1,0 0-1,-1 1 23,11-2 0,-2 0 0,0 0 22,-2 0 1,0 1 0,0 0-25,-1 0 0,0-1 0,0 1-6,4 0 1,-1 0 0,-3 1-280,4-1 1,-5 1 278,-6 2 1,-3 0 0,-7 0 0,-1 1 259,-5-1 1,-1 2-109,25-2-56,-4 0-56,-6 3 762,-6 1-790,-7 3 1817,-8 3-1834,-8 3 896,-6 2-829,-5 1 6,-3-1 16,-2 1-27,-1 2-17,-1 0-17,2 2 0,0 4 16,5 12-60,-2-7 72,5 18 16,0-5-10,3 18-45,-6-25 0,0 1-296,0 4 1,0 1 367,-1 2 1,1 1 19,0 4 0,-1 0-11,0 5 1,0 1-18,0 4 0,-1 1-604,-1 3 1,0 1 547,0 3 0,-1 1-27,-2-20 0,0 1 1,0-1-13,0 1 1,-1 0 0,1 0-2,-1 1 0,0 0 1,0 0 4,0-1 1,-1 1 0,1 0-12,0 1 0,0 1 1,0-1-1,-1 1 1,1 0-1,0 2-2,-1 11 1,1 3 0,0-4-685,0 4 0,0-1 673,0-2 1,-1 3-1,1-3-3,-1 3 1,0-1 8,0-10 0,0 3 0,0 0 2,0-1 0,0 0 0,0 0 1,0-1 1,0-1 0,0 0 7,0-1 0,-1 0 1,-1-1-5,1-2 1,-1 0-1,0 0 2,0-2 1,-1 0-1,0 0 6,0-1 0,-1-1 0,1-1-12,-1 7 0,-1 0 8,1-3 0,-2 3 0,0-3-414,-1 1 0,-1 0 408,1-3 1,-1 3 0,-1-2-6,-4 8 0,-2-3 3,0 0 0,-2 0-3,-1-3 0,0-2-4,0-1 1,-2-1 0,2-4 0,-1-1-3,0-1 1,0-2-4,-1-2 1,1 0 428,-1-3 1,-2-1-421,0-1 0,-1-3 512,-1 0 1,-1-1-513,-2-1 0,-3-1 0,-2 0 0,-2-1 11,-4 2 0,-2-2-22,-4 0 0,-1-1-5,-5 1 0,-1-2-1,-4 0 0,0-1 9,-3-1 0,-1-1 10,-2-1 1,1-2-336,-2 0 0,1-2 325,19-5 1,0-1 0,-1 0-3,0-1 1,-1-1 0,0-1-6,-3 0 0,0-1 0,-1-1-458,-2 0 1,-2 0 0,0-1 474,-2-1 0,-1 0 0,-2-1 5,3-1 0,-2 0 0,1-1 0,3 1-7,-1-1 0,4 1 0,-2-1-2,-6-2 0,-2 0 0,0 1-6,0-1 1,1 1 0,1 0-31,7 1 1,2 0 0,-3-1-68,-1 1 0,-2-1 0,-2 1 0,4 0-258,-6 0 1,3 0 0,0 1-385,0 0 1,0 0-1,1 0-1049,-2 2 0,1-1 0,1 1 1796,7 0 0,1 0 0,3 0 0,-2 1 0,6 0 0,-6 0 0</inkml:trace>
  <inkml:trace contextRef="#ctx0" brushRef="#br0" timeOffset="40025">6377 9696 15070,'10'-35'398,"0"0"0,7-18 117,-13 61 275,3 12-432,0 4 309,1 37-415,-4-4-563,-2-13 0,1 2 392,-2-2 0,1 0 9,0 2 0,0 1-12,1 2 1,0 1 10,0 1 1,0 0 22,1 1 0,0 1 39,0 1 0,0 0 0,1 2 1,0 1-568,2 0 1,-1 0 459,2 2 1,-1 1-608,1 2 1,0 0 588,-2-19 0,-1 1 0,0-2-9,1 8 0,-1 2 52,0-2 0,-2 4 0,1-3 62,-2 2 1,0 0-22,-1-2 0,1 3 1,-1-2 31,-1 11 1,-1-2-37,0 1 1,0 0-18,-1 3 1,-1-3-53,2-13 0,-2 1 24,1-2 1,0 3 0,0-3-1,0 3 1,0 0-14,0-3 1,0 3-1,1-2 39,-2 10 0,1-2 14,-1 2 0,-1-2-59,2-13 0,-1 0 21,-2-1 0,0 2 1,-1-2-395,0 2 0,0-1 355,-1-2 1,1 2-1,-1-1 7,-1 8 0,0-2 2,1-1 1,-1-1-20,3-11 0,0-1 127,-2 15 0,1-1-113,2-17 0,1 0 11,-1 14 1,0-1-7,2-12 1,1-1 844,-1 27-833,5-6-11,2-3-12,4-6 1209,1-2-1197,0-7 1004,-1-5-1005,-2-4 528,0-5-494,-2-1 17,-1 0-67,0-7 33,0 4 1,0-6-1,1 4 12,2-1-1,1 2-16,0-1-6,2 0-5,-2 1 0,0-2 5,0-1-6,-2-1 12,1-4 34,1 0 16,3-2 11,4 2-11,6-1-11,4 2-39,4 0-11,1 0 6,1 1 10,2 0-28,-6-1 23,18 6 0,-9-3-39,22 4-719,2-5 371,-24-7 0,1-2-957,6 0 0,0-3 1299,9-2 0,-3 0 0,7-1 0,-7-2 0</inkml:trace>
  <inkml:trace contextRef="#ctx0" brushRef="#br0" timeOffset="57209">7038 15826 21366,'-3'-39'1789,"-1"-1"1,-5-23-1768,7 62-44,-1 13 50,2 5 17,1 34-48,0-6 0,0 4-741,0 4 0,0 4 341,0 1 0,0 4 0,1-4 5,-1-4 1,1-1-294,1-4 0,1 2 0,0-6-670,3-7 1,1-2 439,2 2 0,1-2-547,8 9 186,-7-24 190,-8-25 733,-16-34 611,1 0 465,0-1 0,-2-4-163,3 3 1,0 0-237,-2-15 0,-1-3 122,6 17 1,-1-2-1,2 1-56,-1-2 1,2 0 0,-1 0-29,2 1 1,0-1 0,0 0-51,1 0 0,0 1 1,0 1 65,0-20 0,1 1-53,1 3 1,2 4-197,0 14 1,2 1 102,4-2 1,3 5-125,6 4-80,6-3-11,15 26 0,-1 18-33,22 12 5,-30-2 0,-1 5-3,0 3 1,-2 4 99,-3 3 0,-5 3-86,-3 1 1,-6 0 27,-7-1 1,-7 0 13,-5-2 0,-6-2 0,-8-1 1,-5-4-15,-3-1 1,-2-3-1,-7-2 1,1-3-113,-11 3-1031,2-15-4196,43-26 5317,9-6 0,3 4 0,5 5 0</inkml:trace>
  <inkml:trace contextRef="#ctx0" brushRef="#br0" timeOffset="57768">7503 15412 24228,'10'20'101,"24"13"-107,-7-12 1,17 8-40,-15-10-5,-4 1-6,1 8 44,-12-3 63,-15-2 22,-13-6 61,-10-6 90,-4-6 62,3-8-6,6-3-78,10-7-191,5 2-51,11-9-33,13 0-16,18-9 7,-12 12 1,3 0-14,4 0 0,0 0 39,2-1 0,-1 1-103,-3 2 0,0-1 182,17-12 38,-16 5 74,-16 3 44,-10 6 17,-7 4 57,-4 2 27,-1 1 312,1 2-346,2 2-140,2 1-178,1 2 44,0 4 16,1 8-16,3 11-39,1 12-4053,3 21 3593,-4-16-1304,-1 22-4008,-5-25 5839,1 0 0,-2-15 0,2-13 0</inkml:trace>
  <inkml:trace contextRef="#ctx0" brushRef="#br0" timeOffset="57943">8093 15126 23573,'-15'10'-1572,"5"3"1,25 19 0,-6-12 0</inkml:trace>
  <inkml:trace contextRef="#ctx0" brushRef="#br0" timeOffset="59476">8352 15355 18229,'0'-6'4358,"0"2"-2224,0 4-2140,16-21-16,-8 25-6,15-2-6,-11 45 34,-3 2 34,-1 4-17,-6-23 95,-2-6 151,-3-16 56,-4-9-240,2-5 67,-2-20-40,4-5-78,1-16 6,6-3 16,1 9 129,17-17-162,-7 30-17,8-8-33,-5 24 27,1 7-5,9 1-6,19 11-5,-5 7-1,0 3 12,-10 14-28,-14-1 11,-2 1-23,-8 20 51,-8-28 118,-3 14-56,-1-31 44,0-9-67,3-14-5,5-17 16,6-9-27,8-5-40,1 10 67,12-5-33,-15 26-28,11-7-23,-14 19-33,5 3 22,-5 5-67,8 10-151,0 6-270,7 11-279,3 2-4114,11 6 4316,-12-13-562,16-2-115,-3-20 900,2-10 443,-14-4 0,-3-3 135,6-10 1018,-5-15 1,-3-3-297,-8 1-485,-3 2 1,-2 1 372,-9 7-208,-8 9-413,0 9 3431,-17 7-3572,-1 12 6,-13 7-34,10 4-67,-8 20 50,19-15-22,-8 21-17,17-6 34,7-1 6,9 0 10,9-17 29,2-9 22,3-12-17,3-14 45,0-9 129,-3-9 28,-6-1-23,-8 2-89,-6 8 252,-3-1-258,-1 16 106,-1-2-201,0 10-100,-1 2-52,-1 12 124,1 0-5,0 9-12,1-2-5,5 18 16,1-13-1710,14 7 1,7-2 1692,22-6 6,-14-4 1,0-4-1,23-14 17,-18-12 6,-7-10 22,-11-11 28,-9-9-6,-7-9-44,-5-5-1,-1 0 29,0 3-17,1 16-34,4-4 28,1 20 3409,2-3-3437,1 13 12,-2 7 5,1 0 0,6 15-6,-1 5-5,7 18 0,-2 5-23,-4-5 34,9 17-34,-3-20-94,11 11-124,-1-18-118,2-11-72,1-9 72,1-15 196,0-11 135,-3-14 62,-6-6 77,-7-1 108,-8 5 66,-5 7 40,-4 11-68,-3 7-134,1 8-185,-1 2 40,2 10 27,4 5 12,1 11 5,7 5-6,4 3-16,7-2 0,7-5-11,6-10 5,4-8 28,1-16-5,-2-10-6,-9-4 22,-5-2 236,-1-23 5,-12 16 28,4-19-11,-13 27-28,-3 8-118,0 8-122,0 4-12,0 28 11,-3 13-9,1-3 1,-1 5-583,-2 7 0,-1 2 476,-2 10 0,0 2-294,1-14 1,1 1 0,0 0-1833,0 4 1,0 1 0,1-1 1798,1-5 1,1-1-1,0-3 1,1 3 0,0-6-1,2 4 1</inkml:trace>
  <inkml:trace contextRef="#ctx0" brushRef="#br0" timeOffset="60610">11359 15134 19348,'-4'-44'1363,"1"0"1,0-1 0,-2-13 0,-1 9-719,-3 16-356,1 16-272,3 10-57,3 10 51,2 13 3,1 14-8,3 18-23,1 12-194,-3-27 1,0-1 210,0 32 23,-2-11 61,-7-13-23,2-20 46,-10-12-40,4-24-6,-3-15-16,4-22-347,6 19 0,3-2 305,3-5 0,3 0 8,1 0 0,3 0 3,3 3 0,2 2 20,14-21 33,-5 19-45,-8 18 341,-7 11-363,-3 7-11,4 9 22,18 16-16,-5-1-1,-1 0 1,2 3 7,1 2 1,0-1-14,16 18-1348,-16-18 1,1-3 1363,23 10-2256,-5-14 2290,0 1-314,-12-32 286,-22-2 17,3-30 6,-10 0 16,0-18 1029,-3 29 0,0 0-1057,0-5 0,0 2 3112,-2-11-3122,3 0 643,1 34-739,2 3-28,5 10-280,9 7-483,13 9-357,11 7-324,10 4-559,4-1 244,4-6 147,1-6 587,0-8 789,-6-5 673,-7-8 700,-11-6 571,-12-7 135,-9-5-157,-8 0-280,-9 0-314,-5 4 8,-7 5-630,-4 7-156,-12 17-157,7 12-34,-3 8-11,10 4 34,3 20-40,6-6 9,5-13 0,2 0-426,14 15 417,2-14 17,16-3-11,-3-17 51,9-2 33,-1-16-5,-3-14 128,0-23-112,-13 8 101,-4-19 395,-14 16-479,-7-12 11,-8-2-84,-1 16-55,-1 8-96,6 18-101,5 9-818,-2 20 196,4-3-2279,1 25-2475,11-11 5589,12 7 0,-8-17 0,3-7 0</inkml:trace>
  <inkml:trace contextRef="#ctx0" brushRef="#br0" timeOffset="61366">12932 14770 16112,'3'-5'6716,"0"1"-6148,7-28 1,0-7-121,-4 14-90,4-18 1,-6 1 106,-15 24-202,-14 1-39,-27 14-140,-4 17-56,-2 7-8,22 3 0,4 5-23,10-2 0,1 2-569,-2 4 1,2 1 554,0 17-50,25-11 61,7-21-16,22 3 16,24-20 23,6-12-262,-24-2 1,-2-6 272,-7-4 0,-4-3 0,13-21-9,-20 15 1,-3-6 19,-3-17 0,-3-4 3,-1 9 0,-1 0-3,-1-8 1,-2 2 66,-3 20 0,-1 5 186,-1-4-141,-1 5 1178,-1 12-1307,0 12-37,-1 2-2,2 7 0,0 21 12,1-5 576,-1 34-583,4-2-30,0-17 0,1 3-409,4 9 1,4 1 248,1-9 1,2-2 89,-2-1 0,4-2-227,14-5 0,2-5 149,9-7 127,17 3 35,-17-33 40,-7-11 4,-2-5 47,4-15 32,-12 6 106,6-17-117,-14 21 852,-2-1-802,-13 28-89,-6 6-12,-7 13-16,-2 3-6,-7 15-5,9 7 11,5-1-23,7-3-16,21-10 44,2-14 1,13-6 5,-2-17 44,-3-12-38,-9-1 50,-3-12 101,-13-3-12,-8 1 1,-8 0-28,-16 20-118,7 11-6,-4 10 28,-2 21-5,3 9-34,-8 20 1,9 4-29,7 6-73,6 3-2027,7-1 588,5-13 930,3-16 1,0-2 0,-1-10 0,5 12-1</inkml:trace>
  <inkml:trace contextRef="#ctx0" brushRef="#br0" timeOffset="64652">7266 10293 19389,'-42'8'682,"0"1"0,0-1 0,-17 4 0,19-4-643,37-8 101,9 0 191,16-1-96,30-4-207,-12 1 0,5-1-1456,13-2 0,2 1 1380,-9 0 0,3 0-204,-1 2 0,4 0 0,-4 1-535,2 0 0,-1 2-365,-4 0 0,3 0 0,-3 2-3764,6 2 1,-5 1 4122,-15 0 1,-3 0 0,11 3 0,-34-5 0</inkml:trace>
  <inkml:trace contextRef="#ctx0" brushRef="#br0" timeOffset="64892">7112 11132 17585,'-4'1'622,"1"0"2223,3-1-2604,87-25-303,-33 11 1,4-1-829,-11 3 0,1-1 1,2 0 474,9-1 1,2 0 0,-3 1-735,-12 4 1,-2 0 0,3 1-1601,12-3 1,3 1 0,-1 0 2430,-8 2 1,-1 0-1,-4 2 1,4-1 0,-8 1-1,7 1 1</inkml:trace>
  <inkml:trace contextRef="#ctx0" brushRef="#br0" timeOffset="65135">7227 11701 19070,'-5'0'812,"1"0"-347,4 0-420,105-55-1959,-57 37 1,6 1 1661,-6-2 0,7-3 0,2 0 0,-2 4-426,-7 5 0,0 2 1,0 1-1,2 1-1372,10-1 0,3 0 0,0 1 0,-4 1 1821,2 1 1,-3 0 0,-2 1-1,-5 1 1,-2 1 0,-8 1-1,5 3 1</inkml:trace>
  <inkml:trace contextRef="#ctx0" brushRef="#br0" timeOffset="65342">7341 12297 21971,'49'-14'-485,"0"1"0,0-1 0,7-1 0,1 0 0,2-1-550,-9 3 0,1-1 0,1 0 0,0 1-1423,1 1 0,1 1 1,-1 0-1,-2 1 2435,9 0 0,-3 1 1,-4 1-1,0 1 1,-7 2-1,1 3 0</inkml:trace>
  <inkml:trace contextRef="#ctx0" brushRef="#br0" timeOffset="65559">7290 12878 20436,'47'-2'-267,"1"-1"0,6-2 1,3-3-173,-11-3 0,2-3 0,0 0-1334,1 1 0,1 1 1,0 0-502,-2 3 0,-1 0 0,-1 1 1700,11-1 1,-6 2 0,11 1-1,-34 5 1</inkml:trace>
  <inkml:trace contextRef="#ctx0" brushRef="#br0" timeOffset="65742">7078 13508 22988,'49'-13'-58,"0"0"0,0 1 1,1-1-1,7-2 1,3-2-1,-1 1 1,-3 0-2289,4-1 0,-3-1 0,0 1 1235,0 0 0,0-1 1,-2 2 1110,-9 2 0,-2 0 0,-7 3 0,10-3 0,-2 1 0</inkml:trace>
  <inkml:trace contextRef="#ctx0" brushRef="#br0" timeOffset="71368">12715 5797 14773,'-58'6'1137,"0"-1"0,0 2 0,3 5-540,11 6 0,2 4-804,-3 3 1,-1 2 390,0 5 1,3 2-630,3 4 1,3 2 455,6 1 0,5 3-53,8 8 0,7 0 253,4-18 0,6 1-421,17 15 0,7-6 14,10-11-394,5-5 0,6-5 58,-9-13 0,1-4-205,9 1 1,2-1-43,-3-7 0,1-3-36,1-4 1,-2-3 595,13-8 476,-26 4 1,-4 0 402,-5-3 1680,-3-2-872,-11 5-2550,-14 3 1704,0 6 1007,-11 1-683,7 4-357,0 1-415,5 0 212,5-2-218,9-1 3297,13-6-3426,17-6-22,19-8-12,-23 8 1,3-2 2,11-12 1,-1-2-466,-13 9 0,-2-3 457,13-16 0,-4-5 6,-17 9 0,-3-2 2,4-11 0,-2-3 6,-4 0 0,-4 0 0,-4 2 0,-4-1 6,-4-3 0,-3 3-9,-1 17 0,-3 2 14,-3-7 0,-3 3 43,-8-1 10,-4-2-11,2 10-78,3 13-38,-1 16 87,4 9 24,-10 28-20,2 13 24,8-13 0,0 4-55,1 5 1,2 4-11,4-7 1,2 3 0,0-3 14,-1 3 0,2 1-17,2 17 1,4-1-25,3-25 1,4-1-14,2 6 0,7-1-304,20 1 0,4-6 327,-15-14 0,0-4 6,14 2 1,1-8 12,14-15-282,-2-14 314,-23 3 0,-1-4 4,-5-5 1,-4-2-3,-3-3 0,-4-1 54,3-26-16,-9 5 19,-10 9-2233,-7 8 2147,1 15 346,-3 7-430,6 12 52,0 17-9,3-1 276,-1 25-227,5 7-34,2 4-148,0-21 0,1 0 97,4 7 2673,7 6-7411,12-11 4806,-3-6 0,-2-7 0,-12-16 0</inkml:trace>
  <inkml:trace contextRef="#ctx0" brushRef="#br0" timeOffset="71559">13762 5699 15782,'-2'-6'3114,"0"0"-1534,2 6-1634,0 0-1086,0-34-767,5 35 1906,10-8 1,-6 22 0,6 10 0</inkml:trace>
  <inkml:trace contextRef="#ctx0" brushRef="#br0" timeOffset="72550">14061 5885 18007,'-3'0'4038,"1"0"-2531,2 0-1496,22-8-33,-8 4 4,31-10 6,-11 2 18,8-6-45,-5-4-3364,-8-3 3363,-11 4 96,-6-9 0,-8 12-33,-5-4 5,-11 9 5,-8 7 7,-12 1 66,-18 9-44,5 7 3358,1 2-3392,10 9-23,14 9-5,6-4-11,9 31-6,11-29-48,6 7 1,4-1-36,5-4-57,3-2 0,3-2-381,19 2-118,-7-13 1,4-2-11,-6-5 0,1-3-504,8-5 1,-2-3 228,13-8 218,-25-3 1,0-3 478,-3-6 0,-3-3 471,0 0 1,-1-1 242,-1-7 1,-3 0 856,0-21 95,-10 4-22,-7 8-347,-7 7-392,-2 12-342,-5 11-218,0 12-67,-1 7 597,-4 26-586,6 1 55,-3 20-77,7-4-12,6-2 28,4-5-5,2-9 33,1-11 291,-3-11 73,-1-9-257,3-15-3488,4-12 3354,0-3-1079,12-30 1095,-2 15-128,-6 13 1,2 0 116,13-7-39,0 10-6,-8 12 2730,3 7-2747,4 15 1675,-2 8-1653,6 14-22,-8 6 12,-7-6 361,7 7-340,5-5 1,4-4 6,12-6-35,0-20 18,8-16 5,-25 0 0,0-3 14,2-4 1,-2-4 16,0-4 0,-1-3-12,-3-4 1,-2-3-577,-2-5 1,-2-1 564,-2-2 1,-2-1 8,-3 0 0,-1 0-104,-3 4 0,-3 1 151,-3 4 1,-2 3 92,-10-24-73,-1 21 90,-8 9-174,7 22-16,0 4 96,3 25-5,4 16-57,-1 20-27,6-23 1,2 1 119,2 3 0,2-1-190,8 23-143,3-17 0,4 0-44,-3-13 0,1-2-146,9 12 0,3-1-137,-4-12 1,1-3-118,0-3 1,0-2-2300,26 4 2947,-2-13 1,-24-7-1,-5-4 1</inkml:trace>
  <inkml:trace contextRef="#ctx0" brushRef="#br0" timeOffset="72784">15380 5537 17048,'-8'0'2392,"2"0"223,6 0-257,0 0-2218,54-21-56,9 12-967,-7-4 1,5 0 893,-7 7 1,0 3-10,-3-1 1,-1 0 74,-5 1 0,-1 1-195,-6 1 1,-2 0-538,23 0-549,-17 5-908,-19 3-4274,-22 8 6386,-15 2 0,2-6 0,-1-2 0</inkml:trace>
  <inkml:trace contextRef="#ctx0" brushRef="#br0" timeOffset="73183">12576 6678 11315,'-58'16'771,"0"1"0,0 0 1,0-1-1,5 0 1,0-1-1,1-1 1,3 0-407,-5 0 1,4 0 0,1-2-482,-15 5 0,5-2 284,11-3 0,4-1 56,-17 3 1121,31-6-964,37-11 123,42-11-269,1 0 0,8-1-733,-4 2 1,5-2 0,3 0 539,-4 2 0,2-1 0,3 1 0,1 0-30,-5 1 0,1 0 1,1 0-1,2 1 1,0-1-258,-6 3 0,1-1 0,1 0 1,1 1-1,0-1 0,0 1 248,-6 1 0,0 0 0,1 0 1,0 0-1,0 1 0,1-1 1,-1 1-133,1-1 0,0 1 1,0 0-1,1 0 1,-1 0-1,1 1 1,-1-1 127,-1 0 0,1 0 0,-1 0 0,1 0 1,-1 1-1,0-1 0,0 0-189,7-1 0,0 1 1,-1-1-1,1 1 1,-1-1-1,-1 0 156,-2 1 1,-1-1-1,0 1 1,0-1-1,-1 1 1,0 0-22,7-2 1,-1 0 0,0 1 0,-1-1 0,-1 1-3,-4 0 0,0 1 0,-1-1 0,-2 1 0,-2 0 20,-2 0 1,-2 0-1,-1 1 1,1-1-326,9-1 1,3 0 0,-4 1-1,-7 0-1573,-5 2 0,-3 0 1935,20-3 0,-11 1 0,-35 6 0,-13 1 0</inkml:trace>
  <inkml:trace contextRef="#ctx0" brushRef="#br0" timeOffset="74940">11582 6587 12315,'-55'10'861,"0"-1"0,0 0 0,0 0 0,0 5 1,-4 1-1,1 3 0,2 1 0,6 0-658,-2 8 1,6 1 0,-4 3-1520,-2 0 0,-4 4 1,0 0-1,6-1 1366,3-2 1,5-1-1,-1 2 34,-4 6 0,1 2 0,0 2-318,4 2 0,0 2 0,3-1 286,4-8 0,2-1 1,-3 4-23,3-3 1,-2 4 0,-2 2 0,1-2 0,1-3 107,-6 6 0,1-3 1,-3 1-282,7-6 1,-4 2-1,0 1 1,0-1 0,2-4 175,-8 8 1,2-4 0,-2 1 98,5-5 0,-1 0 0,0 0 0,4-2-114,0 1 1,3-2 0,0 2 298,-6 8 1,0 3-1,5-1-328,1 12 0,7-2 8,7-12 0,8-2 9,13 19-12,14-19 1702,5 1-1696,2-1-28,-3-8 0,-2-1 0,1 4 2543,6 13-2386,-17-25 6,-4-16 1811,-1 0-2052,-7-24-12,-5-7 40,-4-10-9,-1-3 0,-1-3 70,-4-13-515,2 10 1,0 2 592,-2-2-71,-11 3 89,0 13-18,-10-4-33,2 2 23,1-5-40,16 10 0,5-7-33,14 14-1,3-5 1,3 9 1829,1 4-1840,0 7 127,0 3-49,-2 8-23,2 1 17,-6 16-16,-4 5-35,-7 24 18,4-2-269,2 1 308,20 0-34,5-26 1,4-1 4,2 1 1,3-2-9,10 3 1,2-4-1,-3-8 1,1-2 7,8-2 1,-1-2-11,14 3-12,2-3 1,-25-6 44,-8-2 17,-3-1 134,-12-1 130,-10-1 436,0 0-555,-8 0-252,-5-2 23,-14 1 11,-10-1 29,-14 3-7,-10 1-229,27 0 1,0-1 226,-2 1 0,2 0-3,-18 0 22,-9 0 23,15-3-28,13-5 0,-1-2 16,4-5 1,0-2-20,2-3 0,3-3-229,-10-17 221,15 5-1,8-1 12,2 1 454,2 3-466,2 9-33,3 15-117,1 4 341,1 2-240,1 4 49,10 14 1,4 6-6,6 7 0,0-2 11,17 14-6,-15-20 1,1 1-9,-1 0 1,0-1 2,3 1 0,-1-2 67,18 4-6,-14-15 1,3-3 8,12-9 0,1-5-45,-10 0 0,1-4-569,15-14 0,0-5 533,-9 4 0,-3 0 8,1 0 0,1-2-600,4-3 0,4-4 0,-8 6-1951,8-6 1949,-1 1 0,-9 6 0,-32 23 1,-3 1-1</inkml:trace>
  <inkml:trace contextRef="#ctx0" brushRef="#br0" timeOffset="86059">11166 7462 13161,'2'-4'2256,"-1"0"2047,-1 4-3895,-26-24-312,10 24 94,-38-5-56,6 42-89,4-4 0,-2 3-588,14-10 0,-1 1 498,-15 12 0,0 2-146,18-15 1,1 1-350,-7 6 0,-1 1-539,4-2 1,1-1-731,3-3 0,0-1-365,3-4 0,1-2-884,-19 8 3002,8-15 56,7-19 0,9-15 902,10-15 1058,5-10 599,10-6 852,6-10-2374,-1 19 861,4-5-302,-9 30-240,2-6-1019,-3 15-185,8 7-102,-1 7 23,19 17-45,14 8-82,-10-9 1,4 2-1018,10 2 1,4 1 217,-11-9 0,1 1 0,2-1 853,10 2 0,1 0 0,-5-2 0,-3-1 0,-4-2 0,0-2 0,-1 0 0</inkml:trace>
  <inkml:trace contextRef="#ctx0" brushRef="#br0" timeOffset="90190">8399 10410 17966,'-39'-25'678,"12"2"-656,33 14 34,19-6-22,1 3-1,17-6-10,0 2-7,-9 5-3390,17-4 3391,-25 9 39,24-3-62,-26 7 6,3 2 17,-4 8 0,-12-2 16,10 10 29,0 5 3375,3 4-3398,7 10 6,-2 0 11,1 7-11,2 3 16,-2 6-218,-2 1 213,-4 4-11,-5 2 11,-5 2 33,-2 0 34,-3 2-19,-4-24 0,1 0-43,1 15-16,0-15 0,-1-1 33,4 13-36,-3-18 0,-1 1-3,1-1 1,-1-1 66,6 30-50,-4-14 14,-2-15 0,-1-1 25,1 11-16,5 16-1,0-14-16,2-4-29,-2-11 29,8 9-17,-8-15 16,4 9 85,-8-11 123,-3-2 72,-6-1-15,-6-2 178,-6-1-313,-10-2-96,-19-1-73,9-4-16,-12-1-6,-14-1-101,2 0-291,16-2 1,-3 1-481,6 1 1,-1-1 479,-5 0 1,3 0 0,-5 1 0,5-2 0</inkml:trace>
  <inkml:trace contextRef="#ctx0" brushRef="#br0" timeOffset="91988">8177 12074 10343,'-43'-23'1065,"0"1"1,0 0 0,-11-7-1,5 7-785,-11 16-719,28 9 0,-2 3 638,-5 3 0,-2 3-446,-13 6 1,-3 6 367,8 2 0,-3 4 1,1 1-584,5-1 1,1 1 0,0 0 535,1 1 1,0 0 0,1 2 106,3 1 0,1 1 1,3 0-376,-3 9 1,2 3 405,9-8 1,1 2 0,2 1-23,5 0 1,3 1 0,3 3-511,2 11 0,3 3 0,4 0 376,2-7 0,3 0 0,2-1-39,-1 0 0,1 1 0,3-2-44,4-2 1,2 0 0,2-4 56,7 10 1,4-1-7,-3-12 1,3 1-1,2-2-6,2-4 1,3-2 0,2-2-21,2-3 0,3-2 1,1-3 6,2-3 1,2-3-1,1-2-7,2-2 0,1-3 1,0-2 144,2-2 0,-1-2 1,1-2-150,-1 0 1,0-2-1,2-3-19,5-4 1,2-3 0,-4-1 18,1 1 1,-1-5 8,-8-4 1,1-4 0,-5-3-1,-2-8 0,-4-5-1,-5 5 0,0-2 0,-1-3 7,-1-2 0,-1-3 1,-2 0 21,0-3 1,-1-1 0,0-3 15,-4 3 1,0-3 0,-1 1-1,-1 2-21,-1 1 0,-1 3 1,0-4 24,-1 0 1,1-3 0,-1 0 0,-3 3 60,2-17 0,-3 1-40,-2 11 1,-2-3 0,-1 1-21,-2 3 0,-1 1 1,-4-2 10,-6-4 1,-4-2-1,-3 4-18,-1 9 0,-2 3 0,-3 1-17,-9-18 0,-7 7 2,-11 13 1,-6 9-37,4 12 1,-4 4-40,9 3 0,-3 1 1,-4 5-738,-2 7 0,-5 4 0,0 3 1,5-1-226,5-2 1,3 1-1,-1 2-1846,-14 7 0,-2 2 1,11-1 2852,20-3 0,7-1 0,-5 1 0,13-6 0</inkml:trace>
  <inkml:trace contextRef="#ctx0" brushRef="#br0" timeOffset="112488">10996 9252 15564,'-3'0'2088,"1"0"-1421,2 0-314,15-51-236,-2 25-22,7-16 1,5-4-460,1 14 0,4-1 412,5-7 1,5-5-1,-1 2-562,-10 10 0,-1 2 0,2-3 522,6-5 1,2-3-1,2-1 1,-3 2-850,3-2 1,-1 2-1,-1 0 846,1 0 1,0 0 0,4-1 20,1-1 1,3-2 0,1 1 0,-4 4-344,-3 3 1,-3 3 0,2-2 331,0 1 1,2-2-1,0 0 1,-5 2 0,-2 3 1,-3 2 0,-3 0 19,6-6 1,-5 2 22,-10 6 0,-3 3 2,-1-7 348,-10 3-348,-14 5 947,-4 1-1098,-13 0 45,3 11 2667,-26 6-2639,6 12 17,-20 9 1586,7 11-1569,2 7 39,1 2-3,23-14 0,0 0 3,-8 7 96,-5 3 60,23-18 175,1-2 49,8-6-212,6-4-196,4-4 302,16-12-313,12-6-17,-3 4 0,4 0-3,5 0 0,4 1-11,18-2 0,1 1-525,-18 6 1,1 1 521,18-1 0,-3 4-33,3 6-142,-25 4 0,-2 3 113,15 13-44,-17 11-140,-12 10-258,-14 11-1258,-13 9-349,0-26 0,-1 1 1692,-1-4 1,0-2 0,-5 10 0,7-19 0</inkml:trace>
  <inkml:trace contextRef="#ctx0" brushRef="#br0" timeOffset="114122">13058 8120 13261,'-6'-7'3899,"1"2"-3180,-27-13 1,-11 3 193,-1 12-860,-1-12 1,0 6 80,3 39-27,18 20-1103,10-10 0,1 5 1010,0 11 0,2 5-577,4-14 0,1 2 1,0 1 427,0 6 1,1 2 0,0 1-161,1-12 1,1 1 0,-1 1 0,2 0-223,-1 1 1,1 0-1,0 1 1,1-1-75,0 14 1,0 0 0,1-3 398,1-7 0,1-1 0,1-5 418,1 9 1,0-7 2311,0 13-1788,-6-39 813,-18-18-1041,-10-22-97,-16-15-207,21 6 1,1-5-1205,-3-16 0,4-4 1008,7 15 1,3-2-37,0-20 0,6 0 114,11 18 1,5 0-188,2-9 0,5-1-19,6 2 0,5 1 27,-3 9 1,4 1-1,-2 2 348,3-2 1,1 2-346,14-12 0,0 2-19,-13 17 0,0 3-173,8-7 0,2 1 122,8-3 0,1 1 109,-7 6 1,-1 1 28,-2 1 0,-1 1 10,-4 4 1,-3 0 53,12-9 2816,2-3-2474,-12 4 117,-16 11 230,-8 4-252,-9 9 683,-3 4-1115,-8 8 516,-9 11-487,-12 15-60,9-7 1,0 2-31,-8 12-20,13-12 1,4 1-54,6 3 62,8 7 84,19-7-23,6-16-16,6-6 50,4-17 39,-4-10 28,8-13 12,-4-13-12,-17 12 0,-3 0-22,5-12 146,-3-12 111,-13 23 34,-2-2 118,-4 2-247,-2 11-162,-1 4 17,0 9-214,3 5-16,-2 5 96,-2 11 60,-7 24-44,0 6-33,-1 3-12,4-12-5,8 11 16,3-22-22,11 22 34,4-36 16,4 1 6,7-16 17,7-22-23,-4 4-14,-4-6 1,-2-3 47,2-8-28,6-8 39,-14 6 23,-10 14 134,-1-6-129,-6 13-3229,-2 2 3195,0 13-5,0 1-313,0 4 240,2 18 6,3 2-17,5 20 11,0-10-6,5 7-83,5-1 3408,-3-6-3682,8 8-634,-7-18-1764,5 0 2778,7-8 0,-15-6 0,1-5 0</inkml:trace>
  <inkml:trace contextRef="#ctx0" brushRef="#br0" timeOffset="114306">13903 7920 15233,'-5'-4'5086,"1"1"-4633,4 3-1041,0 0-3556,-38 21 4144,28 3 0,-27 2 0,37-9 0</inkml:trace>
  <inkml:trace contextRef="#ctx0" brushRef="#br0" timeOffset="115563">14178 8468 24564,'-3'-54'153,"1"0"0,-2 10 0,4 1-63,11-8 0,2 1-1226,-4 8 0,-2-1 1141,1 2 1,0-4 0,-2 1 16,1-12 0,-2 1-215,-2 2 1,0 3 206,-2 13 0,-2 2 291,-6-4 0,-2 5-215,-11-1-23,-11-4-61,9 25-79,-6 19 62,18 5-17,-5 12 1073,13 18-1062,4-3 1,1 2-21,1 4 1,1 3-163,3-2 1,1 3 0,0-5 156,0-1 0,2-2-84,6 14 0,4-2-173,-6-22 1,1-3 68,5 7 1,2-2-88,1-5 1,1-3-653,28 11-235,8-16 658,-29-14 0,1-4 159,1-4 1,1-3 209,-2-1 1,0-1 126,15-10 195,3-9 242,-29 10 139,2-6 57,-21 7 1439,-9 0-1372,-3-2 473,-3 1-569,1 0-106,3 3-95,2 2-62,1 2-39,2 3-89,-1 4-57,2 2-95,0 1-44,1 1 111,0 0 152,-1 0-107,1 0 152,0 0-124,-2-1-123,-2-2 11,-2 1-33,1-1-23,0 2 11,0 6-5,-5 6 22,0 2-22,-7 16 0,8-6 45,-2 12-46,8-4 1,9 0 11,1-8-11,21 11-45,4-13-62,24 7-325,-24-20 1,2-2 218,4-1 0,1-3-193,3-3 0,1-2-202,1-3 0,-2-1 212,-8-1 1,0-1-3109,13-8 0,-3-1-1229,12-8 1512,-19 7 1,-1 0 2122,8-9 1109,-9 2 0,-8 0 0,-5 0 1728,-5-2 3245,-2-2-990,-6-1-2432,-3 6 4955,-6-13-5302,-6 14-396,-8-11-276,-6 13-135,-6 6-106,-4 6-173,5 6 117,-19 15-145,12 5-6,-16 16-17,11 3-33,6 4-29,5 2-27,11 3 5,10-1-5,17-3 38,15-8 29,16-9-34,11-12 1,-9-10 16,-11-9 0,-2-5 22,9-17-268,-13 6 1,-2-4 264,-8-1 1,-3-4 5,-3-6 0,-2-3-8,-2-6 0,-2-4-581,-2-3 0,-1-1 603,-1 0 1,0 1 19,-1 5 0,0 2-158,-2 8 0,-2 3 362,-4-20 6,-6 17-62,2 15 282,1 11-517,4 11 1172,0 16-1161,-1 21 6,-2 28-40,3-19 1,2 4-528,0 9 0,1 4 242,3-16 0,0 2 0,2-1-658,2 3 1,1 0 0,3 0 965,4 3 0,2 1 0,-1-5 0,-1-5 0,0-4 0,4-5 0,-1 0 0</inkml:trace>
  <inkml:trace contextRef="#ctx0" brushRef="#br0" timeOffset="144155">15587 9639 16740,'29'52'761,"-19"-12"1,-2 7 0,-2-2-2339,-4 2 0,-3 3 1631,0-2 1,-1 7 0,0 2 0,-2-3 42,-2 5 0,-1-3 0,-2 5-18,1-6 1,-1 4-1,-1 2 1,1-1 0,0-5-386,0-2 0,1-5 1,-1 1-1,0 5 340,-1 1 1,-1 6-1,0 3 1,-1-1 0,1-4-1,1-7-275,0 4 0,1-8 0,-2 6 266,1 2 1,-2 6 0,0 2 0,0-1 0,2-5-3,0-7 1,2-5 0,-1 1 0,0 3-5,0 5 0,0 5 0,-1 1 0,1-1 0,0-5-9,1-5 0,0-4 0,1 1 0,0 3-34,-1 9 1,1 5-1,0 2 1,0-4-1,2-9-66,1-8 1,1-6-1,0 4-316,0 14 0,0 6 0,0-1 0,2-8-932,2-2 0,2-3 1338,3 7 0,2 4 0,-1-11 0,3 6 0,-1-19 0,0 1 0</inkml:trace>
  <inkml:trace contextRef="#ctx0" brushRef="#br0" timeOffset="145112">16219 9706 5755,'58'0'307,"0"0"0,0 0 0,7 0 0,0 0 0,-5 1-204,0 0 1,-1 0-574,-9 0 1,2 0 0,2 0 597,-7 1 1,2-1 0,0 1 0,-1-1-598,10 1 0,-2-1 0,0 0 545,-3 1 1,1-1 0,-1 0 44,-2 0 0,0 0 1,-1 0-44,12 0 1,0-1 5,-10 1 0,2-1 0,3 0-387,-7 0 1,2 0 0,0-1 0,-1 1 350,10-2 1,-2 0 0,0 1-26,-1-1 1,-1 0 0,0 0 105,-4-1 0,0 0 0,-3-1 120,9 0 1,0 1-112,-13 0 0,2 0 0,-1 0 127,1 1 0,-1 0 0,-2 0 516,4 0 1,-2 1-648,-3 1 1,-5 2-29,-5 2 1167,-12 6-931,-9 3 124,1 12-332,-5-5 196,0 28-246,-7-22 2853,1 33-2823,-5-21 1,0 1-54,0 4 1,-1 3-522,-3 16 0,0 0 507,2-16 1,-2-1 50,-1 17 0,0 1-66,1-11 1,0 3-3,0 1 0,1 3 0,0 0-505,1-7 0,0-1 1,1 2 492,0 8 1,0 3 0,1-2-6,2-5 0,0-1 0,0-2-2,1-10 0,-1-1 0,1 3 126,-2 5 0,1 3 1,-1 1-1,0-7-28,-2 7 1,-1 0-61,0-5 0,-1 5 0,-2 2 0,0-6-1,-2-3 1,-1-3 0,-2 2 42,-1 2 0,-2 3 0,0 1 0,0-3 13,-3 7 1,-1-3-1,0-1-59,1-3 0,-1-2 0,-1-1 35,1-5 0,-1-1 1,0-2-88,-6 7 1,-3 0 76,-1-1 1,-3 1 0,2-3 556,-2 1 0,-3-1-577,-8-1 0,-6 1 1,4-7-350,11-12 1,-1-2 322,-11 3 0,-6 3 0,-2-4 0,0-5 1,-2-3-1,2 0-11,8-2 0,2 0 0,-6-1 17,2-2 0,-6 1 1,-3-1-1,2 0 1,4-2-319,-8 1 1,3-2 0,-1 0 297,8 0 0,-2-1 0,-1 0 0,-3 0 9,-2-1 0,-3-1 0,-2 0 0,2 0 0,5-1-253,6-1 1,4 0 0,0-1 0,-3 1 231,-2 0 1,-2 0 0,-1 0 0,0 0 0,3-1-29,-2 0 1,1 0 0,2-1 0,1 0-175,-8 0 1,2-1-1,0 1-71,0 0 1,1 0 0,-3-1-2184,2-2 0,-5-1 1,3 0-1,7-1 1816,1 1 1,4 0 0,-21-3 0,11-1 0,36 4 0</inkml:trace>
  <inkml:trace contextRef="#ctx0" brushRef="#br0" timeOffset="145813">22080 10171 7447,'14'-54'3159,"-1"1"0,3-2 0,0 7-2111,0 8 476,1 1-1099,-15 33-190,0 2-279,-2 5 290,0 11 342,-2 35-471,0-13 1,-1 2-461,0 4 1,0 3 404,-4 16 0,-2 4-34,2-10 0,-1 3 0,1-2-409,0-9 0,1-1 0,-1 4 382,-1 9 0,0 6 1,-1 1-1,2-6-591,1-8 0,1-4 0,-1 3 611,0 2 0,0 4 0,0-1 0,1-4-14,1-4 1,0-4-1,0 1 10,0 7 0,0 1 0,1 1-59,1 7 1,1 2 0,0-4-4,0-14 1,-1-2-1,1 2-127,1 17 0,0 4 1,1-8-403,0-13 0,0-5 19,0 1 0,0-1-1625,1-2 1,0-2 2179,2 2 0,0-8 0,-2-16 0</inkml:trace>
  <inkml:trace contextRef="#ctx0" brushRef="#br0" timeOffset="146624">22650 9554 3381,'38'-22'718,"0"1"0,-1 0 1,20-9-1,-4 4-559,-20 13 1,1 2 358,22-5 0,2 0-232,-13 5 0,1 0-126,-1 0 1,4-1 0,-1 2-23,-4 0 0,-1 1 0,0 0-67,5 0 0,0 0 0,-1 0-43,10-2 0,2 0 64,-14 3 1,4 0-1,2 0 1,-2 1-917,13-1 0,0 1 0,-1 0 878,0 0 0,1-1 1,0 1 22,-12 2 0,1 0 0,-1 1 0,-4 1 441,13 0 0,-4 0-446,0 1 1,0 0 5,0 0 1,-1 3 392,-14 2 0,-2 1-468,-3 1 0,-2 1 30,21 14 689,-30 4-515,-8 4 3015,-4 8-3004,-1 6-33,-2 7 1056,-3-6-961,-3-2 0,0 1-51,-2 6 160,-1 14 1,-1 1-138,-3-4-411,-1-14 0,-2 6 1,0-3 284,-1-2 0,0 0-35,0-1 1,-1 3 0,1-4-31,0 2 1,1-1 52,0 10 1,2 4 3,2 3 0,1 2-83,1-20 0,0 1 1,1 2-8,1 6 0,0 3 0,1-2-12,1-7 1,0-1 0,0 1 3,1 3 1,0 0 0,-1 1 10,1 1 1,-2 0 0,1 1-546,-2 0 0,0 1 1,-1 0 591,-1 0 0,-1 0 1,-1-1 33,-1 0 0,0 1 0,-1-1-13,-1-1 0,-2 0 0,1 1-2,-2-1 0,0 1 0,-1-1-406,0 1 0,-2-1 0,1 0 354,-2 0 0,0 0 0,-1 0-25,0-1 1,0 0-1,-1 1-5,1-2 0,0 1 0,0-1 2,0 0 0,1 0 0,0 0 3,2 0 1,-1-1-1,2-2-6,-3 9 0,1 0 16,-1-4 0,-1 2 0,0-3 4,-5 2 0,-1-2-19,5-10 0,0 0 0,-3 0 72,-7 2 1,-3 0 0,0-5-425,-6 2 1,-2-3 378,-5 9 0,-4-1 85,5-14 0,-3-1 0,-1-3-101,0-3 0,0-2 1,0 0 85,1 0 1,-1 1-1,0-1-109,-7 1 1,-2-2 0,4-2 4,0-1 1,1 0-1,-11 4 1,-1 1-7,5-3 1,1 0 247,4 0 1,1-1-422,5-2 1,1-1-962,2-2 1,2-3-4235,-17 3 5032,4-8 0,33-5 0,1-1 0</inkml:trace>
  <inkml:trace contextRef="#ctx0" brushRef="#br0" timeOffset="147521">21947 11908 16717,'1'-38'588,"0"1"0,0-24-661,1 64 314,3 8 28,2 13-11,2 20-155,-5-14 1,-1 4-1680,-1 18 1,0 2 1617,-1-16 0,0 1 59,-1 21 0,0 0-301,0-20 0,1 0 320,1 11 1,0 1 16,0-2 0,1 1 11,0-1 1,-1 0-4,-1 0 1,0 1 2,-3-1 1,-2 1-15,-1 1 1,-1 0-1,-3 0 1,-2 0-18,0-1 1,-1 0-23,0 0 0,0-2-6,1-1 1,0-1 3,2-1 0,1-1-4,2-3 1,0 1-9,3-2 0,1-1-143,2-1 1,1 0 133,2-1 1,1-1-25,2 0 0,1-1-4,6 18 26,-3-18 0,1-1 54,1 11-49,-4-14 1,1 0 30,2 17-22,1-3-11,2-3-6,6-3 40,9-3 38,14-5-86,-12-18 0,3-3 1081,9-2 1,3-3-1105,9-2 1,2-4 5,4-4 0,1-3 0,0-3 0,-1-2-42,-2-5 0,-2-3-34,-1-2 1,-2-2-88,0-2 1,-1-2-211,-15 9 0,-1-1 0,0-1-584,2 1 0,-1-1 1,1 1 914,5-4 0,0 0 0,-4 3 0,-4 2 0,-2 1 0,-3 2 0,0-1 0</inkml:trace>
  <inkml:trace contextRef="#ctx0" brushRef="#br0" timeOffset="152165">22320 9576 12662,'-29'16'815,"-1"1"0,-18 9-37,47-26-122,-4 3-426,-2 1 369,-14 7-314,8-5 667,-10 3-526,17-7-12,4-2-26,23-11-181,29-13-157,-7 4 1,6-1-1190,6-1 1,5-2 0,-3 2 1119,-12 6 1,-3 0-1,4 0-98,4-1 1,4-1 0,0 1 0,-3 2-1196,-2 2 0,-4 2 1,3 0 1311,-2 0 0,4 0 0,-2 0 0,-4 1 0,9-2 0,-5 2 0,-5 2 0,0 0 0</inkml:trace>
  <inkml:trace contextRef="#ctx0" brushRef="#br0" timeOffset="153091">28546 9651 10338,'2'-54'1501,"1"1"0,-1 0 0,0 5 0,1 1 0,-1 9-420,1-1-319,-1 11-538,0 12-146,-2 8-324,0 11 436,0 15 34,-3 44-1711,-1-5 1507,1-13 0,-1 2 33,-1 4 0,-2 3 8,0 1 1,-2 5 0,-1 1-13,3-13 0,0 2 0,-1 0 0,1 2-489,-1-3 1,0 3-1,-1 0 1,1 0-1,0-1 501,-1 7 1,0 0 0,0-1 0,1 1-34,-1 2 0,0 0 0,1 0 0,-1 1-525,1 1 0,-1 2 0,1-1 0,1-3 504,0-10 0,1-2 0,0 0 0,0 2 1,-1 7 1,0 1-1,0 1 1,1 2-294,0-5 1,1 1 0,0 1 0,0-1 0,0-3 277,0-2 0,1-2 0,-1-1 0,1 4-97,-1 5 1,0 6-1,-1 0 1,2-4-1,-1-10 20,1 6 0,-1-4-43,-1 2 0,-2 4 0,-2-1-1826,-2-7 0,-1-1 0,-1-2 1953,2-3 0,0-2 0,-1-2 0,-4 12 0,1-9 0,2-13 0</inkml:trace>
  <inkml:trace contextRef="#ctx0" brushRef="#br0" timeOffset="154709">28535 9232 8780,'46'12'2291,"-7"-2"-2067,-2-9 0,3-2-193,-4 0 0,1 0-1029,20 0 0,3 0 1012,-2-1 0,0 0 14,6-1 0,-2 1-6,-11 1 1,0-1 107,0 1 1,4 1 0,-3-1 138,5 0 0,0 0-575,-2 1 0,4-1 0,-2 0 505,-7 0 1,-1 0 0,1-1-60,2 1 0,1 0 0,1-1-49,2 1 1,0 0-1,1 0-48,2 0 0,1 0 0,0 0-25,2 0 1,-1 0 0,1 0 1,1 0 1,0 0 0,0 0-277,0 0 0,-1 1 1,1-1 258,-2 0 1,0 0 0,-1 1 37,-3-1 0,0 0 0,-2 0-214,-3 0 1,-2 1 0,0-1 323,-6 1 1,0-1-1,-3 1 222,13-1 1,-4 0-192,-10 2 0,-3 0 53,12 3 1330,-21 5-1206,-16 7 1619,-9 6-1855,-6 6 1326,0 7-1415,-3 7 10,1 7-4,-1 4 55,-3 7 58,2-29 0,0 1-8,-2 1 1,-1 0 50,-1 2 1,-1 0-18,0 1 0,-1 1-45,0 4 1,-1 0-46,0 3 1,0 1-477,1 2 0,0 2 440,1 3 1,0 1-1,2 2 0,2 1-8,0 2 0,3 1-9,1 1 0,1 1-5,2 1 0,1 1-366,1-20 1,0-1 0,0 1 373,1 2 0,-1-1 1,0 1 17,0 1 1,0 0 0,0 2 33,-2 11 1,-1 3 0,0-5-36,0 5 0,-1 0 1,-2-5 1,0 3 0,-2-3-663,-2 2 0,-1-1 674,1-10 0,0 3 0,-1 0 0,-1-1 0,0 1 0,-1-1-8,-1 0 1,0 0 0,0-1-14,-1-1 1,-1 0 0,1-1-212,-1-1 0,0 0 1,0-1 191,-1-1 1,0-1 0,0 0 3,0-1 1,-1-1 0,1 0-4,-1 0 0,-1-1 0,0 0-2,-1 0 0,0-2 0,-2 1 0,1-2 0,-2 0 0,1 0-3,-13 15 0,-1-1-6,0-3 1,-1-1 0,1-2 0,0-2-12,9-10 0,-1 0 3,-10 12 1,1 0 4,13-17 1,0 1 122,-8 12 1,-1 0-134,10-10 0,1-2 10,1 1 1,0-1-6,1-1 1,0 0-7,1 1 1,1-1 8,-1 0 0,1-1-3,-15 25 0,2-4 804,3-5-815,4-4 1490,3-4-1473,4-5 1232,5-7-1226,4-7 559,3-8-532,2-3 76,1-4 232,1-1-291,-7-3-55,-4-4-1,-14-6-34,-9-6 1,-12-5 11,18 9 0,-2-1-368,-4-1 1,-1-2 364,-5-2 0,0 0 8,6 4 1,-2 0 3,-5-3 0,-3-1 0,1 1 2,-11-4 0,-1 1-436,1 0 0,-4-1 1,0 2 435,4 3 0,1 1 0,-2 1-528,-1-1 1,-2 1 0,1 0 538,-1 1 0,0 1 1,1-1-9,1 1 1,1 0 0,1 1-2,4 0 0,1 0 0,1 1 1,6 1 1,1 0 0,2 0-112,-9-3 1,4 0 51,10 3 0,3 0-101,-11-6 482,17 3-470,11 3 38,6-1 107,4 4 1110,2-2-1099,1 4 1958,-1-1-1908,-1-5 240,-1 1-262,-3-9-39,2 7 22,-1-5-22,3 7 0,-2-5 11,1 0 17,0-8-22,0 7-6,0-5 28,-3-11-11,1-1 11,-3-26-9,4 16 1,1 0-213,1 11 0,1-1 218,-1-24 0,2-2-622,1 16 1,2 0 652,-1-11 0,1-1-14,0 5 0,0 2-1408,-1 0 1,0 4 1393,-3-10 11,-3 0-140,-4 33-221,-4-2-3173,-1 7 3157,2 5 0,5 6 0,4 3 0</inkml:trace>
  <inkml:trace contextRef="#ctx0" brushRef="#br0" timeOffset="156499">16765 13192 13911,'-1'-46'1282,"1"0"1,-1 0 0,0-14 0,1 3-485,0 16 0,0 5 361,-2-15-581,0 22-735,-1 16-118,1 28 370,2 7-39,0 11 1,-1 8-29,-2 8 0,-3 6-874,0-7 1,-1 7 0,0 1 0,-1-4 839,1 2 0,-1-3 1,-2 6-46,1 0 1,-3 7-1,0 2 1,1-3-1,1-8-357,2-8 0,1-5 0,-1 3 349,-1 11 0,-1 6 0,0 0 1,1-8 4,0 9 1,1-5 43,1-12 1,0 0 0,-1-1-13,-3 12 0,-3-3 64,-11 2 0,-2-6-17,11-20 0,-2-3 11,-7 2 1,-1-7 125,-10-16-27,-1-14-23,-10-13-50,23-3 0,3-4 89,-9-25 2793,7-2-2428,12 0-304,8 30 1783,-2-11-1715,4 25-329,0 3-35,1 3-39,4 10 146,11 9-23,15 11 11,-1-5 0,5 1-3,-1-2 1,1 0-4,1-1 1,-1-2-6,2-1 0,-1-3-6,16 5 6,8 0-56,-7-5-5,-22-6-359,6-10-1009,-11-12-2564,13-12 3993,9-12 0,-21 16 0,0 3 0</inkml:trace>
  <inkml:trace contextRef="#ctx0" brushRef="#br0" timeOffset="157034">16871 15264 12426,'-53'-21'588,"0"-1"0,9 2 0,4 7 2409,-10 23-2695,20 4 1,1 2-163,-19 12 281,6 5 1,2 3-332,-1 13-82,16-20 1,3 1 2,-1 22 714,26-8-686,14-3 28,26-5-36,-12-26 0,3-3-12,7-2 1,0-1 687,-5-2 1,-1 0-714,9 1 1,0 0-18,16 9 23,-26-5 0,-3 4 62,10 21 612,-30 0-618,-15 2 28,-19-12 0,-8-2-42,3-5 0,-3-3-3,-14 7 1,-3-3-29,4-7 0,1-3-212,2-4 0,1-3 28,-18-7-990,29-11 1,6-7-3302,7-23 4464,14 9 0,5 1 0,2-2 0,14 6 0</inkml:trace>
  <inkml:trace contextRef="#ctx0" brushRef="#br0" timeOffset="158158">16976 15388 20694,'-6'33'1686,"11"-13"-1350,35-41-257,-10 1 83,17-17 17,-22 9-67,-1 0 179,-7-3 208,-11 5-359,-1 5 173,-12-2-156,-1 14-90,-3 0 17,0 6-50,-3 4-34,-1 7-6,0 1-10,-8 23-18,7-2 6,-3 18-17,11-2 6,7-9-98,8-6 0,4 0-362,17 13-201,-4-13 1,3-2 122,17 7-2084,-1-18 0,1-4 1938,4-3-305,6-7 1,3-5 126,-25-6 0,-1-4 615,14-4 1,0-4 140,-12-3 1,-2-1 382,-1-1 0,-2-1 344,-4 2 1,-3-1 234,0-4 1,-4 0-285,5-8 491,-2-13-492,-13 27 3442,-1-10-2696,-3 8 210,-5 3-1146,-3 4 341,-4 12-655,-5 5-11,-5 10 11,2 3-17,-19 29-5,10-1-204,7-10 1,0 1 169,-3 27-5,9 0-23,11-4-6,15-9 17,12-11 0,15-16 45,11-11 0,7-16-5,-10-4 21,-12-7 1,0-4-348,9-12 364,-14 10 1,-2-2 45,5-12-12,-14 12 106,-8 1 487,-9 10-520,-5 3-84,-3 5-50,-5 9 385,-2 8-402,2 1 22,-3 20-39,7-5 0,2 12 11,13-8 11,9-2 18,13-6-24,10-9 18,4-7 33,-1-12 6,-6-8 33,-8-11 23,-8-7 39,-10-5 1,-6-3-29,-10-3 28,-6 2-17,-8 1-11,-4 6 11,0 9-44,0 8-23,2 8-90,3 6-22,1 8 45,-1 10-90,-4 12-5,4 2-718,-5 26-487,15-12-840,5 18-1327,21-14-1355,20-10 54,13-10 1713,8-13 3066,-1-16 0,-5-10 0,-5-11 0,-7-4 1747,-8-2-391,-7 1-583,-9 4-375,-6 3-297,-5 4-1222,-3 6 1177,-3 5 1,0 3 0,-1 3 0</inkml:trace>
  <inkml:trace contextRef="#ctx0" brushRef="#br0" timeOffset="159259">18607 15311 7918,'2'-9'9830,"0"2"-6722,-2 7-1399,0 0-1003,5-48-208,-4 33-184,4-35-202,-5 46-336,0 3 229,0 15 68,1 9-34,-1 21-11,0-9 0,-1-1-5,-2 16-15,0-14 0,-1-1-8,-1 5 12,-1 4 32,1-13 91,1-13 262,3-10-5,0-10-268,3-10-63,4-14-44,5-14-23,6-10 29,5-4-21,-6 24 1,1 1 9,7-9-12,7-2-28,-14 23 11,-3 5-17,1 5 12,3 15 22,-5 0-28,12 16-56,-8 2-84,4 11-179,1 2-157,4-2-40,6-4-290,18-7 554,-15-12-174,16-9 190,-17-17 180,18-15 157,-9-8-475,-3-1 637,-10-4-105,-9 3 178,2-9 73,-5 2 118,-3 7 33,-7 8-124,-3 12-206,-10 8 306,-7 7-502,-28 20-86,10-2 91,1 4 1,-1 3-7,-10 17-19,17-14 0,0 1-2,-11 25-24,15-6-44,19-4 68,8-19-35,29-8 51,-14-18 11,27-16 34,-4-24-17,-10 4 25,-8-5 1,-5-3-696,-6-3 678,-4-1 1,-1-3 2,-8 14 0,-2-1 70,1-15 1,-1 0-52,0 18 1,-2 2 214,-2-8 0,0 7-128,-1 14 91,-3-5-130,3 23-207,-1 2-50,1 7 823,-1 12-667,-1 3-5,0 28-22,0 8-221,3-15 1,1 4-487,3 13 1,1 1-168,1-17 0,1-1-625,6 14 0,5-3-1084,1-22 1,2-4-1911,5 4 1,2-3 4514,19 8 0,-16-18 0,-14-10 0</inkml:trace>
  <inkml:trace contextRef="#ctx0" brushRef="#br0" timeOffset="159949">19715 15202 17871,'-14'-48'1548,"-1"-1"0,3 9 0,2 6-540,3 11-196,4 13-762,1 3-235,1 4 107,2 5 123,10 16-29,-1-2-49,19 27-29,-2-2-201,-5 1 0,-1 3-26,-6-11 1,-2 0-106,2 9 0,-2-2 310,-7-3 168,-3-11 17,-7-18 286,-13-5-253,3-10 336,-22-23-302,21 5-1484,1-6 0,2-2 1417,6 3 84,6-33-90,9 33-28,10-9-56,-2 21-5,23-2-34,-3 9-34,22-1 3381,-17 7-3750,21 5 286,-32 0-3376,17 2 3314,-12-1 268,-8-7 51,2-4 51,-16-9-68,-10 5 274,-3-6-128,-2 9 3330,0-4-3386,-1 5-6,2 2-89,-1 2-73,1 3-68,0 1-44,0 9 106,0 1-16,2 30-18,0-14-21,7 28 10,7-21 6,22 9 17,1-17 22,11-8 0,-19-17 34,1-12 22,-10-10 96,6-23-45,-8 1 61,-3-9-50,-9 20 190,-2 4 157,-5 17-342,1 1-162,-2 8 45,-7 33-22,-4 9-12,-5 18-1758,-1-4 1,0 1 1651,7-21 0,-1 2-1627,-7 21 1,-3 10-1,2-5 1372,4-8 0,0-2 0,-4 10 0,3-6 0,2-7 0</inkml:trace>
  <inkml:trace contextRef="#ctx0" brushRef="#br0" timeOffset="161893">18037 17074 16269,'-1'-56'1949,"0"0"0,0 7 1,0 5-1015,1 8-352,0 14-404,0 11-179,0 8-51,0 3-212,0 10 381,3 9-45,0 21-57,0 15-33,-3-22 1,-2 2-203,-3 2 1,-2 0 196,-2 0 0,-2-1 24,-1-4 1,-1-3 87,-12 17 111,5-22 29,2-27-191,8-9-5,-3-32 16,9-10-270,3 16 1,2-2 227,3-4 1,4-1 8,3 0 0,2 1 13,4 3 1,2 2-9,0 6 1,1 3 5,15-13-28,-5 19 0,-5 13 367,1 15-367,6 14-5,6 19-9,-15-10 0,0 2-263,2 4 1,0 2 276,2 1 0,-1 0 234,-4-7 1,-1-2-235,17 19 3,-15-23 0,0-2 98,2 1 16,8 7 102,-25-34-130,-7-18-10,1-22-54,-1 13 0,1-2 3,-1-4 0,1-1 93,0 0 1,0 1-97,1 4 0,0 2 26,4-16-29,-2 17-67,-3 15-156,0 9-1,1 5 68,6 10 230,8 3-566,12 10-174,12 1-50,12-2 83,-21-12 0,0-3 283,4 0 0,0-3 149,1-3 0,0-2 156,-2-2 1,-1-2 207,22-13 201,-15-6 197,-17-1 61,-13 0-33,-8 1 470,-15-5-734,2 12 292,-10 0-628,2 16-11,-4 10-11,-5 10 0,-1 12-12,3 10-27,6 3-6,8 3-23,11-3 1,13-5 5,14-11 45,13-9 62,6-11 27,-2-15 18,-6-9 50,-9-12 78,-11-4 22,-7 0-49,-9 2-57,-9 5-39,-6 4-39,-11 5-39,8 7-68,-4 5-90,10 4-38,-1 8-168,0 7-533,3 9-722,5 6-386,14 2-337,17-3-1193,20-7 1216,-16-13 0,3-3 260,4 0 0,2-3 2053,3-1 0,0-2-368,0-2 0,0-2 718,-3-2 0,-2-2 3349,1-5 1,-4-1-1381,8-6 2369,-5-16-3753,-32 24 426,-3-14-487,-13 11-370,-7-3-157,-21 4 462,9 7-657,-23 8-85,12 11-67,-11 10 2,22-1 1,1 2-14,-8 11-9,11-3 1,3 1 19,9-4-22,-3 21-18,23-22 40,11 1-33,28-11 5,-10-12 19,-6-7 1,0-5 25,9-17 61,7-16-267,-28 17 0,-1-2 211,-4-3 1,-2-2 16,-3-3 1,-3-3-1577,-2-12 1,-1 0 1584,-2 15 0,0 1 78,-1-12 0,-2 3 159,-1 6-27,-1-1-1,-2 19-251,3 10 260,0 6-395,3 3 3426,-1 6-3297,2 9 11,4 15 11,3 18-100,6 13-296,-6-27 0,1 0 147,1-1 1,3-1-181,6 2 1,4-3-137,22 11 305,-16-24 0,0-3 47,8-6-33,0-9 168,-14-12 101,4-10 101,-1-19-45,-10 12 313,2-12-263,-12 28 530,-1-3-636,-3 14-73,-2 2 44,0 6-4,0 1 10,4 5-5,3-1 0,7 0 16,7-5 1,7-6 78,13-15-45,-13 1 146,6-18 33,-22 5 35,-2-9 27,-11 1 123,-15 0-302,2 15 128,-21 2-206,18 15 38,-22 10-66,19 9-6,-8 17-17,10 10 5,7-3-5,1 16-33,8-9-79,12 11-381,6-27 0,7-2-1140,4-7 1,3-2 953,6-1 1,-1-3-1,8-3 1,-16-8 0</inkml:trace>
  <inkml:trace contextRef="#ctx0" brushRef="#br0" timeOffset="175281">22307 7846 17535,'-1'-42'855,"-1"-1"0,0 1 0,2 17-737,0 28 218,2 13-146,0 5 9,-1 14 0,1 7-121,-2-5 1,1 2-929,-1 20 0,-1 1 858,0-17 1,1 0 5,-2 14 0,0-1-190,2-22 0,0-2 187,-1 10 0,1-2 101,0 2 62,0-20 1165,0-10-633,-2-15 1096,-7-13-1791,-1-5-3,-3-10 1,0-5-9,4 3 0,0 0 21,-3-7 1,1-3-16,3-18 0,2-2-484,3 18 1,1-1 482,2 3 1,0-3 0,0 5-3,2 2 0,1 2 5,5-5 1,1 4-32,2 2-55,6-4-6,-3 28 50,6 15 34,22 27-14,-19-9 0,0 3-179,3 2-1,0 3 76,2 9 1,0 3-398,1 7 0,-1 0 215,-4-9 0,-2 1-479,7 13 1,-3-2-1244,-1 4 993,-11-24 0,-2-1-2987,1 18-1607,-13-13 5623,-9-12 0,1-11 0,1-8 0</inkml:trace>
  <inkml:trace contextRef="#ctx0" brushRef="#br0" timeOffset="175453">22433 8179 18896,'-4'-37'-295,"0"-1"0,5 3 0,9 7-904,49 14-431,-25 7 0,-1 0-118,20-2-1835,-18 3 1,-2 1 3582,-1-1 0,5 0 0,-26 4 0</inkml:trace>
  <inkml:trace contextRef="#ctx0" brushRef="#br0" timeOffset="175838">22771 7855 20951,'-21'-43'582,"-1"-1"1,3 4 0,5 9-527,13 22-89,6 4 10,8 4 18,4 4-68,33 18 6,-7 6 36,-9-5 0,-1 2 0,-6 0 1,-3 2 2,-2 0 0,-2 2-12,6 26 46,-16-3 0,-19-8 33,-12-8 56,-9-10 90,-1-11-68,7-8 152,3-19-146,14-5 6,5-13-39,12 2-51,8 2-33,10 2 5,8 0-17,8 0-1741,-14 9 1,1 1 1651,12-6-161,-15 6 0,0 0-394,3-6-168,2-3-319,-11 5-1165,-11 9-1871,-11 6 4173,-10 5 0,3-1 0,-2 2 0</inkml:trace>
  <inkml:trace contextRef="#ctx0" brushRef="#br0" timeOffset="176455">23351 7448 17452,'-4'-61'1759,"0"0"0,0 6 0,-3 9-975,-10 15-259,3 11-362,4 10-123,6 8-28,6 12 14,9 14-21,10 18 1,-6-15 0,1 2-457,2 5 0,0 2 448,1 2 0,0 1 17,-1 3 0,-2 0-20,-1 0 1,-2 1-314,-3-2 1,-1 0 318,-3-2 0,-2-1-81,-4-4 1,-1-2 97,-7 22 5,-3-14 163,-1-17 891,3-12-981,2-18 647,2-16-691,0-17 177,2-12-211,6 14 0,2 1 5,1-15-5,3 16 0,2 1 0,6-5-20,3 10 0,1 1 3,7-4 3,-2 12 0,0 4-9,-1 7-11,19 0-33,-8 12 28,9 10 10,-4 12-3408,-4 23 3415,-15-11-7,-8 20 23,-22-16 6,-13 9-1135,-3-20 1,-3-2 1117,-15 10-3,7-14 1,-2-3-86,-16-4 68,22-7 1,-1-3-183,-20-4 1679,16-12-3079,19-9-1898,22-10 3500,21-8 0,-9 16 0,5 1 0</inkml:trace>
  <inkml:trace contextRef="#ctx0" brushRef="#br0" timeOffset="176655">23992 7405 15429,'9'-8'4744,"-1"2"-3260,-8 6-453,0 0-1053,4 51-101,0-29-146,4 40-1250,5-35-3723,-1-3 5242,3 0 0,-7-11 0,-4-7 0</inkml:trace>
  <inkml:trace contextRef="#ctx0" brushRef="#br0" timeOffset="176821">24097 7034 17932,'-17'39'0,"3"-7"0</inkml:trace>
  <inkml:trace contextRef="#ctx0" brushRef="#br0" timeOffset="178321">24422 7061 13077,'7'-48'1757,"-1"-1"0,1 0 1,2-17-1,-3 9-402,-5 16-240,-5 5-325,-1 0-337,-5 15-268,-2 13-118,-2 18-27,-3 19-24,-1 28-16,9-17 0,1 3-549,1 8 0,2 3 535,2 5 0,4 1-34,4 1 0,3 1-75,4-3 0,5 0-142,-1-16 0,3 1 0,-1-4 46,2 2 1,0-2-438,7 10 1,-3-2-1917,-5 7-1114,-5 6-3557,-23-9 7243,-8-17 0,1-14 0,5-13 0</inkml:trace>
  <inkml:trace contextRef="#ctx0" brushRef="#br0" timeOffset="178788">24311 7574 16426,'9'-44'1217,"0"0"0,0 3 1,2 6-888,11 8-150,8 0-91,12-2-55,10-5-573,-21 16 0,0 0 533,1-1 1,1 0 5,-2 0 0,0 0 8,1 0 1,-2 0 13,8-5 429,-5 1-199,-25 18 326,-2 0-422,-22 19 102,-3 6-135,-9 9 3,9-3 1,1 1-71,-2 15-40,7-10 1,3-1-11,4 8 28,22 12 22,8-24 16,19 6 577,3-20-470,0-11 79,-7-13-6,-11-11-51,-12-11 6,-9-9-5,-14-4 16,-8-3 1,-11 4-68,-4 4-11,-3 9-50,2 8-40,3 8-78,11 9-302,6 3 184,9 8-436,2 8-1189,7 7-3544,10 6 5315,5-1 0,-10-13 0,-7-8 0</inkml:trace>
  <inkml:trace contextRef="#ctx0" brushRef="#br0" timeOffset="179537">25076 7084 17647,'-2'-4'5344,"-7"-26"-5384,10 27 63,2-12-6,16 40-23,-1 1 0,0 1-27,9 13-4,-9-7 1,-1 0-9,1 9-3386,-1 12 3453,-8-23 275,-10-5-168,-4-21 134,-10-9-39,-1-12-33,-2-14-18,6-23-122,11 5-46,7 1-22,16 5-27,5 10 1563,-3 11 1,2 1-2164,22-9-796,9 5 141,-21 15-2964,3 4-1310,-11 3 1367,2-4 3640,-7-9 566,-10 3 2100,-7-12 1211,-7 3 340,-3-6-682,0-1-1098,0 1-661,2 1-359,2 5-515,0 6 449,1 1-349,0 9-357,0 0 66,-1 4-16,0 1-56,-1 3-23,-3 3-44,1 4 5,0 6 6,3-3-6,4 10 12,6 0-7,9 8-16,8 2 6,-2-11 0,1-1 5,12 6 28,9 1-5,-26-21 10,-7-7 46,0-10 11,4-18-34,1-8 39,4-13-27,-9 14 195,2-2 107,-6 13 146,2 0-393,-5 12-83,-1 14-46,-3 9-3385,5 26 3385,-3-6-539,1 13 0,-2 4 511,0 9-370,-3-9 1,0 8 0,-1-3-936,-3 4 1,0-2 253,1-11 0,0 2 1,0 0 1073,0 3 0,0 0 0,1-8 0,-1 8 0,2-16 0,0 0 0</inkml:trace>
  <inkml:trace contextRef="#ctx0" brushRef="#br0" timeOffset="180255">24526 6868 19003,'2'-6'1232,"0"6"-829,-1 19 45,-7 11-135,-4 16-187,1-14 0,-1 0-295,-7 27 261,2-5 1,0 4-621,5-14 0,1 1 556,1-1 0,-1 3 0,1-1 3,1 14 0,1-1-12,2 2 1,2 0-20,2-2 0,1-1 3,2-3 0,1-3-1,0-13 1,0-2 28,1 7 0,-2-3-81,-6 4-1144,-7 8-2603,-3-33 3797,-2-11 0,10-9 0,1 0 0</inkml:trace>
  <inkml:trace contextRef="#ctx0" brushRef="#br0" timeOffset="181305">26787 6613 15916,'11'-52'1811,"0"0"0,-1 6 0,-1 8-1262,-1 15-376,-2 10-88,-2 9 38,1 14-27,2 13-40,0 21-23,-2 12-128,-4-21 0,0-1 106,-3 22 8,0-15 1,-2 1 14,-5 9-4,3-15 1,-1-2 143,-7 4 145,1-14 6,0-13-79,3-18-78,1-14-44,3-19-40,4-15-1696,2 13 1,2 0 1633,2-19-2,1 15 0,1 0 169,5-10-145,-2 19 1,1 2-6,3-12-27,0 11 4,-5 22-27,-2 10 11,3 3 3387,4 11-3399,6 10-3380,14 25 3392,-8-9 3,-5-7 0,0 1-350,11 10 319,9 7 0,1-8 28,-4-11 40,-5-12 32,-8-12 29,-5-16-34,-3-14-16,-3-17 16,-4-14 1430,-6 24 1,-1-1-1490,-3-3 1,-1 1 5,0-1 0,-2 0-1402,-2-3 0,-1 3 1388,-2-12 0,-4 2-28,7 32-146,0 4-168,4 10-241,8 12-2150,17 18 1232,-1-4-2499,25 16-1785,-5-16 5785,-13-9 0,0-1 0,3 1 0,-4-3 0</inkml:trace>
  <inkml:trace contextRef="#ctx0" brushRef="#br0" timeOffset="181663">27720 6237 21595,'-11'-33'275,"0"0"0,-13-10-219,-1 72-11,-1 10-6,4 8-17,8 1-8,13-15 0,4-1-2,3 7-1,10 9 39,6-30 85,5-6 105,6-5 7,0-14-6,-3-13 11,-7-15 67,-5-23-151,-9 1-101,-7 0 67,-10 2 6,-4 14-16,-6-3-3421,-8 12 3302,7 17-38,-8 10-29,11 17-145,-1 10-336,8 12-1608,11 17 846,6-15-3529,20 13 4834,14-19 0,-15-9 0,3-4 0</inkml:trace>
  <inkml:trace contextRef="#ctx0" brushRef="#br0" timeOffset="182438">28325 6285 6989,'5'-8'7034,"-2"2"-5119,-3 6 572,-7-65-1412,-9 38-683,3-10 0,-5 2 658,-24 24-484,-20 18-432,19 3 98,13 3 1,1 5-77,-7 22-128,7-5 298,14-5 0,5-1-315,13 4 0,11 11 0,7-22 222,20-7-166,-2-15 28,15-14-5,-3-17-17,-23 0 0,-3-5-568,-6-1 0,-2-1 523,-1 0 0,-4-2 59,-4-19 0,-4 2-31,-1-5-2,-2 19 0,-1-5 0,0 5 19,-2 10 0,0 1 27,-1-10 1,-1 2-11,-5 2 100,-3 12-50,-1 15-123,2 5-17,-1 18 0,6 16 1074,2 5-1102,7 25-34,10 0-237,-2-20 0,5 2 47,10 9 0,4-2-704,-1-9 0,2-3 866,-1-1 0,1-4-61,-2-11 0,0-4-56,9-5 89,12-17 180,-17-16 11,-4-21-23,-16 5 51,-6-15 168,-4 2-12,1 2 389,1 4-411,-1 25 1439,-1 10-1662,-2 8 4,0 7-16,3 6-11,2 9 6,4 4 16,5-2 0,-1-5 17,9-5-6,0-7-27,14-11 55,-5-8 45,4-24-16,-17 0 10,-5-11 12,-17 11-17,-8 8-50,-3 12 62,-12 8-7,-13 15-44,7 2-6,-21 19-50,19 7-862,-5 14 873,13-4 0,15-6 0,3 2-34,4 2 28,9 6 0,9 1-67,11-15 1,5-2-356,-4 2 1,4-2-88,18-2 0,3-6-1530,-13-11 1,0-4 1471,5 2 1,-2-2 0,11-1-1,-24-4 1</inkml:trace>
  <inkml:trace contextRef="#ctx0" brushRef="#br0" timeOffset="185079">27583 14604 10058,'1'-5'9830,"0"1"-8218,-1 4-105,20-65-1243,-15 48-231,16-48-27,-21 65 5,-7 9 51,-10 17-29,0-1 1,-2 4-368,-6 10 0,-2 4 343,1-1 1,-2 3-1,1 0-540,4-5 0,2-1 0,-1 0 531,1 0 0,0-1 0,3 0-25,0 8 0,6-2-103,8 12 67,17 3-1,19-21-140,0-26 1,4-6-102,18-3-140,-10-8 1,2-6-426,-10-3 1,-1-2 525,11-5 1,0-1 142,0-2 0,-1-1 120,5-6 1,-3-1 72,-16 11 1,-1 0 27,6-8 1,-4 0 652,-2-5-339,1-7 414,-10 2-447,-11 16 2217,-4-3-2189,-6 18 176,-3-2-316,-2 10 914,-11 11-1016,-10 12 17,-12 17-104,16-14 1,1 1 5,-1 4 1,2 0-108,3 0 0,3 1 55,-4 26 4,21-8 52,28-7-7,-2-20 6,28-6 40,-14-24 61,14-11 11,-5-17 39,-26 7 1,-2-2 10,5-13-5,-16 11 0,-4 0 202,-6-8 56,-15-17-275,-5 16 109,-7 6-199,-13 12-55,18 14-40,-18-2-22,9 19 33,6-1-173,-4 18-661,17 13 337,3-6-1082,14 22-3036,25-10-3504,13-2 6770,-21-22 0,2-4-779,14-5 0,0-5 2034,4-1 117,-2-6 0,2-4 236,12-11 2051,-23 2 1,0-2 661,0-6 1,-2-2-503,14-18-1506,-10 2 605,-20 5 2964,-11 11-3770,-9-4-124,-16 5-173,-8 11-303,-12 5-89,13 11 22,-8 13-85,19-4 24,-10 26-7,19-11-16,-1 12-17,11-15 34,11 1 44,2-14-22,2 1 230,2-9-18,-8-9-133,2 0 224,1-15-214,-7 6 102,8-12-118,-4 8-40,12-6-22,-6 10-33,17 1-17,-11 18-3370,7 14 3387,-13 6-239,-9 11 1,-4 5 207,-3-2 0,-3 3-15,-1 0 1,-2 5 0,-1-3-17,-2 8 0,-3 1-243,-1-10 1,-3 4 0,-2 1 0,1-4-647,-3 0 0,0-2 1,-2 1 577,0 1 0,-1 3 0,-2-1 0,0-4 171,-3 0 0,-1-4 0,-1-3 201,-9 7 1,0-7-4,6-11 1,0-8-423,-14-16-2100,17-30 2520,19-4 0,5-1 0,-2-6 0,6-6 0</inkml:trace>
  <inkml:trace contextRef="#ctx0" brushRef="#br0" timeOffset="186404">29176 14975 19120,'17'-49'1182,"1"0"0,-2 5 0,-1 6-527,-2 8-112,-1 10-190,-4 6-230,-4 9-89,-2 5 61,-2 10 34,1 13-34,-5 18-39,-10 18-45,1-22 0,-2 1-436,-4 2 1,-2 1 410,1-1 0,-1-1 8,3-5 1,0-1 44,-8 16 45,9-19 107,7-15-51,4-15-95,3-17 22,1-16-28,5-15-11,4-14-25,-1 26 0,2-1 55,1-3 0,2 0-56,1 1 1,0 1-3,9-18-16,-6 24 0,1 4 16,5-2 0,8-5 16,-4 20-21,3 9-1,6 13 12,2 12-6,-1 15 5,-3 16 7,-10-5-18,-9-6 0,-2 1 169,3 11-166,-4-14 1,0-3 24,5 7 40,-3-14-39,-3-14 190,1-20-202,-4-5 22,9-27-10,-3-7-1607,-3 6 0,-1-1 1589,3-17 1,-4 18 0,-1 0 314,0-3-325,1-5-6,-2 17-85,-1 14-55,1 10-51,6 10 3364,-1 2-4176,25 18-3535,8 7 4090,1 0-46,-15-13 1,0 0-655,12 3 414,10 5 359,-5-3 263,-8-5 223,-9-7 18,-11-5 442,-1-10 56,-9-5 3471,1-7-3257,-6-3 284,-7-5-806,0 8 481,-9-4-447,1 14-157,-5 0-90,-3 11-45,-4 9-16,-2 11-23,-1 8 11,4 4-38,9 2-12,10-4 44,14-4-4,11-9 32,9-7 7,7-12-6,1-13 27,0-11 18,-3-13 56,-7-5 0,-8-6-23,-10-1 28,-10-1-39,-8 5-33,-8 7-79,-9 10-40,6 13-72,-5 9-84,10 16-370,-2 12-750,3 14-1160,5 9-1708,15 2-3035,18-3 6371,9-10 0,-7-16 0,-10-10 0</inkml:trace>
  <inkml:trace contextRef="#ctx0" brushRef="#br0" timeOffset="187172">30665 14865 21584,'-14'-46'808,"0"1"1,0 3 0,-4 9-417,-21 14-207,-3 9-118,1 11-17,5 10-22,4 12-17,5 9 1,5 8-29,6 5-17,9-1 12,14-3 11,10-6 22,22-11 11,-2-16 12,11-18-29,-18-8 12,5-22 11,-8-3-11,-11 12 0,0-4-9,-1-4 1,-1-4 21,4-17 1,-2-1-316,-4 18 1,-2 0 365,5-17 0,-3 3 234,-2 2 60,-1-1-84,-8 24-140,-5 18-145,0 9-12,-4 11 1,-1 12-18,-4 17-27,1 18-71,7-12 1,2 2-320,3-1 1,1-1 363,0 0 1,3 0-122,3-1 1,3-2-468,15 15 498,-7-23 1,3-3-20,27 12 113,5-19 77,1-17 18,-3-19 33,-4-14 78,-8-11 45,-19 15 0,-2 0-16,4-7 352,-2-3-363,-16 27 1224,-1 2-1365,-3 7 278,-10 20-289,4-7-6,-7 21 12,9-18-12,7 7 12,15-7-3387,9-4 3381,4-3-22,17-19-12,-24 0 56,19-21 40,-22-14-40,-4 7 42,-11 5 1,-5 1 42,-13 1-63,-2-5 1,-19 17 17,-4 13 55,-23 10-111,10 10 16,-1 18 29,22 13-46,13-3-2,10-10 0,6 1-48,12 4 0,5-1 1305,-7-5 1,4-1-1648,18 11 1,9-3-2278,3-11 1,2-4 2663,-5-1 0,-1-2 0,-2-3 0,-5-4 0,-7-5 0</inkml:trace>
  <inkml:trace contextRef="#ctx0" brushRef="#br0" timeOffset="191616">23338 8517 14023,'8'-46'1934,"0"1"0,0 3 1,-3 11-1549,-5 26-363,0 4 50,-3 13 27,-3 15-64,-2 3 1,-1 4-32,1 2 1,1 0-350,-2 2 1,2 0 348,0 4 1,2-1 0,2-8 0,1 0 5,-1 16 0,1 0-8,1-10 0,0-2 13,1 3 1,0-3-118,-3 5 163,-7-1 100,-7-16 213,-17 1-240,10-13 184,-25-16-157,18-12-55,-7-6 739,6-12-638,13 4 161,-1-11-173,11 11-117,4 6-74,5 15-83,0 6 110,0 4-16,3 9 40,10 18-44,5 4-1,5 2 45,8-4 56,16-10-17,10-4-349,-19-12 0,1-3 271,-2-6 0,0-3-1598,1-3-1,0-2 1577,20-11-1229,-15 1 0,-2-1 792,1 0-2828,3-2 1,0 2 3269,-7 3 0,6 0 0,-29 14 0</inkml:trace>
  <inkml:trace contextRef="#ctx0" brushRef="#br0" timeOffset="193925">17511 6772 16919,'4'-52'1153,"0"0"1,0 2 0,-1 16-1008,-3 31-174,0 9 157,0 17-68,0 7-2,0 1 0,0 7-9,1 15 1,1 6-1485,-1-7 0,0 3 0,0-1 1407,1-6 1,-1-2 0,1 1-21,-1 9 1,1 1-1,0-5 101,1-2 1,0-3-69,0 10 0,2-1 14,-1-9 0,0-3-81,0-7 1,-1-2 85,0 15 96,-4-17-51,-2-18 2865,-3-21-2960,0-20 39,0-27-11,4 15 1,1-2 298,0 5 1,1-2-276,2-8 1,2-5-1,-1 5-388,1 7 0,-1-1 397,3-20 1,1-8 0,0 4-691,-1 3 0,1 1 694,-1 4 1,0-4 0,1 0-12,1 2 0,0 0 1,0 4-13,0-3 0,2 0-1,0 9 1,2-3-1,1 4-24,4 2 0,1 3 0,7-12 0,4 1 11,4 3 1,3 3-335,4 2 0,3 3 331,3 4 1,3 3-4,3 3 1,1 4 8,1 2 0,1 3-319,0 2 1,1 2 312,0 0 1,1 1 2,1-1 0,1 0 9,-18 5 1,0-1 0,-2 0 10,10-3 0,0-1-2,-8 2 1,0-2 0,2 1-516,1-2 0,0 1 0,1-1 525,1 0 0,0 0 0,1 0 2,5-1 0,1-1 1,-3 3 33,9-3 0,-5 2-36,-12 6 0,0-1 67,11-3 0,-1 0-50,-17 5 0,1 0 3,15-6 0,1-1 2,-8 2 1,-1 1-3,1-1 0,1-1 5,-1 1 0,0 0 9,-2 1 0,-2 0 14,-4 3 0,-1 0 745,18-5-725,-17 7 2747,-16 7-2361,-10 16 1143,-7-2-1372,-1 22-73,-2 2-51,1 18-65,1-21 1,1 2-15,0 2 1,2 2 13,6 20 1,2 2-29,-4-11 1,1 0-55,-2-5 1,1 2 0,-2-1 76,-1 10 0,-1-1-14,-2 3 0,-1 1 0,-1 2 0,-1-1-6,0-1 1,-1-1-9,1-1 0,-1-1-569,0 0 0,1 0 566,-1 1 0,1 1-17,0 2 1,0 1-6,0 0 0,2 2-899,1-13 1,1 1 0,0-3 909,0 2 0,1-2 0,6 13 0,0-3-182,4 1 187,-6-23 1,-2-1 534,1 19-433,-14-7 809,-11-6-848,-16-2 21,-13 1 1450,18-18 1,-2 0-1532,-2 1 1,-1 1-191,-3 1 1,-2 1 178,0 1 1,-1 1 2,-1 1 0,0 0-3,0 0 0,0 0 0,-2 0 1,2-1 7,8-6 1,-1 0-6,-4 0 0,-3 0 0,0-1 0,-10 1 0,-3 0-736,1 0 0,-5 1 0,0-2 739,1-1 1,0-2 0,-2 1-6,12-4 1,0-1-1,-1 1 1,0 0 10,-1 1 1,0 0 0,0 0 0,0 0 1,1 0 0,0 0 1,1 1-1,0-1-438,-11 5 0,1 0 1,1 0 433,5-1 1,2-1-1,0 0-137,6-2 0,2-1 0,0-1 127,-11 3 1,2-3 172,7-3 1,0-3-272,4-2 1,0-3-194,2-2 0,0-3-3,2 0 1,0-3 296,-25-13 0,26 7 0,12-1 0</inkml:trace>
  <inkml:trace contextRef="#ctx0" brushRef="#br0" timeOffset="194651">18605 6772 14555,'2'3'-1190,"0"-1"1,-2-2 0</inkml:trace>
  <inkml:trace contextRef="#ctx0" brushRef="#br0" timeOffset="208646">17513 7533 16269,'4'-37'977,"0"0"1,3-22-1152,-7 59 157,0 0 96,0 3 486,8 18-390,-4-2 82,7 31-134,-8-18 1,0 3-80,-1 1 1,0 3-12,-1 8 1,1 2 42,0 3 0,0-1-32,0-16 1,0 0 33,4 14 1,0-1-313,1-16 1,1-1 252,1 8 1,1 1-26,1 0 1,-1-1 16,1 2 0,-1-2 6,5 21-1590,-7-17 0,-1-2 1595,-2-3 11,-1-4 1,-1-2 50,-2-2 12,0 5-85,-1-15-34,0-7 99,0-10-3627,3-7 4399,8-16 0,-6 10 0,5-8 0</inkml:trace>
  <inkml:trace contextRef="#ctx0" brushRef="#br0" timeOffset="210161">17442 6416 1901,'-7'-5'5803,"1"1"-1898,6 4-3592,0 0 716,35-55-883,-20 32-68,7-10 1,0 0 541,-5 12-486,4-1 1629,-3 5-1584,23-14-67,-4 6-682,-8 6 1,0-1 602,13-7-262,-7 3 0,0-1 259,-9 7 1,0-1 2,12-8 1,1-1-14,-8 6 0,-1 0 10,0 1 1,-1 2-3,14-10-75,-10 6 1,0 1 86,7-6-29,-13 9 0,0-1 39,16-13-16,-3 1 338,-13 12 1,1 0-362,2-2 0,0 0-8,1 0 0,1 0-15,0 0 1,-1 1 8,0 0 1,0 0 2,-3 3 0,0 0-6,23-14 446,-6 7-423,-3 3 234,1 2-240,6 0 6,9-3-300,-25 10 1,1 0 290,3-2 1,0 0 5,1 0 0,-1-1-6,0 1 1,-2 0 397,19-8-395,-19 9 0,-3 1 0,-1 1 217,23-11-139,-29 12-44,2-1 50,-2-1 612,1-1-595,12-7-45,8-3-23,2-1-5,-1 3-17,-9 4-17,-8 8-22,-9 4 5,-8 4 10,-3 2 40,-3 0 18,3 0-16,-2 0 139,13-4-66,0-2-17,11-6-22,-1 0-44,-4 0-45,-6 4-41,-9 4 72,-6 2 52,-5 5 144,-2 10-144,-1 2-18,0 8-11,1-1 6,2-2-17,5 0 34,3 1 45,4 3 38,0 4 63,0 7-1,-3 5-11,-4 3-112,-2-8 106,-2 20-83,2-14-29,4 21 0,3-10-224,3 1 208,1-1 28,2 0-12,0 1 23,-1 0 0,-1 1-51,-3 0 0,-3 3 12,-4 2 11,1 2-6,-1 2-22,3-2-3331,2 1 3314,4-4 17,4-1-233,2-4 227,2-2 6,-1-2 17,-1 1 33,-3 3 22,-6 2-5,-6 5 6,-3 1-71,-3-29 1,0 0-15,0 1 1,1-1-6,-1 1 0,0 0-1063,5 6 0,1-1 1052,2 14 11,2-17 1,2-1 27,6 11 56,4 10 28,-2-2 5,-3-2-22,-4-3 1,-3-2 2120,-3 0-2144,-1-1 18,-1 1-45,1 0-51,0-1-11,4-1 226,1-6-215,2-4 3261,-1-7-3323,-1-7 68,-6-6-2061,-7-7 2033,-16-8 0,8 0 0,-7-3 0</inkml:trace>
  <inkml:trace contextRef="#ctx0" brushRef="#br0" timeOffset="212809">17459 6354 8177,'-4'-7'3360,"0"2"-2472,4 5 2128,0 0-2254,2-67-436,5 44-58,1-18 0,4 3-105,8 27-16,5 0 263,-11 21 68,-7 12-231,-5 21-167,-8 17-62,1-21 1,0 1-454,-1 8 0,0 1 483,1 4 0,2 2 50,2 4 0,3 0 22,3 1 1,3-1-12,4 1 0,2-1-31,3-3 1,3-2-6,0-2 0,2-2-1,1-3 1,-1-1 3,0-1 0,-2 2 43,-5-7 1,-2 2-1,-1-2-46,1 3 0,-3 1 22,-3 1 0,0 4 0,-3-1 3,-3 8 0,-1 1-539,-1-9 0,0 1 0,0 1 448,-1-2 1,0 0-1,2 0-22,0 0 0,1 1 1,0-4 2,1-1 1,3-3-20,5 3 1,5-8-150,19-14-290,14-11-1440,7-30 1391,-23-4 0,-4-2 0,6-6 0,-6-6 0</inkml:trace>
  <inkml:trace contextRef="#ctx0" brushRef="#br0" timeOffset="214716">17374 6532 5846,'-6'-4'1293,"0"1"314,6 3 1525,0 0-2925,69-64-832,-24 34 778,-12 4 0,5-5 0,-2 4 40,0 6 1,-1 2-52,5-4 1,1-2-11,4-4 0,2 0-23,3-3 0,3 0-57,-16 10 0,1-1 1,0 1-229,1-1 1,1 1-1,1-1 241,7-3 1,1 0-1,-2 1-712,1-1 1,0 1 687,-7 4 0,1-2 0,-4 3 32,-4 2 0,-3 1-86,8-5 0,-1 0 122,-5 3 0,-2-1-8,-1 1 0,-1 1-14,-2 0 0,1 0 33,4-3 1,-1 1-37,12-7 101,10-6 627,-24 17-380,12-7-136,-10 5-60,5-3-152,-13 6 898,6-3-775,0 0-101,1-2-61,-2 2 1609,2-3-1621,-15 10 345,11-6-339,-11 8 17,2-2-39,-5 3 67,8-4-17,-1 1-33,4-1 50,9-3-3331,10-5 3298,-7 4-28,-5 2 0,0 0 44,3 0-55,4-2-7,-11 7-16,-13 6 5,0 0 3383,-5 3-3170,2 0 32,-1 0 30,13 0-90,4-3-45,22-4-3481,-3 1 3336,-1-2 28,-8 6 5,-13 3-16,4 7 10,-10-1 29,-1 14-17,-12-11 56,7 13-78,-6-12 3459,8 8-3325,10 3-4,3 2 36,12 10-13,-3 1-57,-6-5 37,3 12-37,-11-3-46,-1 0 6,-8-9 0,-1 2-8,7 27-483,2-1 430,-10-26 1,1 1 8,12 24-10,-12-27 1,-1 2 9,3 5 1,-2 0-6,-2-5 1,-2-2-12,5 19 48,-3-16 0,0 0-3,1-1 51,11 28 100,-6-10-89,-1 3-24,-1 7-9,-9-9-29,-1 2-11,-3 1-17,1-12 6,2 19-6,1-20 0,5 20 17,-1-24-5,8 18-1,-5-15 0,2 7 29,-5 10 22,-5-15-6,-5 21 28,-5-10-5,-6-3-18,-2-4 12,0-7-56,2-10 56,-4 5-50,7-17 67,-12 15-51,6-15 414,-9 7-408,-1-4-5,-4 0-34,4-3 97,-14 8-64,10-7-22,-13 8 28,6-7-45,7-4 28,-20 3-22,22-9 0,-6 0 0,-2 0-6,-16 2-135,14-2 0,-3 0 138,4-1 0,1 0-9,-1 0 1,0 2-3,2-1 0,1 0 5,2 1 1,1 0-4,-25 10-16,7 0 5,4-1 12,11-3 16,-16 9-22,14-5 17,-18 9-14,25-12 0,2-1 2,-10 6 1,-5 3 0,4-2 5,9-6-6,-12 6 12,14-9 0,2-1 0,0 1-6,6-3 271,-12 9-271,6-4 6,-13 9 5,0-2-11,-5 4 6,-5 1-259,-3 2 292,2-1 1,5-3-29,9-6-22,6-2-5,6-3 10,-2 3 18,0 1-1,-2 3 265,-3 1-248,0 3-5,-3 1-18,-1 2 12,0-1 6,0-1 5,4-5-11,3-4-5,3-3-23,6-5 39,-10 7 0,6-3-17,-12 9 1,2 0 27,-2 0 6,1 1-22,1-4 5,4-1 17,3-4 6,5-4 27,2-2 18,3-3-23,2-3 11,4 0-95,4-2-325,2-1-773,3-2-1865,5-5-6868,9-7 8876,0 1 1,0 1-1,-10 8 1</inkml:trace>
  <inkml:trace contextRef="#ctx0" brushRef="#br0" timeOffset="218735">29103 5026 8646,'-4'-5'1568,"1"1"-912,3 4 626,-61-42-453,27 25-375,-14-9 0,-1 1-186,11 15 287,-22-1 89,12 7-557,16 2 0,-3 0 207,-2 1 0,-2 0-59,-4 2 0,-1 1-48,-5 1 1,-1 1-34,-5 3 0,-1 1-703,-5 2 0,0 1 612,18-3 1,-1 1-1,0 0-11,-3 0 1,1 0-1,-1 1-476,-2 0 0,-1 0 0,0 0 452,-3 0 0,0 1 0,0 0-6,-3 0 1,-1 0-1,0 1 2,-2 0 0,-1 0 1,-1 1-458,14-3 0,0-1 0,0 2 1,-1-1 439,0 1 0,-1 1 0,0-1 0,0 1-3,-1 1 0,-1 0 0,1 0 0,-1 1-4,0 0 0,0 0 0,-1 1 0,0 0 0,-1 0 0,-2 1 0,1 0 0,3-1 0,-6 1 0,3 0 0,-5 1-7,7-2 0,-5 2 1,-2-1-1,1 1 1,3-1-7,-1 1 0,4-1 1,-1 0-1,-4 1-260,6-1 1,-4 1 0,-2 0-1,0 1 1,0 0 0,2-1 259,-5 3 1,2 0 0,1 0 0,-1 0-1,1 0-24,-3 2 0,1 0 0,-1 0 0,1 0 0,0 1 33,9-4 0,1 1 1,-1 0-1,1 0 0,0 0 1,0 0-150,-7 4 1,-1 0-1,1 1 1,0-1 0,0 0 141,3 0 1,1-1 0,0 0 0,0 1 0,1-1 10,3-1 0,1 1 0,0-1 0,1 0 0,0 1 0,-8 3 0,1 0 0,0 0 0,2 1 1,2-1 1,1 0-1,1 0 1,1 1 107,1-1 1,0 0 0,1 1 0,0 0-107,2 0 0,0 1 0,1-1 0,0 1 2,1 0 1,0 0-1,0 0 1,3-1-6,-3 2 0,1-1 0,-1 2 5,1 0 1,-3 2 0,0 0-1,5-2 71,2-1 0,4-2 0,-2 2-84,-10 9 1,-2 2-1,5-2-6,2 4 0,7-2 3,8-7 0,5 0 1756,0 22-1711,13-6 55,7 11-50,0-17 790,-1-11 1,-2 1-735,-9 18-42,2-19 1,-2 2-15,-3 0 1,-2-1-24,1-1 1,-1-1 6,-12 24 1956,12-6-1934,11-7 1103,14-4-1109,11-4 0,10-2 51,8 0 11,6 0 27,9 1-223,-22-16 1,2-2 242,6 1 1,3-2 5,5-1 0,5-2-48,-5-5 0,5-1 1,-4-2-71,6 2 1,1-2-627,0-3 1,6-1-1,-4-2 612,-12 1 1,-2-1-1,2-1-2,14-1 1,2-1 0,1 0-6,-15 1 1,0 0-1,1 0 1,0 0-11,0 0 1,0 1-1,0-1 1,0 1 5,14-2 0,0 1 1,-1 0 1,-3 1 0,-1 0 0,-1 1-363,-5-1 1,0 1-1,-2-1 365,-5 1 0,0-1 0,-2-1-166,14-2 1,0-4 181,-16 1 1,1-3 0,-3 1-24,0-1 1,0-2 8,17-8 0,-1-2-51,-16 8 0,-1-1 62,13-5 0,1-1-9,2-1 1,2-1-2,-9 3 1,2-1 0,-2 1-8,4-1 0,-1-1-6,-1 0 1,3-1 0,-3 2 248,3-1 1,1 1-255,-9 4 0,2 0 0,0-1 0,-1 2 0,1 0 0,-1 1 7,0 0 1,0 0-1,2 0 2,7-3 1,1-1-1,-2 2-6,2-1 0,-1 1 0,-5 2 1,3-2 0,-4 2 4,2 0 1,-1-1-2,-7 4 1,3-2-1,-3 2-719,8-5 1,3 1 715,-8 3 0,6-2 0,0 0 1,-6 3-5,2-1 0,-1 1-86,6-2 0,5-1 0,-2 1 82,-9 4 0,-2 1 1,1-1 5,3 0 0,1-1 0,0 0-133,0 0 0,0 0 0,1-1 136,2-1 1,0 0 0,-4-1-1,-2-1 1,-2-1 112,11-4 0,0-1-110,-3 0 1,-2 0-15,-1 1 1,1 0 3,-11 4 0,2 1 0,-1-1-4,12-4 1,-2 1 2,0 0 0,-1 1-5,-4 4 0,-2 0 1036,-9 5 1,1 0-1029,15-4 0,0-1 0,-16 6 0,-1 0 5,9-4 1,1-1-12,-8 0 1,-3-1-12,23-11 11,-17 6 1,-2-2 10,11-11-8,-12 8 1,0-2-10,-6 5 1,-1-1 5,4-4 1,-3 0 5,5-9 0,0-12 6,-12 8 778,-3 0-779,-4 2 1,0-1-22,6-14 13,-7 18 0,0-1 3,0 8 0,0 0-1485,16-24 1485,-8 9 312,-8 14 1,-4 0-346,-8 0 27,-4-8-11,-19 3 40,-10 4-1,4 7 1,-1-2-9,4 5 0,1 1 206,-20-20-214,14 4-6,17 21-2285,-13-14 2279,12 20 2258,-29-12-2235,0 10-1,7 3 1,0-1-308,-21-3 313,17 4 1,-3-1 10,-3-2 1,-1 0-17,0 0 0,1 0-3,1 0 0,0 1 25,2 1 0,3 2-11,1 0-11,6 2 1,1 1 4,6 2 3343,-31-4-3241,17 1-52,3 1 1,0 0-17,-13-3-31,-1 0 1,-2 2-99,-9-1-850,14 4 1,-7 1 0,5 1 437,10 2 1,3 2 0,-9-2 0,5 1-1,9 2 1</inkml:trace>
  <inkml:trace contextRef="#ctx0" brushRef="#br0" timeOffset="230299">17584 7717 7537,'3'-3'2470,"0"1"275,-3 2-1849,-72 54-476,39-24-331,-9 3 1,2 2 229,8 3-400,7-3 473,-10 16-227,17-23 1,-1 2-60,-2 3 1,-1 1-511,-3 5 0,-2 1 513,-3 5 0,-2 1-587,-4 4 0,-2 1 560,11-15 0,-1 0 1,-2 2 42,-10 9 0,-2 2 0,2-3-547,10-11 1,1-3 0,-2 1 471,-2 3 1,-4 1-1,0 0 1,1-2-414,-2-1 1,1-2 0,-1 1 390,2-2 0,-2 1 0,-1 0 0,0-1 1,-1 1 1,0-1-1,0 0 1,-1 0 0,-1 0 1,0 0 0,0 0 0,0-1-6,-2 1 0,0 0 1,0 0-1,-1-1-7,-1 1 0,-1 0 0,0 0 1,0 0-207,-2 0 1,1 0 0,-1 0 0,-1 0 208,0 1 0,0-1 0,-1 0 0,1 0 8,-1 0 1,0 0-1,1 0 1,-1 1 0,1-2 1,-1 1 0,0 0 0,1 0-16,0-1 0,1 1 1,0-1-1,0 1-4,1-2 0,0 1 1,1-1-1,0 1 4,2-1 1,0 0-1,0 0 1,0-1-4,2 0 1,0 0 0,0-1-1,1 1 3,0-2 1,1 1-1,-1-1 1,1 1-57,-13 7 1,1 0 0,0 1 87,1-2 0,0 0 0,1 0-5,2 0 1,1 0 0,0 0-4,1-2 0,2 1 1,0 0 8,2-2 1,1 0 0,0-1 124,4-1 0,0 0 1,1-2-79,-12 10 0,3-3 485,7-6 1,3-2-396,-15 10 1806,20-15-1918,16-11 1430,9-6-1654,5-2 2379,1-1-2021,-2-2 226,-3-3-399,-6-3 22,-4-2 17,-10-2-56,6 5 22,-14-3 6,4 2-3348,-22-6 3331,16 3 17,-16-8 5,20 3 1,-7-6-29,2-2 57,-3-5-51,12 9 28,-7-6 3404,15 12-3399,-4-2-10,3 5-18,3 3-5,5 4-5,3 1-107,5 2-168,2 1-662,2 0 813,2 6 208,7 6-102,4 11-10,7 7-1,2 6 6,2 1-11,7 10 11,-9-14 56,14 9-6,-5-17 1,12 2-1680,-12-16 0,-1-3 1674,16 2-208,-4-13 1,-1-4 184,0-2-1050,6-8 0,1-1 1045,-6 1-17,2-2 0,-1 2-12,-10 4-10,23-6 2157,-39 15-2147,6 2 405,-17 3-371,-2 0-11,-3 2 3510,0-1-3437,-1-1 124,-1 3-12,-3 1-78,-7 6-51,-14 10 17,-10 2 0,-4 1-34,-13 8-457,12-8 0,-2 0 424,10-9 0,1-2-6,-4 2 0,-2-1 0,-8 4 0,-4-3-1526,-14-1 0,3-4 1529,21-4 0,3-2-3,-8-2 0,4-5 39,4-15-22,4-9-5,-3-12-12,10 4 3,9-1 0,1-1-8,2 0-98,1-3 1,3-1 74,4-5 17,2-9-22,6 0 22,0 20 556,4 0-562,-3 21 3314,-1 3-3297,-1 6-22,-1 3-331,-1 2 618,5 0-292,5 3 16,4 1 0,5 6 0,-6-1 11,3 12-6,-3 3 7,0 3-12,5 28 11,-11-23 0,-1 1 0,1-2 0,1 2-294,-1 8 1,1 0 293,5 13-14,-1-15 0,3-1 0,-2-7 1,3-1-1,3 1 0,2-2-2,7 5-12,9 1 17,-8-12-17,11 3 17,-15-11-6,8-2 6,-23-11 28,14 0 0,-15-3 84,13-11-61,-3-5-23,12-13-34,3-1 6,-7 6 583,5 2-623,-13 13 35,-4 2 38,-7 11 18,-11 11-12,-6 11-22,-2-2 0,-10 8 72,-6-4-27,-1-4 5,-13-4-45,7-13 1,-1-5 16,-10-8-22,15 0 11,-2-4 0,-2-2 17,-13-10-29,-9-6 40,11-5-56,5-8-11,1-6-206,19 19 0,2-1 217,-5-22 0,6 0 0,8 13 23,3-9-18,5 25 23,-1-11-67,2 24-123,-1 0 89,1 9 11,4 14 73,6 8-11,7 19-5,7 10-394,2 7 399,-4-11-17,6 10 23,-5-13-26,-4-15 0,0 0 4,15 13-12,14-2-28,-10-21-361,1-5 159,-8-10-3971,18-17 4229,-13-3 0,4-1 0,-23 5 0</inkml:trace>
  <inkml:trace contextRef="#ctx0" brushRef="#br0" timeOffset="314132">10382 10171 17328,'15'50'424,"0"1"1,-10-6 0,-4 5 0,-2 3 0,-3 1-230,-4 5 1,-4 1-1,-2 2 1,0 3-1074,3-13 1,0 3-1,-1 1 1,0 0 0,0-2-1,0-3 940,-1 7 0,0-4 1,-1-1-1,1 2-33,0-6 1,0 1 0,-1 0 0,1 0 0,-1-2-94,-1 4 1,0-1-1,0-1 1,-1 0 37,1 0 0,0-1 0,0 1 0,-1-1 64,0 0 0,-1 1 1,1-1-1,0-3-58,-2 1 0,2-2 1,-2-2-297,0-1 1,0-1 0,1-2 219,-3 5 1,-2-1-107,-2 0 1,-3-2-982,2-13 1,0-3-1346,0-2 0,-1-3 2523,-24 7 0,28-22 0,10-5 0</inkml:trace>
  <inkml:trace contextRef="#ctx0" brushRef="#br0" timeOffset="314415">9244 11236 12580,'11'-57'1073,"-1"0"1,2 7-1,4 6-408,5 13 1,4 7 261,10-2 162,25 26-1084,-23 16-1260,-4 5 1,6 7 0,-4-1 1089,-2-2 1,1 2 404,6 6 0,9 6 0,1 1 0,-7-5-519,3 1 0,1-1 32,-3-4 0,6 5 0,1-1 0,-2-4-29,2-2 1,-1-5-1,2 0 85,-2-1 1,1 0-1,3-1 1,3 0-241,-2-3 1,2-1 0,3-1 0,-1-1 0,-1 0 394,-6-2 0,0-1 0,-1-1 1,1 0-1,1 1-40,7 0 1,2 0-1,1 0 1,-2-1-1,-1 0-222,2 0 1,-2 0 0,-1-1 0,0 0-1177,-1 0 1,0 0 0,-2 0 0,-1-1 1496,8 2 1,-2 0-1,-5-1 1,2 0-1,-8-1 1,8 0-1</inkml:trace>
  <inkml:trace contextRef="#ctx0" brushRef="#br0" timeOffset="316209">14022 11551 11155,'-24'-43'1693,"-1"0"1,2 3 0,8 11-1745,13 26-425,2 2 285,2 0 545,10 2 43,13 7-204,4 3 1,4 3-122,3 1 1,0 2-223,3 1 1,1 0 347,6 3 1,1 0 53,7 0 0,-1 1-706,-9-4 0,1 0 508,-4-3 0,1 1 0,-1-1 35,9 4 1,-2-1-1509,2 0 1,-1 0 1440,-3-1 1,-2-2 35,-4-3 1,-1-2 23,1-3 0,0-1 41,4 0 1,0-2-64,-2-1 0,0-2 113,15-7 1,-3-4-177,6-3 65,-3-3 0,0-3-15,-21 5 1,-2-1 33,12-7 0,-2-1-8,10-8-3,-25 11 0,-5 2 3032,-6 1-2587,-4 3 184,-8 7-357,-9 6-64,-8 6-334,-13 7 1281,-4 4-1197,-21 16-28,-2 2-845,9-7 1,-2 0 847,15-9 0,-1 0 5,-12 6 1,-1-1-225,6-6 1,2-2 212,5-1 0,-1-2 17,-12 4 0,-1-1 26,-14-1-1357,15-4 0,0 0 1334,-14 1-220,12-4 0,3-1 220,6-4 439,-4 1 1,0-2-395,-7-1-37,13-2 1,-1 0-4,-20-7 6,1-3-6,14 2 23,3 1-84,24 6 96,0 3-79,15 8 27,8 10-10,2 2 3005,13 9-2989,14-5 40,5-4-7,5-6 29,-11-15 1,3-5 294,-7-2 1,2-4-341,17-5 0,3-5-619,-3-3 0,1-3 607,-17 7 1,2 0 0,-1-1-4,2 0 0,0 0 1,0 0-13,-2 1 1,0 0 0,0 1-2,14-7 0,-3 3-6,-13 6 1,-2 2-62,1 2 0,-3 3-712,-1 4 252,1 1-1298,-20 7-1715,-10 0 456,-2 0 3084,-1-10 0,1 6 0,-1-7 0</inkml:trace>
  <inkml:trace contextRef="#ctx0" brushRef="#br0" timeOffset="316550">15619 11297 15546,'-50'-32'1604,"0"1"0,4 2 0,5 4-736,0 4-207,5 2-185,4 3-95,5 2-78,4 3-180,7 3 185,0 1-140,9 5-129,-2-2-157,7 4-22,1 0 118,14 26 16,5 2-10,8 17 4,1-13 1,4 1-1002,-7-7 0,2-1 1010,4 6 0,3 0 14,8 5 0,-1-2-11,-11-11 0,1 1 8,10 9 1,0 1-217,-11-6 1,-2 1 165,-4 0 0,-4 2-190,-4 3 0,-5 2-452,-4 3 1,-6 2-1418,-8 6 1,-6 1 1915,-2-8 0,-3 0 1,1-3-1,2-3 1,0-3-1,-4 0 1,1 0-1</inkml:trace>
  <inkml:trace contextRef="#ctx0" brushRef="#br0" timeOffset="317736">16803 16157 5245,'-53'26'574,"-1"1"1,1 0 0,0-1 0,-1 1 0,1 0 0,0-1 0,2-1 0,3-1 0,2-2 0,0 1 0,-2 0-1088,-1 2 0,-2 1 0,-2 0 0,3 0 0,3-3 1,6-3 948,-16 7 1,8-4 286,11-7 0,3-1 1507,-18 4-2174,8-2 636,27-12-456,29-13 217,25-15-277,-1 0 1,6-5-462,-4 2 1,4-1 0,1-2 317,-2 1 1,2 0-1,1-2 1,2 0-10,-4 3 1,1-1 0,1 0 0,1-1-1,1 0 5,4-3 0,1 0 0,0-1 1,2 0-1,-1 0-13,-4 4 1,-1 0 0,2-1 0,-1 0 0,1 0 0,1 0-294,1-3 0,2 1 0,-1-1 0,1 0 0,0 0 1,0 0 279,-5 3 0,1 0 0,-1-1 0,1 0 1,0 1-1,0-1 0,1 0-170,0-1 1,1 0-1,0 0 1,0 0-1,1-1 1,1 0-1,1 0 162,-4 2 0,2-1 0,1 0 0,0-1 0,1 0 0,0 1 0,-2 0 0,-1 2 0,-3 0-55,9-4 1,-4 2 0,-2 1-1,1 0 1,1 0 0,3-2 58,-3 3 0,3-2 1,2-1-1,1 0 0,-1 0 1,0 2-1,-3 1 0,-4 2-6,7-3 0,-4 4 1,-2 0-1,1 1 1,1-1-4,-2 2 1,1-1 0,1 0-1,-1 0 1,0 0 0,-2 2-6,3-1 0,-2 1 1,-1 0-1,-1 1 1,-2 2-21,0-1 0,-1 2 0,-2 1 0,-4 0 18,19-8 0,-8 3-123,-3 1 191,-34 10-2207,-29 11-1979,-14 0 4135,-5 2 0,10 0 0,9 1 0</inkml:trace>
  <inkml:trace contextRef="#ctx0" brushRef="#br0" timeOffset="319329">10139 16441 14824,'-41'-44'997,"23"28"-1369,52 57 464,-5-7 1,4 3-1035,11 5 0,4 0 1031,-13-13 1,1 0 0,2 0 53,9 4 1,2-1 0,1-3 12,-4-5 1,1-3 0,0-2-25,4-1 1,1-1 0,1-3-29,2-1 1,2-2 0,2-2-481,2-1 0,2-2 1,1-2 471,-12-3 1,0 0 0,0-1 0,1-2-25,3 0 1,0-2 0,1-1 0,1-1-29,3-2 1,1 0 0,0-2 0,-2 1-27,-10 1 0,-2-1 1,1 0-1,3-2 17,-2 0 1,4-1-1,3-2 1,-1 0-1,0 0 1,-4 0-515,10-3 1,-4 0 0,1-1 0,3-1 485,-6 2 1,3-1-1,3-2 1,-1 1-1,0-1 1,-3 0-274,2-2 1,-1 0 0,-2 0 0,1-1 0,-1 0 238,0-1 0,-1 0 0,0 0 0,0-1 0,-1 1-110,-2 0 1,1-1-1,-1 1 1,-2-1-1,-1 2 128,-1 0 1,-2 0 0,0 0 0,1 0 56,-1 0 0,2-1 1,0-1-1,-2 2 1,-6 2-63,13-6 0,-2 0 11,-6 4 0,4-3 0,0 0 1,-9 4 60,-6 3 1,-4 1 670,9-5 0,-6 2-416,-10 1 1815,-28 5-2133,-12 2 2880,-20 1-2892,-15 6 11,3 5 491,12 4 1,-2 2-475,3 1 0,-1 1 34,-23 4 0,-3 1-435,7-1 0,0 0 401,11-3 0,-1 0 0,3 0 11,-1-1 1,2 0 108,-18 0 1,3-1 8,3-1 81,6-3 1,3-2 293,14-3-128,-2-2-253,23 0 224,7 1-403,7 0 871,10-4-826,14-5-5,17-4 2,-15 9 0,2 0-218,5 0 1,2 1 220,7-1 0,0 1 0,-7 2 0,2-1 3,5 0 1,5 0 0,-2 0-15,10 0 0,1 1-4,-3 0 0,4 1 0,-1 0-11,-10 2 0,-1 1 0,-1 2-339,-1 1 1,-1 2-1,-1 1 345,17 6 1,-4 2 8,-16-1 0,-2 4 7,5 11 1,-6 6 6,-19-9 1,-2 2-131,6 12 1,-4 1 123,-11-6 0,-5 1 0,-1-2 0,-3 0 21,-5 28-24,0-17-314,-4 6-878,2-24-4101,-2 4 5299,3-16 0,2-8 0,1-3 0</inkml:trace>
  <inkml:trace contextRef="#ctx0" brushRef="#br0" timeOffset="321161">5361 11480 13676,'7'-10'1272,"-1"2"-1210,-6 8-992,0 0 598,-74 8 115,36 10-134,-12-4 1,1 5 312,23 4 1,4 4 126,-4 4 1,-1 3-89,-4 7 0,-2 2-172,8-11 1,0 2-1,-3 2 279,-11 11 0,-3 2 0,2-3-488,11-11 1,1-2 0,-2 1 379,-1 0 0,-4 2 1,1-1-1,2-3-81,-9 8 1,2-3-626,8-7 1,-1 0 0,1 0 648,-11 12 0,5-3 1,-4 2-1,12-7 1</inkml:trace>
  <inkml:trace contextRef="#ctx0" brushRef="#br0" timeOffset="321644">5404 11936 17818,'-24'20'814,"1"2"0,-1 2-1321,-12 16 699,0-1 1,-3 1-37,6-7 1,-3 1-37,-1 1 1,-5 3 0,2-2-786,-2 2 1,0 0 725,3-3 0,-3 1 0,3-4 34,3-1 1,2-1-180,-8 5 0,1 1 55,6-6 1,1-1-101,5-4 0,2-1-453,-15 14-4703,9-9 3107,16-16-4379,4-8 6511,10-10 0,2 0 1,1 1-1</inkml:trace>
  <inkml:trace contextRef="#ctx0" brushRef="#br0" timeOffset="321971">3976 12549 12630,'-46'-32'1022,"1"1"0,5 5 0,9 2-66,14-4 313,10 9-1195,2 5 50,4 7 215,4 12-161,9 15 159,13 36-753,-4-6 606,-3-3 0,0 4-30,1 1 1,-1-2-91,-2-9 0,0 1-28,8 13 0,2-2 5,-7-24 1,3-3 159,5 5 1,4-3-40,3-5 0,2-6-1,4-4 0,1-5 39,6-5 1,0-7 9,6-6 1,1-6-102,-14 1 1,0-3-1,0-2-1083,3-4 0,1-3 1,0-1 804,3-5 1,1-1 0,1-2-1183,-4 2 1,2-2-1,0-1 1,-3 3 1097,3-3 0,-2 2 0,-2 1 0,-2 2 0,-2 1 0,-6 6 0,8-7 0</inkml:trace>
  <inkml:trace contextRef="#ctx0" brushRef="#br0" timeOffset="327895">28858 10183 13670,'-4'0'3523,"1"0"-1910,3 0-1399,-11-17-186,14 12-23,22-22-39,10 16 1,6 4-29,-5-3 1,3 1-640,1 0 1,4 1 0,-2 0-300,9 0 0,0 1-793,-7 1 1,2 0 0,-1 1 1792,15-1 0,-5 1 0,-17 2 0,-5 1 0,4 0 0</inkml:trace>
  <inkml:trace contextRef="#ctx0" brushRef="#br0" timeOffset="328146">28901 10620 15388,'-41'31'1253,"0"0"0,0-3 0,18-8-617,26-17-160,36-13-443,-4 3-718,8-4 1,5-1 563,-5 2 1,2-1-174,16-2 0,2 0-52,-19 5 1,0 0 0,0 1-490,-1 1 1,1 0-1,-2 1-2735,18 0 1,-4 1 3569,-10 2 0,-5 0 0,7 2 0,-25 0 0</inkml:trace>
  <inkml:trace contextRef="#ctx0" brushRef="#br0" timeOffset="328361">28857 11077 15272,'44'6'-47,"-1"0"0,10-3 1,3-5-74,-8-9 1,4-4-1,0 0-1223,0 2 0,1 2 0,0 0 723,-3 2 0,0 2 0,-2 0 620,-2 3 0,-1 0 0,-5 1 0,-3 1 0,-5 1 0,16 2 0</inkml:trace>
  <inkml:trace contextRef="#ctx0" brushRef="#br0" timeOffset="328589">28863 11841 19736,'-23'41'-582,"31"-17"-2851,39-37 1,15-13 3199,-21 12 1,1 1-608,20-4 0,-2 4-557,-25 9 0,-2 1 1397,6 3 0,-3 1 0,1 1 0,-15 4 0</inkml:trace>
  <inkml:trace contextRef="#ctx0" brushRef="#br0" timeOffset="328796">28616 12423 16895,'-36'38'389,"0"-1"0,-1 1 1,-11 11-1,14-6 193,29-13 533,29-14-751,32-16-297,-12-8 0,7-4-1351,4-4 1,7-2 0,-3-1 1292,-14 5 1,-2 0-1,3-1-9,5 0 0,5-2 0,0 0 0,-4 3-127,-5 2 0,-3 1 1,1 1-201,8-1 0,1-1 1,-2 2-1209,-8 3 0,-2 0 0,-2 0 1535,5 1 0,-5 1 0,5 1 0,-26 2 0</inkml:trace>
  <inkml:trace contextRef="#ctx0" brushRef="#br0" timeOffset="403562">7029 15896 6014,'-47'25'348,"1"-1"1,-1 1 0,0-1 0,1 1 0,0 0 0,1 1 0,0 1-27,0 1 0,0 0 0,1 1 0,-1 0-960,1 1 0,-1 1 1,1-1-1,-1 1 890,1 0 0,-1-1 1,1 1-1,0 0 11,2-2 0,0 1 1,0-1-1,1-1-17,-10 7 1,2-1 0,1-2-12,7-4 0,1-1 1,3-1 326,-9 4 1,5-2-406,12-8 0,4-3-1752,-3 2 1774,18-12 1861,22-9-1469,21-11-428,-3 1 0,3-2 17,12-6 0,3-3-117,-8 5 0,2-2 0,1-1-6,7-4 1,2 0 0,3-4-22,-8 5 1,3-3 0,2 0 0,-1-1 0,-3 2-420,-1 1 1,-2 1 0,0-1 0,4-2 410,-2 1 0,5-3 1,1 0-1,2-2 1,-2 2-1,-2 1 7,1-1 1,-3 2 0,0 0 0,1-1-1,3 0-3,-6 2 1,1 0 0,2-1 0,0 0 0,1 0 0,0-1 0,0 1-196,2-1 0,-1-1 1,2 1-1,-1-1 0,1 1 1,-1-1-1,1 0 170,0 0 0,0 1 0,1-1 1,-1-1-1,1 2 0,-1-1 0,0 0-87,-1 1 1,1 0-1,-1 0 1,0 0 0,-1 0-1,1 0 1,-1 1 74,-2 0 1,-1 1 0,1 1 0,-1-1 0,0 0 0,-1 1 0,0 0 0,4-2 1,0 0 0,-1 1 0,0-1-1,-1 1 1,0 1-6,4-4 0,0 2 0,-1-1 0,-1 1 0,-1 0 84,6-2 0,-2-1 0,-2 1 0,-1 0-58,-5 4 0,-2 0 0,-2 0 0,-2 2 333,-1-1 0,-3 2 0,0 0-325,15-10 1,-3 0-6,-14 7 0,-1 1-96,-3 2 1,-1 1-1618,20-17 1713,-27 21 0,-11 9 0,-7 5 0</inkml:trace>
  <inkml:trace contextRef="#ctx0" brushRef="#br0" timeOffset="412004">31786 14365 6899,'0'-2'4480,"0"-1"-912,0 3-3058,-15-12-364,6 7 459,-34-11-62,4 9-252,-9-1 146,11 0 0,1-2 50,-16-8-616,14 5 0,0-1 359,-20-11-62,3 1-34,4 2-33,0 2-22,-3 1-40,11 5-23,2 5 1,-2 0-3,7 3 0,0 0-8,-7-1 0,-3 0 10,4 2 1,-3 0 0,2 0 2,-7-1 1,-1 1-13,3 0 1,-4 0 0,1 0-1,6 1 0,1 0 1,2 0-3,-9 0 1,-2 0 1,-2 1 1,-5-1 0,6 2-1053,9 1 0,0 0 1060,-11-1 0,-7 1 0,8 1-1,14 0 0,0 1 22,-4 1 1,-8 1-1,-1 1 1,5 0-13,4 0 0,3 0 0,-4 1-6,-6 1 0,-4 1 1,-1 0-1,7-1 4,-13 3 1,4 0-310,9-2 1,-1 1-1,2-1 323,-12 2 1,2 0-20,1-1 0,-3 1 14,6 0 1,-4 0 0,2 1-14,6-2 1,1 1 0,0 0-16,0 0 1,0-1 0,0 1 5,-7 2 1,0 0-1,7-1-1,12-3 1,-1 1 12,-3 1 0,-8 1 0,-1 1 0,5-2 10,-13 4 0,1-1 4,-3 1 1,-5 1-1,8-1-16,10-1 1,3-1 36,-6 3 0,1 0-147,11-2 1,1 1 146,-16 5 0,0 1-45,19-7 0,0 2 6,-13 8 0,3 2 0,1 10-23,9-3 0,2 1 12,-2 7-6,11-2 0,2-1-11,7-2 11,2 0 0,2 2 222,6 20-225,3-19 1,3 2 2,5 2 0,4-1 586,5 2 1,6-1-548,7 1 0,5-2-79,11 0 1,4-2 48,-10-11 1,3-2-1,1 0-4,7 1 1,2-1 0,-2-1-1,-7-5 1,-2 0 0,4 1 8,4 1 0,5 1 0,-1 0 0,-3-1-436,-1-1 1,-3-1 0,2 1 430,2-1 1,3 3 0,0-2 0,-2 0 5,4 0 0,-2-1 0,1-1-359,0-2 1,0 0 0,-1-2 350,-11-3 1,-1-1-1,3 0-17,5-2 0,5-1 1,0 0-1,-2-2 17,3 0 1,-2-2 0,5 0-190,-10-1 1,3 0 0,3 0 0,0-1 0,-2 0 181,10-2 0,-1-1 0,0 0 0,2-1-189,-9 1 1,2-1-1,0 0 1,-1 0-1,-2 1 186,4-2 0,-2 1 1,0-1-1,5 1-14,-5 1 0,4 0 0,2 0 1,1 0-1,-1 1 0,-2 0-108,4 1 1,-1 1-1,-1 0 1,0 0 0,0 0 120,1 0 1,1-1 0,-1 1-1,0-1 1,0 2-71,1 0 0,2 0 1,-1 1-1,-2 0 1,-5-1 73,9 0 0,-5 1 0,0-1 0,-1 0 0,0 0 0,3-1-9,-1-1 0,3 0 0,1-1 0,-5-2-19,-3-1 0,-4-1 0,4-2-24,0 0 0,4 0 1,1-2-1,-4-2-32,4-4 0,-4-3 0,0-2 20,-1-3 1,-2-2 0,-2 0 48,-11 5 0,-3 0 0,1-3 18,13-11 1,2-4 0,-6 2 401,-4-1 0,-2-2-372,-5 3 1,1-2-1,-6 1-11,-6 4 1,-8-2 38,-3-17 1,-9-1-37,-10 13 1,-4 0-32,2-8 1,-5-2-38,-10 6 0,-7-1 0,-1 2 122,4 7 0,0 2 0,-4-2-88,-1-1 1,-2-4 0,-2 1 0,0 2-4,-9-7 1,-2 2 0,-2 2-3,10 11 0,-2 0 0,-2 2 0,0 1-10,-3 0 0,-2 2 1,0 2-1,1 1 3,-5-2 1,1 3-1,-5 0-78,7 6 1,-5-1-1,-2 1 1,0 1-1,4 2-166,1 1 1,2 2-1,0 1 1,-3-1-398,-4 0 1,-4-1-1,-1 1 1,1 1-1,2 1-1568,-2 1 0,1 2 0,2 1 1,3 1 2229,-3-1 0,3 1 0,4 1 0,-5 0 0,9 2 0,18-1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321C-7CC6-63CA-079C-1DEC27305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D71D0-F6C8-15CB-E575-226CB6BF0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EC776-656D-DF4C-4721-71FEF204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DBFBA-7ABC-DFC6-06BE-7B1336DC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9EDF8-FB2A-4688-D3F7-CE8367D9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9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9EBE-25B6-45DE-8064-FAF2926C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3A153-2AC8-4EA6-0139-1A80BF83B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19854-DCA5-D7D1-5276-BAA29965F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C8CC3-38DB-B280-5E05-5D0EBB65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2A6EF-280D-0F5B-B9CC-159A534FD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29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318D-4742-1F5B-4000-9AB9958F2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298C8-98DA-0A3C-DA43-D9FAF1C63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F2165-6FD3-1A7F-61D5-81600B4D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B4524-96B2-8CC1-0198-D44218674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39A99-7581-89FC-F411-8D1AA0A8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9301-777B-B87C-CA86-7B5FE0FD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9DE96-2902-4E00-895B-3E937AF3C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9BCE0-A62A-6582-7BD6-A0A35ACF8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8BAEB-A9A8-62CF-9094-A9117ACB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D1D5C-9083-9F9A-E801-2F1285D5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7A504-F0C5-3A85-2C11-F57A5518A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8448-8272-7331-459D-031F5144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535AC-F4A7-FB85-8B86-DDCD09560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CD360-E69F-6761-9A91-43DABF175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F6961-B0E2-2DE8-EC41-43413975C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E7BF7-4525-5FF8-4120-4991510BC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F6B10-3ABD-7A32-5577-A506FF17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3B1DE0-EBC0-160E-47F3-4D11E4A6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6F5E7-87C4-ECC1-BAE0-2E6E041D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6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81D8-1ED0-6274-2A99-AB6DE93A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6D1CD-F124-4A4A-222E-8E703B42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1DD48-EB3E-ECA3-29A8-AEE0D06E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B74B1-20D5-6D5F-838B-89DBC53C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1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71AB9-4DBE-3EDA-9349-9D376ECF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C1043-6725-BC69-568B-17413B1E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9D1F-2E58-79F3-8FFD-741ECD4F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3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3BD9-24EF-5A1A-76F8-87EF3979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89FA0-D5DB-1E89-C8B8-1F0DD7BD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FF8B2-3318-74AC-56BD-D9FF77C56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CAF91-FC66-E6A3-58CC-44513783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8FF87-36F3-2F1C-65BB-3E0ED972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775DA-F436-EBB4-853E-0A46B7ED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3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FBBF-E486-BB15-4E5D-3349454A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B1DD3-45D3-E5CF-20B4-29A199975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E39F6-4F36-4195-A2C7-37867C053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B10C8-5013-04B5-28C1-10F540DE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1B74A-A86E-F7A5-0883-45397148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27DF0-74CE-67C6-EE67-2EB858E4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9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2FA3-6C2A-50ED-167A-006DEBF0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BF5DA-B761-45B2-F738-F5CC1248F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83E47-0E9B-E0A6-96B4-71E6D5E6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FDFF6-E368-2A0D-913E-25B90B62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8957A-16C7-9271-54AD-74AC354A1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7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30839B-C3FA-A1A1-710D-E4026B710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F14F9-BFAD-BFE7-9CE1-BE119B8E6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3EC60-FC04-C9A7-A97C-F95B1DA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877AA-ED47-8BB7-72AB-9F81EA181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02A68-1129-2AFC-4796-64657685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6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FACD1-BCF8-9D1A-7405-5C372057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10574-80A9-AA76-413B-4F2DD873F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E5776-373C-787A-58DF-04C232FCF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0CF64-E08A-784D-9E0E-17DB0AD24F4F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F4FAD-F13A-296A-194A-6C3519411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DEA47-9FB0-AA36-22E2-B722133D6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20C2CE-42B2-1840-9FBA-6FF594EEF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6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FE1FB894-5923-A79B-DFE9-E13101797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FF6CAE-9EE1-E057-16F9-E868315FC657}"/>
                  </a:ext>
                </a:extLst>
              </p14:cNvPr>
              <p14:cNvContentPartPr/>
              <p14:nvPr/>
            </p14:nvContentPartPr>
            <p14:xfrm>
              <a:off x="599400" y="3164040"/>
              <a:ext cx="2568600" cy="1611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FF6CAE-9EE1-E057-16F9-E868315FC6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040" y="3154680"/>
                <a:ext cx="2587320" cy="162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1780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D200C768-D4D7-75DE-C7E2-971261745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E3D732-815F-52F5-9651-385A0715875D}"/>
                  </a:ext>
                </a:extLst>
              </p14:cNvPr>
              <p14:cNvContentPartPr/>
              <p14:nvPr/>
            </p14:nvContentPartPr>
            <p14:xfrm>
              <a:off x="1134000" y="901080"/>
              <a:ext cx="7227720" cy="282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E3D732-815F-52F5-9651-385A071587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4640" y="891720"/>
                <a:ext cx="7246440" cy="284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5615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F443C-C2E5-D7B4-BEF9-C98CD0A6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8A9B52-F21D-4851-48B3-2BB4906A4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4415DD87-CD9B-6176-D6A1-19B99D69B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E6FEB0-493C-7375-10D4-FED2D35D9414}"/>
                  </a:ext>
                </a:extLst>
              </p14:cNvPr>
              <p14:cNvContentPartPr/>
              <p14:nvPr/>
            </p14:nvContentPartPr>
            <p14:xfrm>
              <a:off x="831600" y="940680"/>
              <a:ext cx="6765120" cy="5330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E6FEB0-493C-7375-10D4-FED2D35D94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2240" y="931320"/>
                <a:ext cx="6783840" cy="534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9007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27E40-B316-FF45-55B9-A9E14730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3FD300-B137-BE54-5730-B61E2199C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3E39ABE4-5E0A-6784-A09A-64AFF03109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ECE1D5-6D90-D233-A037-31EFBBC231A4}"/>
                  </a:ext>
                </a:extLst>
              </p14:cNvPr>
              <p14:cNvContentPartPr/>
              <p14:nvPr/>
            </p14:nvContentPartPr>
            <p14:xfrm>
              <a:off x="162720" y="544680"/>
              <a:ext cx="11651400" cy="5671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ECE1D5-6D90-D233-A037-31EFBBC231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360" y="535320"/>
                <a:ext cx="11670120" cy="569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9425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2026-02-11T13:13:00Z</dcterms:created>
  <dcterms:modified xsi:type="dcterms:W3CDTF">2026-02-11T15:07:38Z</dcterms:modified>
</cp:coreProperties>
</file>
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notesSlides/notesSlide1.xml" ContentType="application/vnd.openxmlformats-officedocument.presentationml.notesSlide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3"/>
    <p:restoredTop sz="94682"/>
  </p:normalViewPr>
  <p:slideViewPr>
    <p:cSldViewPr snapToGrid="0">
      <p:cViewPr varScale="1">
        <p:scale>
          <a:sx n="126" d="100"/>
          <a:sy n="126" d="100"/>
        </p:scale>
        <p:origin x="232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4T13:34:09.29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1759 8965 18263,'-21'-8'409,"11"1"-140,34 7-11,12 0-40,-4 1 1,4-1-60,4-2 1,0-1-535,2 1 0,3 0 490,14-4 0,3-2-714,-20 2 0,0 1 0,5-1 624,9 0 0,6-1 0,2 0 1,-2 1-572,-3 0 1,-2 0-1,2 0 1,1 0 545,-3 1 0,2-1 0,0 1 0,0 0 0,-2 0-5,6-1 1,-2 1 0,-2 0 0,-1 1-4,4-2 1,-3 1 0,2 0 4,-10 0 0,1 1 0,1-1 1,-4 1-569,4-1 0,-3 0 0,1 0 573,-2 0 0,0 0 0,3 0 5,3-1 0,6 0 0,-2 0 0,-8 1-164,0-1 0,-2 1 164,-2 0 0,5 0 0,0 0 0,-7 1 197,2 0 0,-3 1-210,8-1 1,3 1 30,4 0 0,-4 1-17,-22 1 1,-1 0-1,7 0 1,-4 1 1497,-15 0-1831,11 1-280,-22-1 1360,5 1-755,-14-1 0,0 1 0,0-1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4T13:34:29.37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3028 2906 16880,'0'-9'2593,"1"2"-1734,5-30 1,2-5 177,-4 17-1026,3-19 0,-1 8-16,-5 31 72,3 26 73,0 42-112,-1-12-356,-6 6 1,-4 2 327,1-25 0,-2-1 0,-3 15 0,0 0-3,3-14 1,0-2 18,-2 16 85,6-19 414,2-15-179,2-9 224,5-19-358,2-6 660,6-16-750,1 1-56,0 2-56,-2 10-6,8-3-10,5 10-57,18-7-50,11 4 27,-6 5-80,-9 4 0,0 0-65,11-4 148,-17 4 1,0 1 30,5-6 74,-11 0 16,-11 1 61,-6-3 51,-5-2 56,-1-3 56,-3-2 23,1-3-29,1-1-145,0 7 162,2-4-185,-3 15-94,2 1 32,0 20-10,2 12-23,0 6 3,0 1 0,-1 4-243,0 22-736,-1-13 1,-2 2-1392,-1-3 1,0-2 2383,-1-3 0,0-2 0,0 10 0,0-20 0</inkml:trace>
  <inkml:trace contextRef="#ctx0" brushRef="#br0" timeOffset="498">3926 2866 22179,'34'-27'16,"-1"0"1,-6 4 0,3 3-340,30 7 1,5 7-1993,-15-1 1,2 2 932,-3-1 1,3 1-1,-2 1 1382,14-1 0,-7 2 0,-22 1 0,-4 0 0,18 0 0</inkml:trace>
  <inkml:trace contextRef="#ctx0" brushRef="#br0" timeOffset="706">4275 2794 22935,'-13'44'282,"13"13"1,5 3-3809,6-2 3316,0 0 0,1 1-1389,-4-21 0,-1-2 1144,0-4 1,0-1 0,5 24 0,-6-25-1</inkml:trace>
  <inkml:trace contextRef="#ctx0" brushRef="#br0" timeOffset="1463">4901 2854 21027,'40'-19'33,"-1"0"1,1 0 0,5-1-1,0 0 1,-1 3-197,13 2 1,-3 3-2107,1-2 1,-1 2 1814,-3 1 1,-4 3-3269,-12 3 1,-6 4 3721,-7 3 0,1 0 0,-22 1 0</inkml:trace>
  <inkml:trace contextRef="#ctx0" brushRef="#br0" timeOffset="1654">5144 2813 13609,'-4'0'7555,"1"0"-6507,3 0-785,-4 4-145,9 4 84,13 27-152,9 5-64,-8-7 0,0 3-702,-3 0 1,-2 1 367,-3-6 1,-1 1-2179,-1 12 0,-1-1 1761,1 16 0,-2-8 0,-3-24 0</inkml:trace>
  <inkml:trace contextRef="#ctx0" brushRef="#br0" timeOffset="2168">5879 2923 20554,'0'-5'2353,"0"2"-1844,0 3-470,5 54 6,2-11-238,-1 1 1,1 1 192,3 5 6,4 6-57,2-7 23,-2-10-98,8 9-48,-14-31 152,3 2 67,-8-14-34,-16-27 0,3 5 14,-6-14 1,-2-5 46,-4-17-115,6 11 1,1-2 109,4 4 0,2 2-11,-4-24-8,7 27 0,2-1 41,2 2 1,1 0-54,1 0 1,2 1-21,2-3 1,3 3-22,15-11 5,10 10-23,14 10 1,-5 10-1,0 10 1,2 4-290,-11 5 0,0 1 273,7-1 0,0 3-51,-5 4 1,-5 5 307,2 23-252,-23 4 29,-42 9-22,-2-31 1,-12-2 0,1-3-989,-8 4 1,-2-3-2263,7-3 0,-3-1 0,8-2 3053,10-5 0,6-3 0,-5 1 1,25-5-1</inkml:trace>
  <inkml:trace contextRef="#ctx0" brushRef="#br0" timeOffset="4487">8145 3012 17092,'-3'-7'5484,"1"2"-5030,2 5-314,0 0 5,-9-26-72,14 28 62,11 6-85,8 33-19,-6-11 0,-3 0 8,0 20 6,-11-6 39,-9-9 95,-4-12 106,-3-10-21,-1-9-96,-2-12-56,-2-10-62,-2-18 0,1-13-36,11 17 0,1 0-153,1-3 1,3-1 157,2 1 1,2 1 17,1 1 0,0 1 34,9-22-17,2 9-40,3 12 29,10 11-54,7 12 11,11 13-23,4 15-39,2 14 40,-27-11 1,-1 1-182,-2 3 0,-2 0 150,14 24-55,-12-3 105,-9-7 340,-9-9-236,-6-10 108,-1-9 37,-2-6 449,-1-12-583,1-10-42,-1-15-11,3-10-20,8-7-17,2 10-33,17-11 10,-3 24-68,11-3 230,-2 20 55,4 14-130,4 10-103,5 12-157,0 9-201,-1 6-633,-3 5-90,-4-1-609,-1-5-815,-2-8-1034,3-12-484,6-11 2408,-7-17 0,1-7 2670,15-8 169,-17 2 0,-4-2 2138,-1-10 970,-12 0-3359,-8 13 1981,-14-7-2228,-1 16-169,-8-4-284,6 10-59,5 1 163,3 3 60,2 0 192,4 0-263,19 0 41,-5 0-50,13 0 0,-8-6-47,-4-5 86,3-9-215,-10-8-266,-6-11-75,-11 6-150,-3 3-64,-4 13 29,-13 6 84,1 6 52,-14 4 184,6 12 333,2 14 54,6 13-9,9 11-95,8 7-192,12-19 1,4-2-822,5 14 568,5-16 1,3-3-184,6-4 167,6-4 0,3-3-59,21-2 274,-6-8 0,3-5 94,-13-8 0,-1-4 109,0 0 1,-2-3 107,-3-7 0,-3-5 148,11-22-305,-19 12 0,-3-5-116,-1-19 1,-5-3-936,-5 17 0,-3 0 858,-2-1 1,0-3 0,-3 3-70,0 1 1,-3 1-27,-3-7 1,-1 0 63,-2 4 1,-2 4 25,-9-11-140,0 14-70,10 29 187,2 10 732,4 18-527,0 22-62,1-8 0,0 2 114,0-3 0,2 3-194,4 18 1,1 9 0,0-6 278,-1-13 1,1 1-290,-1-1 0,2 7 0,1 1 0,-1-8-191,4 5 1,1-4-469,3 10 0,2-1-234,-1-9 0,2-3 9,-1-6 0,0-3-1772,13 15-417,-6-20-434,-9-20-59,-10-23 1960,-22-35 2136,4 21 0,-1-1 83,-4-2 1,-1-1 1146,-4 1 0,-1 1 1672,-22-12-1811,6 16 0,-3 3-546,8 6 1,-2 2-453,-4 1 1,3 2 288,-7 0 351,19 4-773,33-1-17,10 4 222,23-5-463,7 4 0,5-1-850,-5 1 0,2 0 732,11-1 1,1-2-75,-19 2 0,1-1 1,-6 0 190,17-7-67,-11 1 0,-4-5-108,-1-23-154,-7-2 8,-11-1 14,-19-1-281,-7 24 385,-12-19-431,7 28 922,-8-9-883,13 17-19,-2-1 11,6 10 2094,0 4-1670,4 19-17,10 33 7,-6-24 1,1 2-31,1 2 0,1 2-4,-1 13 1,0-3-29,-3 3 21,-1-7 1,-2 1-142,-2 7 114,-1-7 32,0-12 76,0-22 87,0-10 110,6-16 23,4-11-14,9-18-8,-1 5-11,8-13 40,1 4 22,-3 9-14,6-2 169,-4 28-247,3 4-38,7 18-201,-2 14-111,-7 2-149,7 14-296,1 2-38,2 0 108,-1-4-417,2-11 178,-5-13 320,18-3 401,-6-14 183,-2-5 97,-1-16 112,1-14-13,-1-4-147,-20 17 0,-3-1 232,0-10-50,-10 10-326,-8 11-45,-9 5-228,-10 17 250,0-1-89,-10 17-28,12 1-26,-2 11 10,10-7 5,6 9 27,21-1-24,-2-8-73,8-9 1,5-3 48,10-6 107,20 0 103,-13-17 58,-13-2 177,5-21-97,-21-1-70,0-16-138,-19 1-73,-11 1-80,-10 2-14,-6 9-54,-2 6-14,7 12-17,1 6-169,7 10 257,3 8-236,3 12-1323,13 9-2175,15 5 3933,22 4 0,-17-18 0,5-4 1</inkml:trace>
  <inkml:trace contextRef="#ctx0" brushRef="#br0" timeOffset="4901">11926 2864 17533,'4'-4'5375,"-1"0"-4262,-3 4-313,20-65-215,-20 38-454,6-12 0,-6 3-38,-29 20-46,-16 9-127,3 10 244,3 8 1,0 5 555,-13 16-668,16-7 1,2 3 552,-3 20-113,18 0-144,13-13-169,30 7-86,-4-24-289,14-4 0,4-4-587,15-12 122,-13-3 1,-1-3 52,9-11 495,-17-6 1,-2-4 32,-11 3 0,-2-3 25,7-17 0,-3-2 23,-8 13 0,-3-3 105,-2-4 0,-1-4 0,-2 3 81,0 0 0,-2 0 49,-3-18 1,-1 3 50,-4-2-64,-11 9 46,5 27 458,1 4-576,3 15 184,1 22-68,1 5-176,1 19 0,0 5-14,1 13-524,3-9 0,2 11 0,2-4-142,3 1 1,1 0-533,-1-1 0,1 3 1,0-3 665,2 5 0,0-5 0,-4-19 1,0-4-1,-1 4 0</inkml:trace>
  <inkml:trace contextRef="#ctx0" brushRef="#br0" timeOffset="5721">12318 2815 14874,'-1'-4'5445,"1"0"-3065,0 4-2290,-15-44-118,11 33-6,-13-28 46,11 52-12,0 11 16,6 18-4,12 1-12,15 8 5,13-8-620,-7-11 598,6 0-39,-17-8 45,-6-1-78,-20-1-40,-9-10-505,-23 1-1096,-7-3-1958,9-4 0,-2-3 3688,-25-1 0,15-1 0,24-5 0</inkml:trace>
  <inkml:trace contextRef="#ctx0" brushRef="#br0" timeOffset="5862">12266 2838 22931,'-25'20'-165,"0"0"0,1 6 1,2 0-1,3 5 0,4 2 1</inkml:trace>
  <inkml:trace contextRef="#ctx0" brushRef="#br0" timeOffset="6588">2321 3755 25796,'54'-7'209,"0"0"1,0 0 0,6 1-1,0 0 1,1 1-198,0 3 0,1 1 0,4 0-883,-10 0 0,5 0 0,2 1 0,-2 0 0,-3-1 819,-1 1 1,-4-1 0,0 1 0,6 0-104,-4-1 0,4 1 0,3 0 0,0-1 0,-1 1 1,-3 0 167,-2 0 1,-4-1-1,0 1 1,2 0-1,5 0 16,-7 0 1,5 0-1,1 0 1,3-1 0,0 1-1,-2 0 1,-1 0 0,-3 0-10,2 0 1,-4 0 0,0 0 0,-1 0 0,2 0 0,3 0-128,1 0 1,2 0-1,3 0 1,0 0-1,1 0 1,-1 1 0,-1-1-1,-4 1 81,4-1 1,-3 1 0,-2 0 0,1 0 0,0 1-1,4-1 22,-6 0 0,1 0 1,1 0-1,2 1 1,0-1-1,0 0 1,0 1-1,0-1-7,1 1 1,0 0-1,1-1 1,-1 1-1,1 0 1,0 0-1,0 0 1,0-1-28,-6 1 1,0-1-1,-1 1 1,1-1-1,0 1 1,0-1 0,1 1-1,1-1 1,2 0 11,-5 0 0,3 0 0,1 0 0,1 0 0,0 0 0,0 0 0,0 0 0,-1-1 0,-2 1 0,-1 0 0,-2 0-41,12-1 0,-3 1 0,-2 0 0,-1 0 1,0-1-1,2 1 0,4-1 12,-9 0 1,3 0 0,2 0 0,1 0 0,1 0 0,-1 0 0,0 0 0,-2-1 0,-3 1 0,-2-1 16,4 1 0,-3-1 1,-2 0-1,-1 0 1,0 0-1,1-1 0,2 1 4,2 0 0,2-1 1,1 1-1,0-1 1,1 1-1,0-1 0,-1 0 1,0 0-5,-2 0 0,0 0 0,0 0 0,0 0 0,0-1 0,-1 1 0,1 0 0,-1-1-3,-1 1 0,0 0 0,0-1 1,-1 1-1,1-1 0,-1 1 1,0-1-1,0 0-7,7 0 0,0 0 0,-1 0 0,1-1 0,-1 1 0,0-1 0,0 1-4,-2-1 0,0 0 0,0 0 1,0 1-1,-1-1 0,1 0 1,-1 0-41,-2 0 1,1 0 0,-1 0 0,0 0 0,0 0 0,-1 0 0,0 0-93,7 0 0,0-1 0,-1 0 0,0 1 0,-1-1 0,0 0-376,-4 1 1,-1 0 0,0 0 0,-1 0 0,0 0 0,-1 0 536,10 0 1,-1-1-1,0 1 1,-4 0 0,-5 0-1,4 0 1,-6 0-1,-3 1 1,11-1 0,-1 0-1</inkml:trace>
  <inkml:trace contextRef="#ctx0" brushRef="#br0" timeOffset="10867">1823 5181 15799,'6'-52'1402,"0"0"0,-1 3 0,0 4-582,-4 11 1,0 4 3,1-16-186,-2 6-257,0 22-297,0 9-95,0 6-79,0 5 118,-1 15-5,1 11 5,0 22-28,0 8 11,-1-9 3,1-13 0,0-1-3,-1 8 6,0 13 0,1-28 22,0-13 235,0-8 269,0-10-442,0-11-67,1-15-17,0-2 11,1-3 0,1 0-12,0-5-2,1-6 0,1 1 3,-1 9 39,-1 1 0,0 3 39,-2 11-50,1-4-78,-2 19-51,0 5 50,-1 11 45,1 10-16,0 4-35,1 34-16,2-24-302,1 9 0,1 1-292,1-4-2803,0 7 0,0 1 2605,-2-1 0,0 4 0,-3-33 0</inkml:trace>
  <inkml:trace contextRef="#ctx0" brushRef="#br0" timeOffset="11262">2351 5087 14191,'-3'-1'5781,"1"1"-2578,2 0-3040,-32-7-96,24 5-45,-24-5 62,41 7-50,4 0 0,13-1-18,-3 0 1,19-2 6,-11-1-12,5-1 62,-4-2 61,-18 3 101,2-1-5,-12 3-141,-6-1-72,0 2 6,-9-4-12,2 4 6,-10-2-101,11 2-331,-2 0-44,8 0 459,6 8 0,-3-5 0,4 5 0</inkml:trace>
  <inkml:trace contextRef="#ctx0" brushRef="#br0" timeOffset="13120">3745 4811 14270,'6'-49'1445,"0"0"1,-1 11 0,-2 5-304,-8 5-92,-8 17-827,-1 4-153,-2 6 206,-11 22-105,1 11-89,5-4 1,0 3-253,-10 20 236,12-13 1,1 3-1661,3 5 0,2 2 1619,1 1 0,2 1 3,1 7 0,5-3-11,4-19 0,5-3 14,13 14 1,5-4-211,3-6 180,5-4 1,4-6 43,14-15 165,-1-2-35,10-17 3,-20-10 3448,8-25-3370,-21-12-114,-20 16 0,-5-1-44,-9-21-28,-1 30 0,-1 1 87,-3-6 228,10 0-340,11 9-45,13 1 50,28 11-50,-17 6 40,26 14-18,-31 9-11,8 15-62,-16 0 1,-3 2-241,9 21 98,-12-21 0,1 1-1602,-1 1 0,0-2 1795,10 17 0,-4-5 0,-4-18 0</inkml:trace>
  <inkml:trace contextRef="#ctx0" brushRef="#br0" timeOffset="13814">4457 5088 23058,'-19'-3'129,"5"-4"-23,31 34-5,5-15 5,16 1-50,-8-9 56,13-9-11,-8-5 22,8-10 124,-5-12-163,-16 8 128,-6-18-88,-24 19-29,-1-5 50,-18 7-33,-3 8-5,-20 2-96,17 5 17,-15 15 6,27 6-6,-4 16-34,13 8 0,7-2-2,4-4 0,3 1 8,8 17 0,-1-13 0,3-1 2,3-7 1,3-2-343,6-3 1,1-2 350,19 11-3,-2-19 1,2-5 2,-12-6 1,1-4-1,16-2 0,1-4-6,-19 0 1,0-4-226,17-15 1,-2-3 242,0-6 3,-15 7 0,3-6 0,-6 2-1083,5-17 1072,-13 11 0,1-8 0,-5 2 7,-5 1 1,-4-1-219,4-8 1,-2 0 239,-6 5 1,-6 3 315,-5 7 0,-5 3-175,-6-3 0,-2 4-112,-12-14 406,-6 24-456,24 34 1134,2 11-1152,3 24-2,9-16 0,3 3-72,4 7 0,2 1 63,-1-5 0,3 0-11,7 12 1,5 3-88,8 1 1,2 0-353,-11-17 0,2 0 0,0 0 250,5 3 1,1 0-1,-1-3-407,5 4 0,-1-3 44,-9-11 1,-1-1-4580,20 18 5148,-22-24 0,-3-5 0,-10-8 0</inkml:trace>
  <inkml:trace contextRef="#ctx0" brushRef="#br0" timeOffset="14013">5157 5136 23175,'40'-28'32,"0"0"1,0 0-1,-2 3 1,1 0 0,-1 7-25,10 9 1,0 5-520,-4 0 1,-1 0 194,-4 2 0,-3 0-568,13 0 884,-1 9 0,-32-5 0,3 5 0</inkml:trace>
  <inkml:trace contextRef="#ctx0" brushRef="#br0" timeOffset="14929">1990 6242 20296,'-12'-6'555,"3"2"-354,9 7 1,1 4 55,-6 7-145,-2 0 79,-28 17-102,-3-8-44,-10 6 81,17-17 1,0-3 175,-7-2 23,-9-3-174,25-9 29,9-13-68,14-14-51,12-6-27,14-9-12,15 8 6,5 5-28,1 10-11,-5 9-11,-4 16 22,-12 7-6,4 31 0,-18 2 12,-7-8 0,-3 2-6,-9 1 0,-6 0-743,-8 7 1,-3-1 739,1-6 1,-4 1-10,-5 3 1,-6 2 0,2-3 11,-4 1 0,0-2-240,3-4 0,-3 2 0,3-4 254,4-5 0,1-6-25,-6-2 0,3-6 286,-2-6-29,-7-10-106,25-17 1238,10-10-1355,6 1-29,25-16-5,10 15 311,-5 10 0,4 3-334,1 7 1,2 4-79,3 4 0,2 4-210,2 3 0,1 4-851,3 3 1,0 2-1455,2 1 0,0 1 2027,-5-1 1,-3-1 0,11 4 0,-22-9-1</inkml:trace>
  <inkml:trace contextRef="#ctx0" brushRef="#br0" timeOffset="15123">2440 6615 20065,'45'-12'-1405,"-1"0"1,1 0 0,6-5-1,-6 5 1,-5 8 0,-29 3-1</inkml:trace>
  <inkml:trace contextRef="#ctx0" brushRef="#br0" timeOffset="15824">3796 6769 19703,'-8'-47'1372,"1"0"0,0 6 0,1 8-996,0 18-376,-5 31-4252,0 16 4258,0 14 329,5-3 1,2 4-426,3 2 1,0 2-107,0 9 0,0 3-720,1 0 0,0-1 338,0-12 1,-2-2-5,1-5 0,-1-3-326,-4 20 460,2-26 3004,1-25-2646,2-26 359,0-21 157,-1-23-324,-1 23 0,0-3 158,0-6 1,-2-3-58,0 5 1,-1-2-1,1 2-91,0-3 0,0 0 35,-1 4 1,1-3 0,0 4-152,2 2 0,0 3 135,-1-10 1,3 0-20,6-3 0,3 3-93,-3 15 1,2 3-1,11-8 1,4 4-206,23 2 186,-17 14 0,5 3-23,17 6 1,0 5-6,11 3-14,-9 15 0,-5 9-3,-9 20 11,-15-10 1,-4 3 22,-11-2 0,-7-1 16,-8 1 1,-6 0-1,-6-2 1,-4-1-12,-8 0 1,-1-3-1,5-6 1,-1-2-155,-12 5 1,0-2-132,-8 0-846,17-8 0,2-3 1524,3-6 0,13-4 0,11-3 1</inkml:trace>
  <inkml:trace contextRef="#ctx0" brushRef="#br0" timeOffset="16241">4554 6420 21959,'-40'32'315,"0"1"0,0-1 1,-6 4-1,9 3-301,21 5 0,13 0 17,12-9 0,7-4 30,22 18-27,7-9-458,-16-27 0,3-5 553,22-1-40,-20-6 1,0-3 100,27-12 12,-13-13 0,-13-10 143,-13-9-216,-11-4-34,-11-5-22,-10 16 0,-3 1-17,-10-17-34,3 22 1,-1 2 33,-9 2-96,-1 9-16,15 10 63,4 7-500,10 12-784,8 8-1523,6 12-7031,15 16 7938,-7-17 1,0 1 0,-16-24-1</inkml:trace>
  <inkml:trace contextRef="#ctx0" brushRef="#br0" timeOffset="17114">5233 6502 13821,'0'-3'6072,"0"1"-2498,0 2-2701,-35-63-514,25 40-219,-9-13 0,1 2 156,14 20-189,1 6-73,0 2-17,3 6-17,-2 0 11,0 0-11,0 1 0,-4 3-6,3-1 23,0 1-17,1-3 107,2 0-102,0 0-27,-1 3 27,0 6 1,2 3-6,6 9 11,14 10-11,-1-7-3,3-3 1,2 1-10,9 4-10,-7-6 0,-2 2-192,0 15-139,-16 0-386,-24-1-672,-15-7 357,3-10-1937,-9-5-627,7-13 190,-12-20 3048,10-8 1007,3-20 107,16 10 1562,7-11 1328,12 2-768,3-7-1808,1 13-314,-2 12-532,-7 22 38,-2 6-77,-4 12-85,0 3-8,-7 16 0,-2 3-392,-1 4 302,1-4 1,0 4-572,2 0 0,2 0-1927,3-4 0,1 1 1861,-2 11 0,1-2 0,3 2 0,3-23 0</inkml:trace>
  <inkml:trace contextRef="#ctx0" brushRef="#br0" timeOffset="17458">5655 6688 22767,'35'-52'625,"-1"0"0,-4 9 1,-6 3 29,-8-13-358,-8 10-166,-2 9 1,-3-2-310,-4 3 1,-2-1 252,-2-2 1,-3 0 5,-2 1 0,-2 1 3,-1 3 0,0 2 6,-7-10 314,2 12-364,12 19 51,0 3-63,7 18 17,3 14-34,1 5 3,1 7 0,-1 5-6,-1-9 1,-2 2-874,2 19 1,-1 2 844,-2-19 1,-1 0-202,0 24 0,0-2 64,0-29 0,0 1-506,2 10 1,1 6 0,1-6-335,2-10 1,2-2-1702,2 11 1,4-2 2697,8-2 0,-7-19 0,-7-12 0</inkml:trace>
  <inkml:trace contextRef="#ctx0" brushRef="#br0" timeOffset="17622">5590 6635 23892,'14'-42'-329,"0"-1"1,7 3 0,7 10-238,2 21 0,6 6-3704,14-3 1,1 0 4269,-15 3 0,-2 0 0,26-2 0,-27 3 0</inkml:trace>
  <inkml:trace contextRef="#ctx0" brushRef="#br0" timeOffset="18904">1630 8057 8942,'-9'-2'5367,"2"0"-4292,7 2 23,0 0-241,-3-6-146,4 3 107,-3-5-56,3 5 2173,-1 2-2560,0-1-207,0-5-39,0-6-90,0-2 40,0-7-23,1-8-28,9-2-12,9-8 7,13 7-18,-2 8-33,21 0 12,-23 16-35,32-1 40,-35 14-28,29 19 11,-28 5 11,5 18 11,-19-10-10,-21 23 16,-11-14-1691,-3-7 1,-2 0 1701,-11 5-6,14-20 1,-2 0-775,-4-4 1,1-3 847,-3 2 16,-19 6 280,25-23-129,12-6-173,-3-1 2603,16-16-2648,14 2 2522,16-10-2550,17 5 22,10 7-14,-25 11 1,-1 3-15,1 2 1,0 2-12,28 11-5,-8 9-17,-17 9-23,-16 7-72,-23 6 27,-8-6-106,-13-6 1,-5 0-24,5-7 1,-2-2-582,-12 10 0,-1-2-270,4-7 1,0-3-2538,1-4 0,1-2 2833,-22 4 1,21-10-1,17-5 1</inkml:trace>
  <inkml:trace contextRef="#ctx0" brushRef="#br0" timeOffset="19171">2374 8197 21569,'51'-16'-279,"0"0"1,0 1 0,1-1 0,-7 2 0,0 0 0</inkml:trace>
  <inkml:trace contextRef="#ctx0" brushRef="#br0" timeOffset="20091">3833 8339 21047,'6'-56'825,"1"1"0,0-1 1,-1 11-446,-3 25-150,0-1-146,-2 16 17,-1 4 162,0 0-252,0 5 0,0-2 29,0 7-35,0-5-10,0 2 66,0-4 819,0-1-880,1-5 6,-1 2-6,0-4 0,0 4-589,0 1-1304,2 10 1893,7 9 0,-5-5 0,4 2 0</inkml:trace>
  <inkml:trace contextRef="#ctx0" brushRef="#br0" timeOffset="21416">3866 8345 12578,'0'-7'8250,"0"1"-7583,2-56 274,-2 31-591,1-8 0,0 1 406,-1 12-554,0 13-180,0 6-22,-1 10 67,0 17-11,-3 41-44,2-6-454,0-1 0,0 6 430,1-19 1,1 2 0,0 1-170,2 11 0,1 1 0,1 0-239,0 0 0,2 0 0,1-2-301,1-4 0,1-1 0,3-2-2788,8 9 0,1-6 3509,-6-15 0,-1-3 0,11 14 0,-19-34 0</inkml:trace>
  <inkml:trace contextRef="#ctx0" brushRef="#br0" timeOffset="22834">3939 8214 8987,'-1'-4'7405,"-1"1"-3349,2 3-3357,-45-52-267,33 32-332,-12-12 1,8 0 28,34 8-76,7 5 0,3 1-13,18-9-294,-4 7 1,1 2 278,-11 8 0,-1 1-11,9-1 0,0 2-9,-3 3 1,-1 4-6,-3 4 0,-2 4-17,19 15 6,-18 16 33,-19 8-33,-27 8-11,-2-24-1,-5-1-1599,-18 9 1,-4-3 1615,12-10 1,-1-1 5,-17 8 0,-1-4-82,18-13 1,2-3 56,0 1 0,-1-2-213,-4-2 0,3-5-801,0-9-8792,-3-14 8441,24 3 1,8-3-1,3 14 1</inkml:trace>
  <inkml:trace contextRef="#ctx0" brushRef="#br0" timeOffset="23687">4739 8215 18016,'2'-51'1038,"-1"0"0,1 2 1,-1 9-87,-1 21-151,0 1-745,0 9-67,-1 13 45,1 13-18,0 5-16,2 20 34,3 1-12,4 15-19,-1-23 0,2-1-14,4-2 0,1-2 50,18 22-3202,16-22 3259,-17-23 133,18-20-451,-4-24 373,-8 3-190,-13 5 1,-4-3 284,-2-16-117,-9 11 0,-3-2-34,0-24-53,-7 29 0,-3 2 14,-2-2-5,-7 4-29,5 15 2721,-1 3-3421,4 13 133,3 13-2866,8 13 738,0 1 2673,13 17 0,-13-29 0,5 9 0</inkml:trace>
  <inkml:trace contextRef="#ctx0" brushRef="#br0" timeOffset="24006">5466 8404 16857,'8'-4'5063,"-2"1"-4524,-6 3 256,24-79-140,-15 37-674,3-5 1,0-3 331,-9 16 1,-3 0-1755,0-3 0,0-2 1480,0 2 1,0-2 105,1-19 1,0 1-462,3-4 375,-1 23 0,-1 2 294,2-12-191,-2 30 18,-2-1-180,0 15 3090,-3 14-3068,-2 15-25,-1 10 1,1 4-43,-2 21 108,3-5 1,3 5-188,10-3 1,3-1-853,2 5 0,3-1 587,2-2 0,4-2-872,6-3 1,2-5-807,-4-12 1,1-1 1511,7 7 1,-2-2 0,6 2 0,-12-14 0</inkml:trace>
  <inkml:trace contextRef="#ctx0" brushRef="#br0" timeOffset="24197">5476 8189 22699,'35'-47'-514,"0"1"1,2 3 0,5 9-1053,3 23 1,1 6-1063,-7 0 1,-1 0 2627,4 1 0,-5 1 0,-8 0 0,-1 2 0</inkml:trace>
  <inkml:trace contextRef="#ctx0" brushRef="#br0" timeOffset="25058">1724 9751 14398,'0'-5'5831,"0"0"-4750,2-56-415,0 33-531,-1-7 0,1 1 554,0 11-437,-2 16-213,1-2 34,-3 23-17,0 0 50,-5 27 6,-2 2-11,-3 18-1761,7-20 1,2 0 1670,-1 16-6,5-18 1,4-2-54,10 5 81,11 1 12,6-13 28,6-15 17,3-21 5,6-17-23,-22 5 1,0-4-216,2-4 1,-2-1 256,0-1 1,-1 0 3,-3-1 0,-2 1 3252,12-20-3089,-11 12 27,-10 15-208,-5 11-88,-5 8 4,-6 16 726,-2 8-736,-7 20-23,3 8 28,4 7-50,5 6-357,6-30 1,0 1-232,4 21-3756,6-13 0,3-1 4383,6 5 0,2 6 0,-12-34 0</inkml:trace>
  <inkml:trace contextRef="#ctx0" brushRef="#br0" timeOffset="25248">2528 10117 20371,'37'-23'-517,"0"1"1,-1-1 0,7-8 0,-9 9 0,-14 22-1</inkml:trace>
  <inkml:trace contextRef="#ctx0" brushRef="#br0" timeOffset="25972">4177 10265 19462,'-3'-58'1600,"0"-1"0,0-6 0,1 12-6734,2 28 5156,0-7 1169,-5 53-1196,1 0-9,-2 17 0,-2 8 14,2 2 0,0 2 0,-1 10 0,1 3 103,2-19 1,1 0 0,0-2-146,2 14 0,0-1-115,-1-1 1,2 1-234,0 7 1,0-4 271,0-20 1,0-1-135,0 4 0,0-4-274,0-14 431,0-5 2888,-4-22-2871,-4-20 207,-9-25-31,6 15 0,0-4-565,-1-8 1,0-2 606,0-6 0,2-3 42,-1-2 0,2-2-37,2 0 1,1 0-6,1 3 0,1 0-39,3-6 0,2 3-82,0 20 1,2 2-6,0-3 0,4 3-145,9 4 1,2 4 135,8-7-30,11 1 0,7 4-9,-4 19 1,2 4 7,7-4 1,2 5-312,0 10 0,-2 5 315,-17 0 0,-3 4-18,6 9 1,-3 3 1047,12 24-1081,-3 0 11,-26-10 1,-12 1 66,-20-4 1,-6-2-6,7 1 0,-4 0 8,-24 3 1,-6-5-12,14-11 0,-3-2-83,-1-2 0,-3 1 0,2-3-778,-4 0 1,3-4-4053,4-3 1,5-4 3192,12-6 0,27-5 1,-3 8-1</inkml:trace>
  <inkml:trace contextRef="#ctx0" brushRef="#br0" timeOffset="26413">5011 9904 14717,'0'-4'5926,"0"1"-4245,0 3-1278,-86 16-266,62 6 1,0 2-122,-26-8 1,4 3-6,27 12 1,9 1 5,7-2 11,6 5 28,6-9 168,15-7-107,-4-10 158,18-10 13,-9-12 0,0-4 138,23-15-14,-13-4 0,-3-4-26,-4-9-224,-16 17 1,-5 2 111,-5-3 118,-5 6-420,-2 15 0,-1 2-56,1 21 73,0-1-118,0 32-11,2-16-302,4 8 0,2 2-393,7 9-136,6 9-71,6-9-510,0-16 1552,21 5 0,-24-17 0,6-5 0</inkml:trace>
  <inkml:trace contextRef="#ctx0" brushRef="#br0" timeOffset="27321">5659 9923 17361,'-2'-63'1030,"-1"1"1,1 17 0,0-1-1,0 5-554,2 5 1,0 3-231,0-1 1,0 0 666,-1-28-521,0 35 554,-3-6-1007,1 27 44,0 2 50,3 31-16,2 19-23,0-10 1,0 4-665,1 6 0,1 3 485,-1 6 1,0 2-382,-1 3 0,1 1-327,-2-19 1,1 1 0,0-1-2704,0 21 0,2-1 2999,-1-10 1,0-4 0,2 12 0,-2-30 0</inkml:trace>
  <inkml:trace contextRef="#ctx0" brushRef="#br0" timeOffset="27509">5560 10198 20464,'-20'-55'931,"1"1"1,1 5 0,5 8-842,12 14-168,13 6-208,16 5-532,27 2-721,-18 7 1,2 3-1081,7 1 1,1 0 2618,7 2 0,-3 0 0,7 1 0,-8 0 0</inkml:trace>
  <inkml:trace contextRef="#ctx0" brushRef="#br0" timeOffset="28054">6406 9805 23484,'-59'-8'126,"-1"0"1,5 4 0,7 8-93,11 26-23,14 0 0,4 2 12,-1 20-427,8-15 0,2 1 370,9 25-133,16-4-125,18-8 99,-8-30 0,4-4 0,5-3 0,3-5 22,4-6 0,1-4 42,3-5 0,-1-5 84,-1-4 0,-1-5-204,-3-2 0,-2-4 324,-4-3 1,-3-3 19,-5-2 0,-3-3 3,-4-1 0,-4-2 17,-2-2 0,-3 1 36,-2 1 0,-2 1 212,-1 4 1,-1 1 359,1-27-429,-4 25 166,0 7 177,-1 21-705,0 3 752,4 26-645,4 10-22,6 31-12,-7-27 1,0 1-291,-1 4 1,-1 2 286,-1 2 1,-2 0 0,-2-1 0,-1-1-3,1-2 0,-1-2-34,-3 24 23,3-20 39,2-19 152,3-14 55,9-17-101,14-13 6,14-14-64,-15 14 0,1 0 105,1 0 1,2 0-160,-1 3 1,0 1-56,27-10-23,-2 11-79,-6 11-61,-12 11-3254,4 33 3450,-21-4 0,2 4 0,-15-19 0</inkml:trace>
  <inkml:trace contextRef="#ctx0" brushRef="#br0" timeOffset="31243">2289 11549 12808,'3'-8'5645,"-1"2"-4978,-2 6 1260,0 0-1451,-27-20-275,15 14-145,-21-14-17,14 21-16,-8 8 10,-20 8-8,9-2 1,-1 2-4,-17 5 3,11-5 1,4-2-32,13-5-56,-8 2 12,31-9 67,3 1 78,11 3-22,2 4-34,4 1 68,0 8-6,-5 4 89,2 25-111,-6-10 33,-7 0 0,-1 0-51,-3-1-5,-1-2 0,-2 0 12,-3 10-24,-2 7 35,1-2 38,4-20-10,3-8 285,4-18 269,1-9-477,0-7-111,0-4 73,0-26-79,2 6-39,0-8 22,8 2-22,9 2-33,7 2-12,11 2 28,3 19 6,-5 8-28,14 12 28,-4 11-54,-13 1 1,-1 5-115,13 20 44,-9 5-257,-30 9-2029,-19-19 0,-3 0 1955,5-7 1,-3 1-1030,-14 13 0,-5-1 1013,-2-10 0,0-4 1,-6 11-1,-8-3 1</inkml:trace>
  <inkml:trace contextRef="#ctx0" brushRef="#br0" timeOffset="31459">2334 11479 18358,'2'-4'2134,"-1"1"-2363,-1 3-4773,74-6 5002,-37 3 0,4-1 0,-4 1 0,-19 2 0</inkml:trace>
  <inkml:trace contextRef="#ctx0" brushRef="#br0" timeOffset="31654">2789 11950 19686,'-3'0'3405,"0"0"-9364,3 0 5959,68-29 0,-52 22 0,18-7 0,0-1 0</inkml:trace>
  <inkml:trace contextRef="#ctx0" brushRef="#br0" timeOffset="33558">4518 11881 20179,'-6'-43'662,"0"-1"1,1 5 0,-2 5-237,-6 11 67,-8 3-286,-7 6-22,-9 13 0,-7 19-107,7 4 23,4 5 0,0 5-237,10-6 1,1 1 154,-10 13 1,3 2-12,8-8 1,5 1-7,4-4 1,3 1-72,5 21 81,18-11 10,12-12 28,12-16 1,9-20 5,7-21-446,-23 5 0,-1-3 437,1-6 1,-1-2 11,-1-5 0,-2-3-3,-2-4 0,-3-2-23,-4-5 1,-3-2-9,-3-3 1,-4 0-12,-2 11 0,-1-1 30,-3 4 1,-1-3 0,0 4 36,-1 3 0,1 1 31,-2-13 0,0 4 382,-1 0-415,-2 23-14,2 15-77,0 21 24,2 14-24,1 26 6,0-17 1,0 3-17,1 7 0,-1 0 19,0-7 1,0 3-4,-1 1 1,1 4-1,-1-3-8,1 4 0,-1 0-11,1-3 1,1 2 0,1-3-66,2 6 0,2-3-56,3-5 1,1-3-23,1-7 0,4-2-308,23 9 370,-9-19-12,18-24 124,-7-17 27,-1-5 57,-13 2 0,-1-2 72,0-11 23,5-15 980,-22 19-980,-8 8-62,-5 11-28,-3 6-45,-3 6-27,2 4-6,0 3-23,5 3 6,1 3 0,6 1 22,6-1-16,9-3-6,9-3 22,8-9 1,4-7 27,-1-10 46,-4-8-6,-8-7-23,-10-7-17,-8-4 23,-8-1 56,-6 8 0,-4 10-51,-6 14-50,-3 9-6,-6 15-10,-4 10-18,-1 17 0,2 12-5,8 12-294,13-26 0,2 1 302,3 2 0,3-1-3,2 1 1,3-1-89,3-2 1,3-3 104,23 23-28,13-14 3,-20-25 0,3-4 14,1-3 0,2-6 0,1-5 0,-1-5-197,2-4 0,0-5 217,7-15 0,-2-3-12,-12 11 0,-3-4 14,2-15 1,-1-9 0,-5-1-1,-9 11 0,-4-1 1,-1 0-425,4-5 1,1-1 0,-4 0 412,-3-1 0,-2-1 0,-3 5 22,-4 1 1,-2 3-4,-2-8 1,-1 0 19,-3 11 0,-2 4 143,-8-12-109,-4 16 288,12 24-406,-9 23 46,11 5-21,1 9 1,1 5-4,2 1 1,1 1 205,-2 15 1,2 3-206,1 6 0,2 2-311,0-18 0,1 1 1,1 1 255,0 0 1,2 0 0,0 1-227,4 7 1,1 1 0,1-3 55,1 1 1,2-1-200,3-9 0,2 0 0,3-6-525,4-7 0,4-5-107,6 3 0,3-5-373,2-8 1,2-7 187,-1-8 0,1-7 877,0-5 0,-2-5 767,-1-5 0,-3-3 493,-4-1 0,-3-2 280,-6 0 0,-4-1 969,3-22-683,-14 8 338,-11 13-1067,-9 10 1317,-7 10-1406,-14 6-194,11 5-388,-5 4-40,19 4-22,5 2 11,6 2 22,14 1-11,-2-6 34,18 0 17,-3-11 28,7-6 223,7-33-234,-20 16 50,1-29 27,-23 29 1,-6-5 6,-5 9-107,-1 9 72,-14 8-83,3 11-22,-13 9-35,-3 29 24,13-9-18,11-3 0,2 3 3,8 0 1,4 0-288,-2 23 281,8-17 1,4-2-26,19 7 20,3-17 0,6-3 8,2-9 1,1-3 2,3 0 1,2-6-1,6-10 0,1-6-634,-7-2 0,-1-4 668,13-7 0,0-4-6,-4-3 0,-1-6-7,-15 2 1,0-4 0,-3-2-17,-6 3 0,-3-1 0,-1-1 5,0 0 1,-2 0-1,-3-2 4,-3-2 1,-2-1-1,-4 0-3,0-9 1,-3-1 9,-2 12 1,0-2 0,-4 0 31,-7-20 1,-5 4-251,2 16 0,-4 4 228,-4 3 0,-2 6-23,-12 7-38,3 37 16,3 42 11,14-14 1,3 5-1277,0 15 1,2 1 1275,3-16 1,0 2-8,2 1 0,0 5 0,0-6 232,1-10 1,2 1-271,1 13 1,2 6 0,3-6-107,4-9 0,1-3 159,1 9 0,4-1-1957,13 0 1,3-6 1598,-13-18 0,1-2 0,3 4 0,-2-2 0,-3-7 0</inkml:trace>
  <inkml:trace contextRef="#ctx0" brushRef="#br0" timeOffset="34528">6754 11560 13586,'-4'0'6257,"0"0"-4432,4 0-1450,-19-3 46,30 0-270,-12-4-8,31-2 0,17-1-84,-10 0 0,2-1-526,21-4 1,2-1 516,-7 2 1,-2 0-9,-2 1 0,-2 1-23,-14 3 1,-1 0-76,26-7-459,-43 12-1267,-5 2 1782,-33 15 0,8-6 0,-4 5 0</inkml:trace>
  <inkml:trace contextRef="#ctx0" brushRef="#br0" timeOffset="34945">7417 11719 18067,'0'5'2935,"0"-2"-599,0-3-2196,-37 44 515,34-27-190,-21 29-157,50-41-123,10-10-62,9-7-67,-7-2 140,12-15-33,-24 3 10,5-13-5,-22 3 17,-15 1 11,-10 6-39,-12 9-23,-9 10-44,-3 13 5,-3 14-28,4 16-44,2 16-12,21-18 0,3 2-248,1 4 0,2 1 223,2 2 0,5 0-79,4 1 1,3-2-261,8 22 353,22-20 0,3-6 0,-12-10 0,4-6 0,0 0 0</inkml:trace>
  <inkml:trace contextRef="#ctx0" brushRef="#br0" timeOffset="40770">1916 3348 8742,'-3'-56'1145,"-1"1"0,1-1 1,0 1-1,0-8 1,0 3-1,0 4-669,1-4 0,2 6-126,1 15 0,2 3 161,7-23 444,5 19-854,-1 18 637,5 32-279,-7 31-313,-5-3 0,-1 5-819,-5 12 0,-3 4 693,-1-13 1,-1 2-1,0 1-44,-2 4 0,1 1 0,-1 0-154,0 3 1,1 0 0,1 0-331,2-2 0,2 0 0,2-1-611,2-4 1,3 0 0,4-2 1118,3-3 0,3-1 0,0-6 0,-3-2 0,2-6 0,17 18 0</inkml:trace>
  <inkml:trace contextRef="#ctx0" brushRef="#br0" timeOffset="41542">2164 2421 7565,'58'-10'502,"0"0"0,1 0 1,0 1-374,-7 2 0,0 2-1189,-11 0 0,2 1 1,1-1 1260,5 0 1,2-1 0,2 0-21,6 0 0,3-1 0,1 0-106,-11 2 1,2-1 0,0 1-1,1-1-553,6 0 0,1 0 1,1 0-1,1 0 470,-10 1 0,2 0 1,-1 0-1,2 0 0,0 0 4,2 0 1,1 0 0,0 1 0,1-1-1,0 0 7,-9 0 1,1 1 0,-1-1 0,2 1 0,-1-1 0,0 1 9,1-1 0,1 0 0,-1 1 0,1-1 0,0 0 0,0 1 9,0-1 1,1 0-1,1 0 1,-1 0-1,0 0 1,1 0-144,1 0 0,0 0 0,0 0 0,0 0 1,1-1-1,-1 1 199,2 0 1,-1 0-1,1 0 1,0 0 0,0 0-1,0 0 80,2 0 1,-1 0 0,1 0 0,0 0 0,0 0 0,0 0-157,-8 1 1,1 0 0,-1 0 0,0 1 0,1-1 0,-1 0 0,1 0 153,0 0 1,1 1 0,-1-1 0,0 0 0,1 1 0,0-1 0,-1 0-81,2 1 0,-1-1 1,1 0-1,0 1 1,-1-1-1,1 1 0,0-1 25,1 1 1,-1-1 0,1 0 0,-1 1 0,1-1 0,0 1 0,0-1-19,0 0 1,0 1 0,0-1-1,1 1 1,-1-1 0,0 1-1,1-1 31,-1 1 1,1-1 0,0 1 0,-1-1 0,1 1 0,-1-1 0,1 1-20,-1 0 1,0 0 0,0 0 0,0 0 0,0 0-1,0 0 1,-1 1 5,1-1 0,-1 0 0,0 0 0,0 1 0,-1-1 1,1 1-1,0-1-23,-1 1 0,0-1 1,0 1-1,-1 0 0,1-1 1,-1 1-1,1 0-4,-2-1 0,1 1 1,0 0-1,-1 0 0,0-1 1,1 1-1,-1 0 35,9-1 0,0 0 0,-1 1 0,1-1 0,-1 0 0,1 0 2,-2 0 0,1 0 1,0 0-1,-1 0 0,0 0 1,1 0-48,-2 0 0,1 0 1,-1 0-1,1 0 0,-1-1 1,0 1-44,-1 0 0,0 0 0,0-1 0,-1 1 0,1 0 0,-1 0 73,-1-1 0,0 1 1,0 0-1,-1 0 1,-1-1-1,-2 1 129,12 0 0,-3-1 0,-1 1 0,4-1 25,-10 1 1,2 0 0,2-1 0,0 1 0,-3 0 0,-3 0 31,3-1 1,-4 1 0,0 0-1,3-1-126,3 1 1,3 0 0,1-1 0,-1 1 0,-4-1 7,-2 1 0,-3 1 0,-1-1 0,-1 0 43,13 0 1,-1 0 0,-2 1 134,-4 0 0,-1 0 0,-1 0-142,-5 1 0,-1-1 0,1 1 86,6 1 1,1 0-1,-5 1-199,2 2 1,-3 0 581,6 0 0,-8 3-617,-13 8 1858,-19 3-2254,-10 5 1204,-10 8-1443,-5 9 398,1-4 0,-1 2-221,-5 17 237,4-7 0,1 3 54,3-11 1,2 2 10,0 15 0,0 2 137,2-12 1,3 2-249,5 3 0,2 3 1,2-2-95,4 5 0,3-1 11,-1-3 0,2 3 0,0-2-11,-3-10 0,0-2 1,-2 0-187,4 17 0,-6-1 167,-9-4 1,-10-1 284,-11-5 0,-10-4 161,-16-2 1,-9-7-455,9-11 0,-3-4 0,-4-3 324,7-3 1,-1-3-1,-3-1 1,-1 0-51,-11 1 0,-3-1 0,1-1 0,6-1 0,8-1 0,5-2 0,-1 0 0,0 0 0,0 0 0,0 0 0</inkml:trace>
  <inkml:trace contextRef="#ctx0" brushRef="#br0" timeOffset="48538">6512 4640 25885,'41'-25'1017,"0"1"1,-10 3-1,2 4-830,18 5 0,4 4-1198,-11 2 0,1 1 866,10 0 1,3 1-124,-15 4 0,2 2 0,-4 1-138,-1 1 1,-3 3-96,4 2 1,-9 4-127,-21 12-1470,-25 3 1456,-20 5 729,2-10 1,-3 0-64,4-1 1,0-1 292,-1-1 1,1 0 188,5 0 0,2 0 479,-21 17 118,10-6 1704,-7 4-1468,22-22-955,5-2-110,6-6 616,22-11-914,18-8 3,11-2 1,4-2-47,-11 4 0,1 0 63,5-1 1,4-2 0,-3 2 13,1-1 0,-2-1-6,6-2 0,-3-4 103,-12 1 0,-8-3-395,-12-14-464,-22 3-550,-45 6 748,25 19 0,-1 1 276,-9-3 1,0 0-20,9 4 0,0-2 431,-9-7 0,4-2-644,6-6 609,-8-14-304,35 12 561,13 8 313,2 5 181,43 16-236,-7 14-662,-15-5 0,2 2 169,0 9 1,-3 5-85,-5 0 0,-3 4-228,7 19 1,-5 7-701,-10-3 0,-6 1-1659,-4 0 0,-6 0 2426,-10-2 1,-4-6 0,0-9-1,-1 1 1</inkml:trace>
  <inkml:trace contextRef="#ctx0" brushRef="#br0" timeOffset="56016">4322 7318 10499,'-59'14'932,"1"0"0,0 0 0,12-2 0,2-2 0,0 1-25,-19 6 0,7-2-293,-1 0-231,21-6 0,9 0 704,22-4-512,38-5-465,2-4 0,5 0-1087,16-3 0,5-1 990,-11 0 0,2 0 0,2-1-475,6-1 0,2-1 1,2 1 436,-13 1 1,0 1 0,1-1 0,0 1-462,1-1 1,1 0-1,-1 0 1,1 0 417,-1 0 0,0 0 0,0 0 1,0 0 10,-3 1 1,1-1-1,-1 1 1,-1-1 20,12-2 0,0 0 0,-2 0 50,-7 2 0,-1-1 0,-3 1-218,11-3 0,-4 0 209,-18 4 1,-5 0 740,-2-2-974,-30 7 90,-26 4 1,-13 7 54,-3-2 0,-4 2-11,-2 0 1,-5 1 0,2 0 6,-10 2 1,-2 1 96,11-2 1,-6 0-1,-1 1 1,3-1-146,-2 1 1,1-2-1,-1 2 146,8-2 0,-2 0 0,-1 0 1,0 1 51,-8 0 1,-2 1 0,2 0 0,7-2 30,-5 2 0,1-1-68,5-1 0,-6 2 0,1-1 0,9-1 103,5-1 1,4-1-82,-12 2 0,8 0 26,17-3 1442,39-4-1465,34-10-15,-5 0 1,5 0 367,-6-1 0,3-1 1,2 0-425,9-3 1,2 0-1,3 0-47,-9 2 0,1 0 0,1 0 0,1 0-126,4-1 1,1 0 0,2 0 0,-1 0-851,-8 3 0,0-1 0,0 1 0,0 0 0,-1 1 1042,7-2 0,-1 0 0,-1 1 0,-5 1 0,0 0 0,-4 0 0,-5 2 0,-4 1 0,0-1 0</inkml:trace>
  <inkml:trace contextRef="#ctx0" brushRef="#br0" timeOffset="56972">6967 6372 6351,'-11'0'2191,"-24"-7"1,-3-2 1120,10 2-3107,-10-2 1,2-1 915,21 6-1128,6 2 549,9 1-279,23 1 82,-1 0-214,11 0 0,3 0 58,15-2 78,-9 1 0,7-1 1,-2 0-162,6-1 0,0 1-44,-5 0 0,4-1 0,-5 1 12,2 0 0,-6 1 116,14 0-195,-33 7 106,-37 9-20,-30 13-29,8-8 1,-4 1-275,-8 2 0,-2 1 292,-4 2 1,1-2-9,11-5 0,1-1 56,-10 5 1,4-2-15,0 2 1606,-6 7-1348,51-20-409,13-6 118,22-10 1,5-5-589,8-3 545,3-2 0,3-3 59,-11 1 1,-3-1-40,-6 4 1,-1-2 50,4-4 1,-6-3 674,-12-7-587,-5-8-179,-18 0-130,-10 1-5,-12 4 120,-3 3 170,-1 3 108,5 5 2,7 4 506,8 6-721,6 5-103,3 4 14,5 3 227,11 8-130,13 8-55,10 7 1,4 3 2,4 5-273,-3-2 1,-4 1 60,-11 5-363,-4 13-1211,-17 7-2060,-14-21 0,-4-1-3633,-10 18 6637,-11-2 1,20-33 0,5-5 0</inkml:trace>
  <inkml:trace contextRef="#ctx0" brushRef="#br0" timeOffset="62657">4387 9094 9817,'-10'0'5164,"2"0"-3960,8 0-257,-71 2-113,44-1-663,-13 0 0,3 0 327,24 0-599,9-1 79,1 0 134,13 1 129,38 1-191,-13-4 1,5-1-418,0 0 0,5 0 1,-1-2 366,10-1 0,3-1-588,-10 0 0,6-1 0,2 0 0,-5 1 524,1 0 1,-2 0-1,2-1-88,2 1 1,3-2 0,0 1 0,-2 0-1216,3 0 1,-3 0-1,0 0 1367,0 1 0,0 0 0,-6 1 0,-4 0 0,-5 1 0,-6 2 0,0-1 0</inkml:trace>
  <inkml:trace contextRef="#ctx0" brushRef="#br0" timeOffset="66037">9460 4386 16368,'-13'-43'1081,"-1"1"1,0-1-1,0-12 1,-5 12-834,-19 26 491,7 16-38,-9 13 27,1 36-567,24-15 1,3 3-996,0 4 0,3 2 776,3 14 1,5 5 86,4-11 1,2 2-1,0-2-516,-2-7 0,0-1 1,1 3 382,1 2 1,2 3 0,1 0 0,-1-2-185,1 8 1,-1-2 0,-1-1 75,1-9 0,-1-2 0,-1 4 69,-2 2 1,-1 4 0,-2-2 0,-1-9-45,-7 21 155,1-12 1,-5-6 669,-21-16-656,-18-16 94,8-8-69,12-14 1,3-10-60,7-22 0,5-5-19,3 14 1,1-1-32,4-7 1,1-5 0,4 5 31,8-16 153,9-1 1,2 1-8,7-1-116,2 6 1,4 2 353,-6 20 1,3 2-314,5-6 1,4 1-294,8-2 1,2 4-195,-8 6 0,0 2 180,-2 3 1,0 1-1663,21-2-2578,-9 11 2986,-10 3-816,5 6 3445,-28 4-1173,0 1 374,-10 1 2392,-9 3 1138,-6 0-1314,-1 2-1396,-1-2 1402,3-1-1203,6-5-262,0 1-586,7-2-25,6-6-161,21-9-176,6-4-37,16-8 3,-5 0 4,-12 4 493,4-12-161,-23 17 291,4-18-431,-16 22-35,-9-7-260,-5 11 28,-10 1 157,-4 4-385,7 4 178,0 4 114,11 5 32,0 7 1,3 19 74,1-7-103,6 3 1,2 2-180,9 11-152,6 8-339,9-4 89,-1-15 374,-5-11 1,3-3 20,20 2 171,11-12 154,-8-27 192,3-16-179,-13-4 24,-17 11 0,-1-5-456,-4-9 0,-2-2 358,0-6 1,0-2-55,-3 1 0,-2-1-16,-3-3 0,-3 1 44,-2 5 0,-1 2-143,0 7 0,-2 2 177,-4-8 1,-3 6 46,-6 12-393,-5 0 115,-5 26 758,5 19 196,-7 20-559,16-8 1,2 3-687,-3 27 509,13 0 0,5 3-120,3-14 0,3 0-61,0-3 1,2 2 0,1-1-228,9 8 1,2-3-565,0-4 0,-1-3-369,-2-6 1,-1-1-247,-6-7 1,-2 0-8360,3 17 9173,-10-19 1,-8-12-1,-1-13 1</inkml:trace>
  <inkml:trace contextRef="#ctx0" brushRef="#br0" timeOffset="66774">10146 4817 21149,'9'-45'22,"-1"-1"0,5 3 1,7 9-17,12 20 0,4 8-1195,6-3 1,2 1 745,3 2 0,5 1-1940,0 0 1,4 1 0,-4 1 1844,-7 0 0,0 0-170,2-1 0,2 1 0,-7-1 73,9-5 438,-4 0 1159,5-9 1445,-27 1 1393,6-7-952,-19 2 2497,-8 2-3946,-10 4-808,-2 6 475,-18 2-504,2 7-444,-14 8-91,0 12 224,-3 13-131,15 0 1,1 2 73,-5 21-152,13-18 1,6 0-38,18 13-971,16-5-704,20-8-262,15-11 304,-5-12-373,-5-14 0,2-4 208,-14-4 0,0-2 1245,17-5 1,-1-4 885,-12-2 0,-4-5 489,-3-2 0,-5-3-122,-7 7 0,-3-4 787,1-22 0,-6-3-481,-5 14 1,-2-1-210,1-18 1,-1 0-643,-3 21 1,-2 2 476,-3-9 0,-2 2-254,-3-5-190,-5-11-465,6 33 285,1 11-17,3 11-164,7 18 45,7 14-1,9 29-39,-9-21 1,-1 2 154,1 7 0,-3 4 26,-3 1 1,-3 3 0,-1-3 7,0-3 0,-1 0 14,-3-2 0,-1 3 1,0-6 402,-7 19-305,1-11 208,4-12-79,4-28 78,5-16 30,18-29-136,9-11 70,-6 10 0,1 0-193,1 2 1,2 2 15,-2 2 0,1 1-19,-1 4 1,-2 3 128,11-7-131,6 9-226,-11 18-138,17 10-778,0 15-437,-8 3 1413,-13-3 1,-2-1 0,-7-5 0,7 10-1</inkml:trace>
  <inkml:trace contextRef="#ctx0" brushRef="#br0" timeOffset="71064">9702 6030 26506,'-16'-29'-1218,"0"1"1,-23-8 1692,11 48 0,-2 11 489,0 0 0,-1 2-973,0 4 0,2 3 269,-1 5 0,2 0-146,6-6 1,2 0-48,-2 9 1,2 1-155,7-1 0,2 1 414,1 0 0,4 0-446,4 4 0,5-3-1007,20 17-195,18-13 277,15-17 818,-24-21 0,2-5 127,2-7 0,1-6 31,0-3 1,0-6 183,5-10 1,-3-2-35,-13 9 0,-1 0 152,2-7 1,-5 0 764,-10 1-444,-4-2-532,-11 13-438,-7 8 619,-5 10-284,-3 8 529,1 8-342,2 13-167,7-7 86,7 10-68,12-13-4,10 4 82,12-6-213,8-5-199,6-6 141,5-10 236,-19-4 1,0-2 52,12-6 71,-15 0 1,-2-3 419,1-10-126,-1-12-214,-11-3-16,-10-8-226,-8 18-61,-7-8-58,-3 19-113,-1-2 2,2-1-67,5 9 71,2-3 58,6 10 143,4 0 410,3 4 638,17 4-224,-2 5-132,16 1 41,-2 0-39,3-2 31,1-5 21,8-10-268,-17 2-484,10-14 355,-29 14 62,4-10-123,-15 8-254,0-2-99,-8 0-478,1 6-220,-3 1 70,1 6 215,-1 4 564,-1 9-188,-1 12 326,3 24-1892,10-14 1,2 0 1803,2 20-93,5-21 0,3-2-620,17 8-227,4-3-255,0-6-99,3-13 213,0-12 810,-8-9 0,2-2 586,13-4-85,-11-6 0,-3-4 621,-5-6-298,2-6 37,-20 3-217,-13 10-380,-6-4 3204,-16 4-3528,5 8 314,-9 0-122,15 7 0,1 1-135,7 2 383,18 11-79,-1-5 441,23 8-135,9-10 160,5-3-44,-1-3 14,-6-10 40,-7-12-162,-3-5 169,-7-3-414,-15-4-309,-12 1-446,-7 2-223,-10 4-70,1 17 274,-11 9 379,-15 24 498,-1 6-309,17-4 0,3 4 370,-8 23 93,15-10 32,12 8-160,16-12-647,20 14-356,13-11-507,6-4 788,-18-20 1,2-2 87,-1-3 0,2-1 117,11 0 0,3-3 137,11-3 0,0-4 271,-17 0 1,-2-2 173,17-9 0,-4-4 608,-5-10-196,5-6-114,-19-6-386,-16-7-439,-3 8 25,-8-17-92,-14 17-465,1 9 409,-17-4-515,3 25 291,-4-2 359,-13 23 944,8 8-451,-14 20 40,15-5 96,1 13-93,15-1-121,5-4-377,13-2-186,5-23-482,11-4 406,14-13 398,-4-9 1,1-4 159,22-10-51,-24 1 0,-4-1 136,-5-5 69,-8-10-86,-11 20 83,-5-9-536,-5 19-253,-9 8 381,-4 13-19,2 3 29,0 11-17,12 6 21,10-1-83,17 5 53,5-18 123,5-9 0,3-3-214,27-2-194,-15-5 1,2-2 396,-4-5 1,-1-3 86,0-3 1,-1-3 135,-3-3 0,-2-2 331,16-14-296,-27 0 1,-5-5-241,-11 8 1,-4-3-124,1-16 0,-3-3-86,-8 4 1,-4 1-80,-1-1 0,-2 1-47,1 11 1,0 1 32,-2-8 1,1 4-214,0-1 101,-2-5 77,9 30 105,0 18 578,0 19-209,-1 6-99,0 10 0,0 6-172,2-7 1,0 3 135,-1 20 1,1 4-527,5-4 1,1-2 487,-1-11 1,3-1-70,4 9 1,5-1-458,6-8 0,4-3 10,0-1 0,4-2-410,7-1 1,2-7 0,-5-15 0,0-6-276,17 2-1609,5-21 1913,-27-3-3998,-7-16 0,-6-7 4324,-12-16 1243,-14-3 0,-9 0 1187,-1 22 0,-4 3-595,-4-5 0,-4 5 924,-8 7 1,-1 6-56,-17-2-1418,17 5 1,1 0 280,-16-1-579,20 4 663,11 0-638,22 5-172,16 0 407,27 3-178,24 0-148,-3 1-740,-7 0 1,0 1 729,2 0-1554,9-2 1,-2-1 1333,-16-1-15,-4-1 0,-2-2-345,-13-1 250,11-8 215,-22 6-63,1-4 949,-17 6-1336,-10 4 3722,-7 1-3320,-8 8 55,-1 5-46,0 9-192,5 8-94,7-4-15,6 11 250,10-7-336,21 13-108,10-12 3,25-5-154,-26-18 1,1-4 463,3-3 1,-1-2 107,19-4 25,-16-7 1,-3-4 631,2-16-282,-11 10 1,-4-4 443,-6-19-3680,-25-5 2563,-4 19-142,-28 0 324,0 23 427,-14 2-310,1 14 20,2 10 255,6 13 215,6 12 186,10 9-114,12 10-722,15-28 0,4 0-349,6-1 1,5 0-100,7 0 0,4-3-205,7 1 0,4-3-416,6 1 0,0-3 73,-7-5 1,2-1-3882,16 4 1,-1-4 2457,-6-3 0,15 2 1,-48-15-1</inkml:trace>
  <inkml:trace contextRef="#ctx0" brushRef="#br0" timeOffset="72105">7093 7962 27819,'38'-27'766,"-1"1"1,13-13-784,-4 25 1,10 3-1,-5 3-2066,-4-1 1,-3 2 1927,10-2 0,-1 1-87,-14 4 1,-6 2 743,-5 2-802,-9 9 593,-37 12-285,-12 2 0,-8 2 208,-13 5 0,-4 1-294,17-9 0,-1 0 0,1-1 404,-20 10 0,4-3-78,22-11 0,2 0 1119,-7 7 1,6 0-603,15 2-63,-7 7-796,59-21-763,23-12 519,-16-3 0,5-3 70,-5-1 1,1-2-1,1-1 112,-4-1 1,0-2 0,-2 0 203,16-7 1,-6-2-176,-14 0 1,-10-3 21,-8-19-75,-34-15 14,0 19 31,-4 12 1,-2 2 88,-8-3 20,-6-3 95,3 3-293,11 11-115,9 5 13,8 9 935,15 17-591,11 7-22,21 20-23,-3-12 0,2 1-453,-3-1 0,0 0 437,2-1 0,-2 1-154,-5 0 0,-6 2-1392,3 24-1973,-24-3 0,-7 2 3610,-3-11 1,-4-1 0,-2-2-1,-2-4 1,-5-3 0</inkml:trace>
  <inkml:trace contextRef="#ctx0" brushRef="#br0" timeOffset="72862">9406 8031 20092,'8'-43'474,"0"0"0,0 0 0,2-14 0,-1 5 1853,-3 0-1485,-3 5 774,-6 28-1999,0-2 817,-3 18-636,1 13 3548,0 3-3062,-3 26-199,2 24-94,3-29 0,1 0 2,0 1 1,4-1-8,5 2 0,4-4-235,14 7 23,-6-14 1,4-2-765,26-1 645,7-12 370,5-17 218,-31-1 1,0-5 228,2-11 0,-2-4 145,10-14-98,-18 5 1,-4-3 382,-3-21-647,-7 25 0,-1-1-255,-1-24-12,-4 18-633,-8 20-588,-4 14 233,-7 13 1056,-2 13-164,-1 11-162,5 12-1343,7 7-1430,12 6-3315,11 3 6310,6-10 0,-6-17 0,-5-14 0</inkml:trace>
  <inkml:trace contextRef="#ctx0" brushRef="#br0" timeOffset="73350">10188 7939 28882,'16'-48'376,"-1"0"1,-2 6-1,-2 10-699,-6 24 400,-1 14-936,3 15 290,4 21 407,-2-12 0,0 3-261,1 4 1,1 3 66,3 10 1,0 2 134,1 0 1,-2 1 13,1-3 0,-2-1-116,-2-6 1,-1-3 304,1 10 132,-4-15-92,-4-15 97,-1-13-81,-7-15-106,-6-14 41,-3-5 1,-2-4-3,-7-17 30,4 3 0,2-3-178,6 8 0,3-1 181,-1-15 0,1 0-582,3 10 1,2-1 577,4 1 0,1-4 0,2 5 33,3 1 0,1 2-137,3-17 1,3 2 161,0 22 1,2 5 96,17-14-105,2 17 120,5 14 643,6 13-799,-13 11 1,0 3-11,12 8-61,-13 2 0,-4 4-80,-3 15-24,-6 13 68,-23-23 0,-9-1-26,-1-5 1,-7-2-91,-17 7 1,-4-3-76,10-11 1,-2-2 331,-3-1 1,1-4-4503,-8-5-5377,21-13 9156,13 0 1,12-1-1,2 6 1</inkml:trace>
  <inkml:trace contextRef="#ctx0" brushRef="#br0" timeOffset="75672">11235 7808 14055,'2'-5'5810,"-1"2"-1377,-1 3-3708,22-60 445,-13 26-1146,3-1 1,-1 0 244,-10 6-209,-9 14-476,-6-1 170,-3 6 143,-13 3-40,-14 9 355,-4 6 40,2 3 41,0 20 116,27-11 106,-15 24-188,20-5-303,6-7 1,1 1-145,-1 12-36,11-10 0,4-1-298,11-5-65,8 5 138,17-19 260,-19-11 274,34-20 252,-23-12-214,-9 3 0,-2-3-293,-4-3 1,-2-3 289,-3-5 1,-2 0-38,-3 6 1,-2-2 6,-1-21 0,-3-3-180,-2 17 0,-2-1-31,-1-16 1,-1 0-76,-1 16 0,-1 4-173,-4-16 146,-4 10-5,3 24-165,0 4 89,4 19 477,4 9-266,1 39-9,1-15-6,4 12 0,0 6-45,0-16 1,1 1 27,4 18 1,0 2-46,-1-8 0,0 0-767,3 0 1,0-1 512,-2-11 1,1-1-98,5 4 1,2-2-565,16 12 602,-7-22 0,4-4 124,25 2 317,-2-15 69,-16-21 0,-1-6 402,16-16-388,-15 4 0,-2-3 368,7-15-94,-18 6 1,-2-3 142,0-16-305,-9 18 1,-2-1 149,-5-15-401,-9 18 485,-11 6-645,-19 16 4,-8 4 48,-3 10 139,-15 18 60,22 6 13,-12 14 1364,23 3-1346,8 12 192,9-15-296,12 10 332,10-21-491,12 1 28,10-9 68,9-9 37,-8-8 212,16-18 166,-23-6-38,6-15-10,-21-1-52,-9 1-116,-11 4-191,-2 13 6,-16 5-44,5 13-42,-8 6 112,9 10 89,6 2 9,4 18-105,10-5 19,3 5 15,22 12-87,5-15 42,-7-8 0,4 0-4,11-5 0,0-3-27,-10-4 1,0-3 48,8-2 1,-2-5 137,7-15 80,-4-14-16,-6-12-85,-18 15 0,-3-3-392,-2-5 1,-2-2 298,0-7 1,-3-1 23,0-5 0,-1 0-24,-2 10 1,-1 0 14,0-16 0,-2 2 33,-5-9 1,2 21 1,-1 2 50,-6-4-25,2 16-96,4 14 6,2 12 122,3 28-25,3 12-56,0-6 1,1 2 103,2 4 1,2 1-116,1 5 1,1 1-547,0 4 1,1 1 480,1 1 0,-1-1 24,-3-11 0,0 0-242,5 13 0,-1-1-38,-4-18 0,0-1-303,3 12 0,1-1-1290,7 11-909,-1-18-4247,3-16 3862,-8-14 345,2-18 3162,-13-16 840,-9-15-1107,-12-8 2873,-14-2-1037,11 29 0,-2 1-355,-3 2 0,-1 1-316,-1 1 0,1 2-217,-16-9 1177,-5-7-1218,27 13-461,-1-8-357,25 9-142,17 3-83,19 1-51,18 2-110,-23 7 1,2 1 167,1 1 1,1 0-6,-1 0 0,-2 0 23,-2 2 0,-1-2 85,27-4-23,-23 2 52,-1-4 39,-23 3 23,-2-2 615,-7 2-550,-5 3 26,-5 2 41,-6 6-25,-5 5 16,-3 14-124,6 13-2,14 9-57,9-10 35,24 0 9,5-20-24,16-2 26,4-9 18,-1-12-59,-13-2 136,8-23-88,-26 4-46,2-19 5,-23 6-21,-12 2 9,-10 10 11,-10 11 57,-8 11 56,1 16 1,-3 6-90,7-3 0,0 4-190,-12 10 0,2 4 123,13-2 1,4 2-17,3 2 1,5 3-11,6-1 0,6 2 5,11 0 1,8-2-21,11 0 0,9-4-600,15-1 0,8-5 527,-12-8 1,3-2-1,2-1-783,3-2 1,1 0-1,1-2 888,3 0 0,2 0 0,-7-1 0,-3-2 0,-5 0 0,-8 0 0,0 0 0</inkml:trace>
  <inkml:trace contextRef="#ctx0" brushRef="#br0" timeOffset="79949">7990 9803 23414,'-20'-30'-34,"0"0"0,-12-17-273,38 45 1203,15 2-504,4 0-231,33 0-138,3 0 39,3 1-126,-18 1 1,-2 1 47,5 9 172,2 0-511,-44 12-64,-57 13 424,6-11 1,-3 0-456,4-2 0,-2 0 475,6-5 0,-2-1 0,5-2 160,-14 7-57,14-6 0,2-2-143,3 1 106,10-3 73,32-15-320,17-8 1,7-3-34,2 0 1,2 0-829,14-7 0,-1 2 832,-16 5 0,-1 1 31,8-5 1,-3-1 950,2-5-677,4-10-91,-30 12-14,-20-4-66,-25-2 25,-11-2 156,12 14 0,-2 1 374,-18-9-148,15 7 188,11-1-201,19-1 1529,4 4-1693,19-6 188,27 15-324,8 10-69,-19 2 1,0 7-80,-3 8 1,-4 7-472,-6 8 1,-8 5-1763,-5 5 1,-7 0 2339,-7 3 0,-5-4 0,-9 7 0,4-21 0</inkml:trace>
  <inkml:trace contextRef="#ctx0" brushRef="#br0" timeOffset="81682">10001 9822 19182,'-9'-46'938,"1"0"1,0 4 0,2 11-920,4 25-58,2 10 128,0 3 67,3 32-82,-2 4-38,2 12 25,-2-16 1,-1-1 38,-3 14-28,2-18 0,-2 0 180,-5 8 174,-1-16 221,2-13-94,3-8-266,2-13-221,1-1 108,0-31-116,2 1-40,1-11 0,1 15 1,2 0-25,6-14 7,-3 14 1,1 1-19,9-12 54,2 11-13,-1 12 1,1 10 22,-3 7-32,18 17-20,-14 0-19,24 19-6,-14 0-11,-8-6 1,0 3-1685,-3 1 1,-3 0 1661,11 18-35,-13 0 32,-12-23 68,-2 0 45,-1-10 67,0-7-33,0-10 3327,1-2-3336,10-26-8,4 1-13,11-18-9,-5 18-15,10-1-48,-3 20 45,0-2 2,4 14-15,-8 8-22,6 7-21,0 8 2,-9-3 0,10 13-50,-12-11 5,8 6 12,-7-12 45,-1-8 24,3-8 33,-4-6 60,21-18-83,-10-2 60,14-17-16,-13 3 8,-6 3 94,-8 6 11,-7 10-163,-5 9-39,-2 6-10,-2 5 28,0 7-6,0 7-17,0 13-55,3 10-146,6 7-203,10 4-581,11 1-1334,10 0-4127,7-5 5632,-4-12 0,-17-13 0,-11-10 0</inkml:trace>
  <inkml:trace contextRef="#ctx0" brushRef="#br0" timeOffset="81874">11045 9489 17267,'21'29'-1121,"-1"0"1,2 3-1,-2-4 1</inkml:trace>
  <inkml:trace contextRef="#ctx0" brushRef="#br0" timeOffset="82258">11334 9755 23938,'17'-38'32,"-1"18"26,-3 63-70,-1 4 12,0 0 32,-5 2-15,-3-20 62,-3 0 850,1-25-728,2-9-147,6-17 38,7-16 11,6-12-18,7-4-21,3 1-30,-11 24 1,2 2-3450,15-9 3393,-2 7-68,-2 20-145,-6 18-325,12 8-437,0 13-658,-17-5 0,-1 2-362,8 11-2111,-10-9 0,-1-1 4016,2 2 1,-3-5 0,-8-12-1</inkml:trace>
  <inkml:trace contextRef="#ctx0" brushRef="#br0" timeOffset="87732">12408 9599 20914,'-10'-44'477,"-10"22"-240,-16 62-90,14-15 1,0 1-264,-1 2 0,2 1 169,3-2 1,2 1 32,-3 22-14,19-8 79,18-8 12,17-10-1,15-12-127,-6-9 39,-4-10 1,0-5-235,-11-1 1,0-2 234,13-7 1,-2-3 14,-11 1 0,-4-1 46,9-29 177,-19 1-195,-26 2-68,-22 6-38,6 26 0,-3 4-198,-5 3 0,-2 3 212,-2 3 1,-1 4 66,3 2 1,0 4 308,-25 7-288,17 11-45,22 6 202,19 5-870,24 1-351,19-2-346,17-3 444,-24-15 0,1-1-82,1-1 0,0-1-13,21 4-22,-14-9 1,0-2 387,17-11 779,-19 2 0,-1-5 753,12-20 504,-21-9 321,-17-5-191,-24-1-441,-12 4-298,-10 4-233,1 7-194,8 8-255,11 7-309,8 7 763,16 5-488,16 8 5,23 10-59,-16-3 0,2 3-383,3 3 0,1 3 337,-2 1 0,-1 2-21,-4 1 1,-3 1-8,-6-1 0,-3 1-3,5 24-235,-18-4 161,-18-7 105,-12-9 149,-12-13 847,-3-14-683,0-30-258,15 3 11,7-31-39,28 7-15,0 15 0,5 0-359,9-1 1,5 1 282,6 0 0,3 2-521,5 3 1,1 4 26,1 4 1,0 3-968,-3 5 1,-1 5-3422,-6 3 1,-2 3 4340,11 3 0,-22 2 0,-18-3 0</inkml:trace>
  <inkml:trace contextRef="#ctx0" brushRef="#br0" timeOffset="88305">14319 9479 24226,'9'-44'508,"1"-1"0,-1 2 0,-2 8-415,-3 19-38,-1 3-88,-3 9 51,-3 30 17,-1 5 36,-2 31-202,3-23 0,2 0 118,5 2 1,3 0-53,0-2 0,4-2-61,6-5 0,3-5-64,12 1 284,0-16 0,2-5 277,17-8-118,-13-3 0,1-4 184,1-11 1,-2-4-579,12-13 561,-17 6 0,-5-4 352,-4-16-610,-12 18 1,-2-1 76,-1-29-331,-14 12-354,-11 11-427,-18 15-76,3 15 49,1 11-3989,14 19 4871,12 1 1,1-2 0,3-7 0</inkml:trace>
  <inkml:trace contextRef="#ctx0" brushRef="#br0" timeOffset="89050">15077 9544 29823,'-14'-11'-1894,"3"2"1856,17 42 1,7 14-810,-1-1 683,1 7 1,-1 6 67,-7-3 0,-1 0-1074,1 0 0,0-1 1117,-4-1 0,-2-4-262,-1-10 0,0-6 912,-1-2-706,-1 11 1200,3-34-793,1-7 1,0-29-203,1-26-60,-1 7 0,-1-4-516,0 0 0,-1-2 455,0-7 0,-1 1-15,-2 5 0,-1 2-12,2 9 0,0 0 5,-3-7 0,-1-1 221,0 5 1,1 1-226,1 2 1,1 1-3,2-1 0,2 5 41,7 2 77,33 5 472,-10 21-248,4 3 1,3 4-104,-1 10 1,-1 3 58,24 7-156,-16 8 1,-6 7-114,-11 14-84,-8-17 1,-5 0-209,-26 32 915,-7-26-846,-23 3 1,-9-3 86,17-16 0,-1-2 34,-2 0 0,-2 1 0,3-4-878,3-6 1,4-3-8828,-13-3 8832,22-5 1,14-2-1,6 2 1</inkml:trace>
  <inkml:trace contextRef="#ctx0" brushRef="#br0" timeOffset="90207">15837 9415 21001,'8'-2'5241,"-1"-1"-3683,-7 3-707,0 0-684,-34-29-544,1 26 403,-20-22-80,-8 43 263,26-2-149,-6 4 7,15 12-38,14-6-141,-3 16 317,10-5-415,8-1 54,3-10-361,24 1 0,3-17 226,23-1 300,-1-19 325,0-14-246,-29 6 1,-1-4 147,-3-3 1,-3-2 201,9-21-203,-16 6 0,-4-2-84,-2-6-212,-3-10 0,-3-3-620,-1 24 0,-2 1 433,0-16 1,0 0-58,0 13 1,0 3 106,1 4 1,0 3-64,0-18 69,2 20 130,0 11 23,3 17 914,2 14-1054,2 20 106,0 24 48,-3-2-79,-4-1 1,-1 2 64,0-13 1,-1 0-22,1-1 1,0 2 0,0-1-115,2 10 0,2-2-419,3-2 0,3-2 157,6-4 1,3-3 113,-2-11 0,3-4-380,7 0 0,6-5 115,4-8 0,3-6 434,2 0 0,1-4-111,9-6 1,-2-4 455,-16 0 1,-1-4 112,5-5 1,-1-5 91,-5-5 0,-2-2 1,-1 0 0,-3-3 37,0-16 1,-6-2-173,-11 19 0,-4 0-130,-4-8 0,-4 3-265,-8 1 1345,-26-1-1437,3 22 68,-19-2 7,7 17 169,3 9 155,9 11 431,6 10-346,9 7 13,8 5-185,9 1 574,6-10-789,17 9-184,0-20 355,7 3-219,9-15 174,-8-16 223,13-8 137,-6-12 35,-4-10 3,-8-2 100,-7-1-151,-8 7-175,-5 11-165,-9 5-378,-3 11 129,-11 9 99,-5 10 62,-1 14 3,4-3 42,5 24-9,16-3-65,3-1 180,22 2-221,-2-29 76,8-4 1,4-3-396,22-4 473,-14-9 0,0-3 43,13-11 59,-18-9 0,-4-7-27,-12 6 0,-4-2-12,8-15 0,-4-4-17,-10 1 1,-4-1-74,-2-6 1,-2-2-633,-4-1 1,-1-1 579,-1 1 0,-1 1-9,-1 5 1,-2 2-257,0 7 1,0 3 162,-3-12 118,-2 9-15,8 28 352,-2 11-81,4 24-115,1 22-50,3-14 1,1 3 239,2 7 1,2 3-291,3 5 0,2 2-543,1 6 0,1 2 450,0 2 0,-1 1-97,-1-1 1,-2 1-655,-1-4 0,1-2-136,-1-6 0,1-3-758,0-9 0,3-3 1757,19 16 1,-15-27 0,1-12 0</inkml:trace>
  <inkml:trace contextRef="#ctx0" brushRef="#br0" timeOffset="90732">17085 9356 15918,'-37'-27'798,"1"0"0,-1 1 1,-11-10-1,8 7-314,17 15-145,15 6-167,20 5-33,21 2-14,25 0-250,-22 1 0,2 0 189,9 0 0,-2 0-22,17 0-21,-26 1 0,-3-2 142,-1 0-92,5-3 81,-7-4-17,-6-5-34,-6-4 18,-7-1 430,-3 2-358,-5 5 589,-3 3-685,-5 5 118,-9 5 61,-10 8-72,-8 8-90,1 3-62,7 2-33,12-2 22,10-2 1,12-4 4,15-5-27,18-5 11,16-11-3,-27 0 1,0-2-1,0-3 0,-3-2 87,14-13-67,-19 4 33,-27-8-55,-11 16 24,-14 2 1,-6 2 103,-22 4-45,16 4 1,-1 1 5,-10 5 241,-3 15-202,26 2-67,-7 16-17,19 5-45,10 7-5,9-7-6,19 13-2218,6-26 0,7 1 1,-1-2 1640,1 3 1,-1-2 0,10 7-1,-7-7 1,-22-21 0</inkml:trace>
  <inkml:trace contextRef="#ctx0" brushRef="#br0" timeOffset="98130">20928 2789 17031,'-10'-44'1028,"-1"1"1,1 2 0,1 12-922,6 25-214,-2 1 152,-1 9 101,-9 12-96,-3 3 11,-10 10 1,-2 1-386,-8 7 370,10-11 1,-4 4 0,2-3-16,6-5 0,1-2-23,-5 6 1,1-1 2,-1 15 17,21-19 162,11 8 85,17-13-46,17-2-66,12-6-130,-6-3-2,-12-4 0,0-1-42,2 3 318,6 1-285,-27 2 0,-9 0 51,-11 11-28,-6 1-23,-11 10 18,-8 1-1,8-10 0,0 0-17,-11 9 12,-8 6 16,2 1-44,10-6-17,-9 11-17,20-12 5,11-6 40,15-5 17,14-7 5,23-6-33,-12-5 0,3-2-129,6 0 1,0 0 116,0-1 0,-2 1-5,25 10 73,-38 7 5,-34 17-22,-39 6-28,14-15 0,-2-1-216,5-4 0,-1 0 230,-17 10 0,0 1-301,18-10 0,1 1 264,-10 7 1,3 1-29,-2 15-50,21-4-589,27-4-1337,8-11 2010,20-3 0,-21-16 0,3 0 0</inkml:trace>
  <inkml:trace contextRef="#ctx0" brushRef="#br0" timeOffset="99272">20067 12715 18675,'47'-32'153,"1"0"0,-6 3 0,-6 7 55,-12 14 507,-10 4-307,-8 2 78,-14 8-184,-15 8-145,-25 14-239,13-9 0,-5 3 167,-12 4 1,-8 4 0,6-3-716,8-4 0,0 1 652,-4 1 1,-4 3-1,13-4-22,12 4 7,7-2 65,34 11-32,1-23 44,29 14-40,-17-20 311,32 5-294,-19-6-33,13 3 1508,-25-5-1519,-4 2-17,-15-2 17,1 4-17,-7-4 11,2 9 11,1 3-5,2 3 11,4 6-28,-2-5 6,1 12-1,-6-4 6,-3 9 6,-8-3-6,-1-5 12,-9 7-18,-2-4 12,-4 9 0,4-1-39,9 6 16,10-16 0,13 7-22,6-17 34,3 3 11,-2 0-12,-9-7 23,-4 5-11,-13-2-11,-13 8-197,-27 12-739,-1-8-890,-1-3 972,14-15 0,23-10 0,1-1 0</inkml:trace>
  <inkml:trace contextRef="#ctx0" brushRef="#br0" timeOffset="105484">21704 5099 15855,'-16'-47'1092,"0"1"0,1 3 1,-1 9-466,-6 21-342,-5 8-49,-10 17 49,-17 20-1374,18-4 0,0 4 1198,-7 7 0,0 2-28,-1 4 1,2 2-119,3-3 1,3 1 52,8-6 1,4-1-25,7-7-1,6-2 32,11 14 66,35-18-49,-1-16 10,0-12 0,3-6-11,-6-5 1,0-3-407,9-8 0,0-4 417,1-5 0,-1-4 6,-3-4 0,-4-3 6,-2-4 0,-5-4-17,-4-2 0,-4-2-20,-5-2 0,-3 0 0,-3 1 1,-3 1 16,-2 5 0,-1 2 47,-1 7 1,0 3 1740,0-21-1527,0 22 618,0 17-938,0 13 17,0 13 28,0 17 1074,0 21-1094,-2-10 1,-1 3-9,-2 8 0,0 1-527,-2 5 1,-1 1 509,1 2 0,1 0-22,1-1 0,3-1-37,4-5 1,3-2-51,3-5 0,5-2-288,4-7 1,5-4 233,4-6 1,3-5-108,4-4 0,1-6 161,3-5 0,0-6 50,1-3 0,-1-4 70,3-9 1,-3-1 28,13-12-1322,-16-6 1,-7 1 1365,-11 10 6,-2-2 0,-3 2 733,-10 12-671,-3-1 374,-2 6-363,-1 4 119,0 5-249,3 3 3248,1 2-3259,-1 2 40,0 3-39,-2 3-6,0 4-12,1-3 7,0-2-6,2-4 195,1-3-172,-1-5 4,1 2 1,-2-3-6,2 1 12,-2 1-12,2-4 28,-1-1 62,0 1-17,0 1-34,0 3-55,-1 2 22,-4 7 22,-7 7 6,-10 11 5,-8 11-28,9-10 1,0 3-1,2 2 1,1 2-387,1-1 0,2 0 358,-2 18 23,17 2 17,24-15-12,11 3 0,-1-24 1,4-7-159,-5-6 0,0-3 153,7-4 0,-1-4 5,10-10 34,1-14 23,-22-1-22,0-14 33,-13-8-1,-12-3-10,-11 0 10,-7 7 51,-8 9 79,-6 6-152,7 17 734,-6 5-756,10 13-17,-5 5-11,-9 16 327,11-1-299,-15 24-58,19-12-122,-3 16-33,12-14-2778,9 27 2946,10-24 0,-3 8 0,2-26 0</inkml:trace>
  <inkml:trace contextRef="#ctx0" brushRef="#br0" timeOffset="106258">22827 4991 8931,'5'-4'6868,"0"0"-4712,-5 4 1227,0 0-2750,5-58-280,-10 40-252,3-41 28,-19 55 56,-19 19-62,-6 4-90,-4 10 1,1 9-17,17-2-31,12-8 0,3 1-20,-1 20-39,10 6-39,19-15-128,9-5-131,11-5 158,-4-11-554,24-8 510,-23-12-7,7-8 1,0-4 157,8-17-151,-12 7 0,0-3 257,-6 2 0,-3 0 11,1-1 0,-2 0 79,13-18-17,-11 14 106,-9 7-11,-11 13-56,-6 2-6,-5 8 548,-6 7-531,0 8-72,2 1 66,0 20-72,7-7-17,0 15-22,5-16 16,12 10-11,-2-20 45,22 12-28,-14-22 84,31-3-56,-15-17-11,18-9 67,-9-11 34,-1-7 11,-7-4 45,-6-1 39,-9 4 11,-9 5-51,-6 8-61,-4 6-106,-2 8-51,-1 2-84,0 7-666,0 0-2224,9 18 627,-2-6 2364,13 21 0,-12-21 0,5 5 0</inkml:trace>
  <inkml:trace contextRef="#ctx0" brushRef="#br0" timeOffset="107628">23653 5022 22895,'11'-37'90,"-5"22"-23,-12 37-34,-4 8 1,-1 4-11,-8 19-12,5-17 0,0 0 0,-4 9 17,1-4 28,8-19 381,2-7-280,13-26-90,3-10-5,10-15-12,4-13-31,-8 21 1,0-1-3,2-1 0,-1 0 0,13-17 2,-9 18 1,1 3 14,5-3-12,11-4-5,-11 19-17,3 8-6,1 10-11,1 10 12,-1 14 5,-7 10 0,-9 10 5,-11 4 1,-14 5-6,-5-3 11,-6-6-11,4-12 23,8-15 44,5-12-6,11-15-27,9-13-23,4-3 3,3-3 0,2 0 20,14-12-203,-15 14 0,0 1 177,3 0 1,-1 3-20,11 0-6,-1-2 17,-15 15 0,-8 13-5,-4 4-1,7 8 349,-4-3-337,7 6 5,-2-8-11,9 4 0,3-9 5,5-5-10,-2-6 22,20-14-12,-13-6 6,-12 3 1,0-2 44,12-23-28,-8-5 11,-7 3 67,-9 10-44,-7 15 50,-10 7-101,-7 11-28,-9 0 12,-5 8-7,-3 6 24,1 11-12,3 7-34,4 8-5,5 3-45,8 3-39,6-2-51,11-5-61,9-8-23,11-11 1,8-11 61,7-12 89,4-8 85,-1-12 50,-3-5 5,-7-4 74,0-4-51,-16 15 95,2-3 28,-17 19-95,0 1-56,-6 4-17,-1 4 12,-1 15-1,0-2 29,0 23-29,-4-2 6,-2 10-17,-3 1 0,1-4-16,3-6-6,2-10 78,2-11 56,3-9-3386,11-19 3280,0 2 16,19-22-10,0 4-18,12-6 18,2 5-12,-5 8-22,-11 10 16,9 7-5,-22 7 6,18 7 3397,-17 4-3386,11 9-12,-8-7 46,24 7 10,7-15-55,-20-3 0,2-3 13,5-4 1,0-4 24,3-7 1,-1-4-11,-7-1 0,-2-5 19,9-15 0,-5-7-926,-11-5 1,-4-2 883,-2 8 0,-4 1 3,-3-1 0,-5 0-398,-3 2 0,-2 4 462,0-4 40,-2 6 0,-1 3 206,-2 15-122,-1 3-152,0 9 1582,-4 16-1621,-3 16-5,-1 6-23,-4 28 0,8 4 340,4-22 1,1 4-378,5 8 1,3 0 22,-1-17 1,1-1-116,7 12 0,4-4-571,17 5-498,-5-16 0,2-3-287,13 6 1502,-3-18 0,-2-5 0,-16-6 0,18-3 0</inkml:trace>
  <inkml:trace contextRef="#ctx0" brushRef="#br0" timeOffset="107824">25534 4863 22890,'57'-20'231,"0"1"1,-1 1-1,0 4-195,0 9 1,0 4-1539,-6-2 0,0 2 1384,-2-1 0,0 1-907,-7 0 0,-3 1 1240,17 4 1,-15-3 0,-12 3 0</inkml:trace>
  <inkml:trace contextRef="#ctx0" brushRef="#br0" timeOffset="109270">23252 6085 18442,'-32'0'759,"0"-1"0,-22 4-647,21 22-168,10 5 12,5-5-91,12 10 90,15-15 51,9 9-6,1-11-6,18 5 1,-15-9-6,5 2 106,-14 2 56,-18-2-33,-15 10-74,-6-3 6,-7-3 1,-3 0 33,-15 8-70,16-9 0,1 0-75,-5 6 16,21-3 62,14-10-1,11-1 57,16-5-6,24 2-55,4 0-1,2 0-6,-7 1-5,-28-4 0,4 5 62,-20 2 33,-8 4-56,-4 1 96,-27 10-51,2-7 11,-19 9-28,18-10 118,-9 6-73,22-9-28,-3 7-11,15-7-6,7 1-22,4 0 11,6 1-12,5 0-16,10-3-28,-2-3-145,27-1-258,-10-5-51,7 1-1798,-7 2 2252,-16 3 0,-4-4 0,-8 2 0</inkml:trace>
  <inkml:trace contextRef="#ctx0" brushRef="#br0" timeOffset="110419">23067 8526 19899,'-28'-18'756,"1"1"0,-3-14-717,70 26-17,5 1 1,3 2-37,-11 3 0,1 1 8,11 1 0,-3 3 23,-2 12 11,-19 6 34,-18 3 11,-25 7-23,-20 4-42,11-16 1,-3-1-236,-2 0 1,-2 0 237,0 0 1,1-1-18,-17 9 6,21-12 0,2-1 22,1 2-22,-5 5-16,21-9 16,6-2 22,3-4 425,6 6-469,4-3 16,10 5-16,7-4 22,10-1 16,6-1-21,1-2 10,-6 1 18,-10 0 27,-13 4-5,-11 3-51,-14 4 23,-13 6-6,-13 5 12,-6 1 16,1 1-33,9-3-1,13-2 12,12-3-6,16-4 0,13-2 1,16-3-12,12-2 5,4 1-5,-2 1-5,-11 4 27,-17 2-11,-20 4-5,-23 4-17,-19 5-149,-4-10 0,-4-1-470,12-5 1,-1-3-50,-18 6 1,3-4-1,15-7 1,1-3 0</inkml:trace>
  <inkml:trace contextRef="#ctx0" brushRef="#br0" timeOffset="110659">23666 9681 20436,'0'4'123,"0"0"-1114,0-4-8840,-36 79 8391,24-54 1,-8 18 0,3-6 0,13-32 0</inkml:trace>
  <inkml:trace contextRef="#ctx0" brushRef="#br0" timeOffset="111551">22999 10757 9727,'0'-3'4649,"0"0"-3394,0 3-566,-75-16-421,47 13-94,-20-5 0,0 3-40,22 10-156,-2 5 72,14 2-5,6-1 257,8 12 29,8-3-119,4 8-60,6-5-102,-5-9 17,3 1 28,-2-2-72,-2-3 89,6 4-62,-9-9-33,1 3 320,-4-1 72,-6 1-40,-5 5-22,-13 7-235,-4 0-89,-3 1-6,5-4-40,0 4 6,7-4-27,-2 12-12,11-10 16,5-1 29,11-4-6,2-5-16,7 2 10,-6-3-44,4 1 78,-11-3 96,1 8-6,-22 2-68,-15 12-10,-10-1 33,-13 5 0,10-6-28,10-6 28,6 1-73,13-4-101,3 1 6,3-1-2582,19 0-1384,-2-8 4078,16 4 0,-16-9 0,1-1 0</inkml:trace>
  <inkml:trace contextRef="#ctx0" brushRef="#br0" timeOffset="112301">22316 12974 13060,'-2'-4'4088,"0"0"-2828,2 4-1226,76-37-6,-43 32-11,12-14 0,-2 5 27,-22 22 360,-10 7 72,-22 12-302,-15 6-124,3-11 1,-4-2-149,-2 0 1,-1-1 116,-1-1 1,2-1-3,-15 9 22,6 0 29,26-11 83,1 4 28,18-6-95,2-3 112,18 5 138,-2-6-283,15 6-34,-2-3 11,0 1 16,-2-1-32,-5 2 16,-8 0 72,-9 0 136,-9 2 10,-12 5-106,-13 5-34,-17 5-61,3-6 8,3-6 1,0-1 18,-11 5-5,13-7 1,1-1 38,-2-2 276,4-4-259,17-8-157,0-3-610,10-4-331,8-1-3102,9 0 4077,4 4 0,-6 2 0,-6 1 0</inkml:trace>
  <inkml:trace contextRef="#ctx0" brushRef="#br0" timeOffset="112518">22847 13854 23041,'-31'43'-1144,"0"-1"0,1 1 1,-5 6-1,7-9 1,9-16-1</inkml:trace>
  <inkml:trace contextRef="#ctx0" brushRef="#br0" timeOffset="113820">23709 6934 19714,'-47'15'1506,"9"6"-1399,27 11 245,12 5-100,16-22-60,21 2-125,5-18-6,6-11 1,11-8 0,-3 0-858,1-1 0,1-2 801,-10 3 1,7-2 0,0 0 0,-5 0 1,-2 0 1,-4 1-1,-2 1-7,8-4 0,1-1-350,-9 3 0,2 0 0,-3 1-303,-4 3 0,-1 1 653,18-7 0,-4 3 0,-10 6 0,-10 6 0</inkml:trace>
  <inkml:trace contextRef="#ctx0" brushRef="#br0" timeOffset="114513">23873 7561 17770,'-20'34'485,"0"0"1,-2 11 0,5-1-273,9 7-127,4-16 1,7-1 462,33 13-213,4-23-182,-7-18 0,1-7-420,-3-8 0,0-5 333,4-5 1,2-4 4,11-9 1,2-3-31,-1-2 0,0-1-50,-15 11 1,1-2 0,-3 3-38,0-3 0,-2 3-311,-6 1 1,-3 4-3533,-3 4 3888,-2 3 0,-7 8 0,-5 5 0</inkml:trace>
  <inkml:trace contextRef="#ctx0" brushRef="#br0" timeOffset="115513">23338 11839 14152,'-5'-54'1170,"1"1"1,-1 0-1,-2-13 1,3 10-241,7 15-353,-1 25-538,1 4 51,-2 14 55,-4 14 12,-11 30-123,3-9-12,-6 17 1,0-1-7,6-17 40,0 4 0,6-6 219,16-25-146,4-2 167,31-18-206,-14-1-26,1-4 1,5-3-21,1-4 1,0-2-436,3-1 0,0 0 396,-1 0 1,1 1-1,-5 2 1,-1 1-17,-4 5 0,-1 1-208,24-11-49,-10 7-875,-25 15-5662,-13 17 6805,-5-1 0,-2 3 0,-3-6 0</inkml:trace>
  <inkml:trace contextRef="#ctx0" brushRef="#br0" timeOffset="115987">22981 12532 17316,'-10'-62'1088,"0"1"1,3 0 0,4 13-972,6 32-44,5-1-34,-5 17 79,4 8-62,0 2 50,4 17 6,-2 2 84,6 19-112,-4-9-50,1-1 268,19-4 119,9-21-225,18-3-360,-5-18 225,-11-9 1,-1-4-699,4-2 654,-2 0 0,-1-1-6,5-5-237,-18 11 0,0-1-397,6-6-1314,-8 5 111,-19 13-457,-6 4 2283,-4 6 0,-1 1 0</inkml:trace>
  <inkml:trace contextRef="#ctx0" brushRef="#br0" timeOffset="116374">22889 13210 13922,'-3'0'5165,"1"0"-3748,2 0-858,-4-3-60,15 18-214,-6-6-49,18 16-101,-9-12 173,19 1-146,-2-5-67,16 0-44,-14-5 128,12-5-151,-21-5-98,6-5 0,4-5-496,-7-1 0,1-3-999,5-2 1,2-2 1564,16-13 0,-5 2 0,-10 8 0,-9 6 0,0 0 0</inkml:trace>
  <inkml:trace contextRef="#ctx0" brushRef="#br0" timeOffset="119801">13595 13763 10142,'0'-3'4391,"0"0"-2593,0 3-1216,-67-4 337,19 18-723,1-9 0,2 3-101,3 17-34,13 4-77,19-7 32,4 7 91,28-1-3398,27-8 3307,0-5 1,10-10-6,-14-3 6,3 1-6,-11 0 281,-7 7 84,-30-1-231,-3 4 51,-19 7-50,-15 11-90,-5 2-28,-7 7-23,17-11 3371,9-8-3466,10 1 68,9-12 10,5 6 7,7-6 38,12 3-3408,2-3 3381,0-1-12,0-2-5,-7-2 17,2 5 55,-8 3 1,-3 0 78,-14 9 3364,-9 3-3375,-25 20-79,2-4-359,15-16 1,1-3 297,-2 4-79,6-1-111,18-8-231,10-2-3522,21-4 3954,7-7 0,-9-4 0,-9 0 0</inkml:trace>
  <inkml:trace contextRef="#ctx0" brushRef="#br0" timeOffset="120815">13284 17476 18571,'-5'-34'320,"13"1"-259,12 25-16,12-5-39,-3 3-17,-7 4-79,-1 2 208,-14 3 167,-4 9-66,-19 8-63,-14 14-75,7-9 1,-2 0-206,-5 3 0,0 0 224,-2 2 1,0-1 0,2 0 0,2-1 33,-19 18-123,15-9-44,15-8 22,9-10-6,13 0 67,8-6 17,13 1 400,12-6-450,10-3-12,5-5 1,-11 3-40,5-2 1,-26 9 89,3 4-17,-18 9-11,-13 8-23,-7 7-55,-9 3 11,-2 0-39,5-1 16,8-5-56,15 9 107,7-12-11,10 6-17,2-15 50,2-4-11,0-1-28,1 0-17,-3 0 45,-6 3-11,-7 7-40,-14 8 18,-13 5-40,-16 6 11,-11-2 6,-5-4-280,2-12-2935,8-13-5075,15-11 7498,10-5 0,11 0 0,2 2 0</inkml:trace>
  <inkml:trace contextRef="#ctx0" brushRef="#br0" timeOffset="121774">13058 16226 17610,'-43'10'978,"0"1"1,0-1 0,-18 6 0,11-2-693,18-3-123,14 2 175,19-5 295,34 13-376,0-12 1,7-2-169,1-1 1,6-1 0,1-2-769,4-1 1,1-3 0,1-1 692,-7-2 0,2 0 0,-1-1 0,-2-1-436,0 0 1,-3-1 0,2-1 434,10-2 0,3-1 1,-2-2-5,-1 0 0,0-2 1,-3 2-16,-8 1 0,-2 1 1,2-1-16,13-5 1,3-1-1,-11 2 38,2-2-71,-13 5 1,-6 1-591,-19 7-3041,-10 6 3685,-13 7 0,3-4 0,2-2 0</inkml:trace>
  <inkml:trace contextRef="#ctx0" brushRef="#br0" timeOffset="151779">4106 12734 10758,'-3'0'4906,"0"0"-4547,3 0 335,-34 3-576,25-2 291,-25 4 117,36 1 230,9 1 118,15 1-174,27-3-476,4-2-718,-7-4 0,9-2 542,-5 0 1,5-1 0,1 1-703,-11 0 1,1 0 0,1 0 0,1 0 657,0-1 0,-1 1 0,2 0 1,3 0-12,3 0 0,4 1 0,2-1 1,-4 1-1,-5 0-6,2 1 0,-6-1 0,6 1-34,-8-1 0,5 1 1,3 0-1,1 0 1,0-1-1,-3 1-166,6 0 0,-2 0 0,0-1 1,0 1-1,0 0-473,2 0 0,0-1 1,0 1-1,0 0 0,2-1 435,-7 1 1,1 0 0,1-1 0,-1 1 0,-1-1 0,-4 1-28,11-1 1,-4 0 0,-2 0 0,-2 1-66,10-1 0,-2 0 0,-4 0 311,-12 1 0,-2 0 1,-4 0 277,5 0 1,-6 0-180,7 1 1788,-28 0-1732,-23 5 2830,-18 2-2987,-24 3 9,11-6 0,0 0 299,3-1 0,-2-1-541,-7-2 0,-4 0 0,0-2-430,-9-1 0,0-2 637,11 2 0,-1 0 1,-3-1-407,-14-2 1,-3-2 0,-1 1 483,17 4 0,-1 0 1,0 0-1,0 0-415,0 0 1,1-1 0,-1 0-1,-1 2 412,-8 0 1,-2 1-1,1 1 1,3 2-398,0 1 1,3 1 0,-3 1 420,4 0 0,-2 1 0,-2 0 0,1 1 1,-2 2 1,-1 1 0,1 0 0,-1 1 47,-2 1 0,0 1 0,-1 0 1,1 1-256,-3 0 1,0 1 0,1 0-1,-1 0 377,1 1 0,1 0 0,-1 0 0,2-1 40,2 0 1,1 1 0,0-2 0,3 1-85,-11 2 0,3 0 0,3-1 20,11-3 1,3-1 0,3-2 380,-2 1 0,6-2-505,-1-1 1272,27-6-1104,36-8 121,5-1 1,4 0-201,-1 0 1,1 0-15,11-3 0,5 0 7,0 1 0,6 0 0,0 0-103,0 0 0,1 0 0,1 0-36,-8 2 1,2-1 0,2 0 0,2 1-338,3-1 1,5 1-1,1-1 1,-1 1 0,-3 1 328,2-1 0,-2 1 0,-1 1 1,2-1-208,-5 0 1,2 1 0,0-1-1,2 0 1,1 1 147,-1 0 0,4 0 1,0 0-1,0 1 1,-4-1-1,-5 1 0,-5 1 1,-6 0-1,0 0 1,7-1-63,0 0 1,6 0 0,5-1 0,1 0 0,-2 0 0,-3 0 0,-7 1 34,3-1 1,-6 0-1,-2 0 1,4-1 63,5-1 0,4 0 1,0-1-1,-1 0 1,-7 0 342,3-3 1,-5-1 0,-3 0-1324,11-4 0,-8-1 866,0-9 1,-36 15-1,-10 5 1</inkml:trace>
  <inkml:trace contextRef="#ctx0" brushRef="#br0" timeOffset="156972">8506 11665 23091,'29'-35'-694,"24"4"517,-9 22 0,6 5-377,2-1 0,1 1 184,-1 2 1,-5 2 429,10 4-128,-26 19 175,-58 13-74,2-8 1,-7 2-520,-3 0 1,-6 2-1,0-1 574,3-3 0,0 0 0,-1 0 38,-6 5 1,-1 0 0,4-2-366,2-2 0,4-2 351,1-1 0,6-3 168,3-2-33,17-5-57,37-20-156,13-8-34,3-4 0,6-4-469,0-1 0,3-3 456,-10 4 0,3-1 0,-2-1 11,-1 0 0,-2 0 1,-1-3 47,-3-1 1,-3-3 0,-3 0-601,-1-6 0,-6 0 604,-4 2 1,-7 1 252,-22-23 548,-11 17-591,-2 15 1,-2 1 164,-17-7 225,-2 6 382,23 16-981,10 4 3217,9 3-3442,11 2 180,1 1-6,45 14-11,-17-4-444,3 2 0,1 2 273,-14-2 0,-3 2-157,4 6 0,-4 4-419,-9 4 0,-9 4 758,-23 20 0,-9 0 0,7-1 0,-8-18 0,0-1 0</inkml:trace>
  <inkml:trace contextRef="#ctx0" brushRef="#br0" timeOffset="157672">10592 11861 25760,'0'-8'993,"-9"-25"0,-7-3-1713,-6 7 422,-1-9 1,-3 2 0,-18 18 386,-5 9 44,-7 12-561,-1 14 202,28-3 0,1 4 307,1 4 0,2 2 65,1 5 1,2 2 38,3 1 0,3 1-123,3 0 1,2 0-159,-1 26-97,13-10-175,12-15 228,13-14-276,-1-11 303,32-31-90,-9-12-182,-12 4 1,0-4 435,-6-3 0,-3-2 3,-2-5 1,-3-2-1457,-3-5 0,-4-1 1463,-3-3 1,-2 0 5,-1 0 1,-3-1-186,0 4 1,-1 0 246,0 8 0,-1 2-8,-2 9 0,0 2 103,0-8 437,-2 21-672,0 12 2817,0 9-2807,-1 12 1092,6 21-1002,0 5-98,4 6 1,2 5-343,-1-12 0,0 0 329,4 21 0,2 0-239,-2-11 1,1-2-960,0 0 1,3 0 563,5-1 1,-1-4 0,3 6 0,1-11-1</inkml:trace>
  <inkml:trace contextRef="#ctx0" brushRef="#br0" timeOffset="158812">11020 11667 20705,'-1'38'930,"-1"-1"0,2 22 100,10-54-139,2-5-214,11-18-565,-5 3 96,19-25-1,-11 1 40,3-12-23,-10-1 162,-9 2-179,-10 17-27,-7 5-169,0 20-78,-4 4-34,-6 20 90,3-2-12,-12 25 12,11-2-1730,9-5 0,2 1 1702,2 12-19,7-12 0,6-1-26,30 15 73,-4-8-125,-2-17 1,4-5 129,-6-9 0,1-5 12,10 1 0,3-5 13,12-10 1,-1-6-419,-8-2 1,-3-4 409,-1-1 0,-4-3 28,-6-6 1,-5-4 2,-7-8 0,-3-2-26,-2 9 1,-3-3 16,-4-10 1,-3-7 0,-3 7-163,-3 12 1,-2 1 148,-1-10 1,-2-5 0,-1 5 26,-2 4 1,-2 4 2,-3-7 1,-2 2 13,1 12 0,-3 4 236,-12-10-316,6 22 823,4 12-841,2 21 34,-2 19-22,-2 24 1020,10-7 0,4 5-1038,5-4 1,5 1-25,1-8 1,1 2 0,3-3-30,3 1 1,4-1-227,7 9 0,2 0-253,-4-13 1,1 0-663,0-3 0,1 3 0,-1-3-388,1 0 0,0-1 1622,4 6 0,-3-7 0,-11-15 0,-1-3 0</inkml:trace>
  <inkml:trace contextRef="#ctx0" brushRef="#br0" timeOffset="159171">12196 11616 19378,'-4'-3'3988,"1"0"-3585,3 3-515,-20-15 190,19 12 247,5-10-84,39 12-118,9-5-39,-4-3 23,-16-4 150,-7-2 337,-4-9-381,-4 5 179,-7-8-73,-11 10 57,-8-6-197,-3 6-3470,-9 1 3313,5 9 12,-4 3 5,-3 12-39,-5 9 0,2 5-17,0 34-33,16-8-1,3 10-520,25-16 0,10-3-765,-2-17 0,2-2-1033,10 11 0,1-3 2369,0-14 0,-4-5 0,-5-2 0,-1-1 0</inkml:trace>
  <inkml:trace contextRef="#ctx0" brushRef="#br0" timeOffset="159731">12946 11177 22845,'-6'-62'943,"-1"-1"0,1 8 0,1 9-854,5 24-173,-1 11-33,0 16 89,1 2 89,12 39-33,4 11-511,-3-9 0,2 3 455,-1 3 0,0 1-121,0 5 1,0 0-390,0 1 1,0-1-657,1-2 1,1-2-1901,0-4 0,1-4-1245,-4-12 1,0-4 4338,10 15 0,-16-32 0,-3-8 0</inkml:trace>
  <inkml:trace contextRef="#ctx0" brushRef="#br0" timeOffset="160239">13049 11582 22884,'8'-40'-66,"1"0"1,4 3 0,7 8 56,13 23 1,4 6-3,-2-3 0,-3 0-6,15-1 40,-7-3 117,-26 4-6,0-4-5,-11 3 128,-3-1 147,0 1 21,0 2 163,0 1-711,-2 5 67,1 1 0,3 16 17,7-1 5,11 11 34,13-7-11,10-6 17,5-8 33,-9-8 207,12-19 6,-21-4 17,6-16-16,-20 0 200,-12-8-307,-7 17 72,-14-2-134,-8 23-45,-13 3 40,-10 13-40,-1 12-28,5 10-3392,11 9 3359,15 6 0,17 6-412,20 4 137,0-26 1,4-3-679,8 1 0,5-2 975,11 1 0,0-3 0,7 3 0,-1-7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CF1BB9-C515-AF4E-987B-35BFF5AA0BF0}" type="datetimeFigureOut">
              <a:rPr lang="en-US" smtClean="0"/>
              <a:t>2/14/26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AC189C-58D1-264E-B9F7-19D744A69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2156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AC189C-58D1-264E-B9F7-19D744A69D8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3009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C6995-B47A-25F3-27AF-63BD63CF43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C6DC63-0404-4D9D-9C66-B6A2FCCE36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6BCCE4-FAF1-8437-19CB-EA06763DA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67466-2FD0-EB4C-BEBB-FCE2CB65BA7C}" type="datetimeFigureOut">
              <a:rPr lang="en-US" smtClean="0"/>
              <a:t>2/14/26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A57CDF-1BB1-DDA6-B5B6-389244884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6F0316-CBD5-44FF-E942-AF5B3285E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AFC34-2F7D-B54F-BDAE-AD77B2B85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4603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04E73-F47A-F6BF-260E-4CF403D99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8459F3-445E-1E2C-F02D-C0BC9CCCD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5F40FC-AA22-E4FE-BA6A-21480C70A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67466-2FD0-EB4C-BEBB-FCE2CB65BA7C}" type="datetimeFigureOut">
              <a:rPr lang="en-US" smtClean="0"/>
              <a:t>2/14/26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5C8B34-B330-9E31-30CF-8B1B69B51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2CC2D5-4A74-566D-498B-24E817615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AFC34-2F7D-B54F-BDAE-AD77B2B85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624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ACBBB-BEAF-3EF5-FA68-6D7674C36F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D36738-DB5F-82E5-859C-DAA3AC5444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9936E4-BC98-3B3D-9F2C-CBDA4CD64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67466-2FD0-EB4C-BEBB-FCE2CB65BA7C}" type="datetimeFigureOut">
              <a:rPr lang="en-US" smtClean="0"/>
              <a:t>2/14/26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C41713-B2F8-B4FB-0D7F-70E964F04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48692-2E56-8AF0-1043-0F05AC593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AFC34-2F7D-B54F-BDAE-AD77B2B85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5839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A20EA-7226-0E5C-3D69-ADDB76F60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58C3D4-20B9-A9F8-9FE5-128E8DECFA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9003D7-56A5-2095-3831-1CF29B5811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25C8C7-E8EA-7C18-C2F5-59789234D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67466-2FD0-EB4C-BEBB-FCE2CB65BA7C}" type="datetimeFigureOut">
              <a:rPr lang="en-US" smtClean="0"/>
              <a:t>2/14/26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341BBC-AA5D-2D1D-D7A8-D682CEF09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E57836-528E-6F52-DD28-BB94CA53B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AFC34-2F7D-B54F-BDAE-AD77B2B85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8003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AC3A5-FACA-967A-810B-A1C9BCBEE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F8748-F5D9-03D6-DCAB-62633C5274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B61625-CDE1-BFE4-95A1-2A454E4B30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7E9EBE-2066-EEC3-045E-9F7DA2B88C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595DB5-4A45-DADB-41EF-7CE758528F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DA880B-E308-7EC0-CE16-E8F8D7AE4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67466-2FD0-EB4C-BEBB-FCE2CB65BA7C}" type="datetimeFigureOut">
              <a:rPr lang="en-US" smtClean="0"/>
              <a:t>2/14/26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B4BB9F-570F-13B2-90E2-915383139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442EE7-138D-38B0-2B4F-B218304E3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AFC34-2F7D-B54F-BDAE-AD77B2B85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8265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4AA33-72D1-C487-237D-B84DB9D92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FA40B8-C613-456C-857C-2D293C991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67466-2FD0-EB4C-BEBB-FCE2CB65BA7C}" type="datetimeFigureOut">
              <a:rPr lang="en-US" smtClean="0"/>
              <a:t>2/14/26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924857-1D70-F63A-8E93-F4E829890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A38386-B799-3D88-EA4E-F70FACDA0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AFC34-2F7D-B54F-BDAE-AD77B2B85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947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3C63D1-F119-450C-8805-02EA2DBED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67466-2FD0-EB4C-BEBB-FCE2CB65BA7C}" type="datetimeFigureOut">
              <a:rPr lang="en-US" smtClean="0"/>
              <a:t>2/14/26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7FE5E2-7102-0FE8-5E11-98279F1E4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2D6CB-4913-4A2C-CE34-CDA5D7EDF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AFC34-2F7D-B54F-BDAE-AD77B2B85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1475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EBC3B-3056-399D-8835-353996646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318F15-A177-AB57-5FED-8116CEFE3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F93F13-E7BA-1D96-9C0B-50A2BCBF01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E96276-51BF-1B2D-8B57-B04CB8088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67466-2FD0-EB4C-BEBB-FCE2CB65BA7C}" type="datetimeFigureOut">
              <a:rPr lang="en-US" smtClean="0"/>
              <a:t>2/14/26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8C3B41-F6F2-15B2-8473-F1082B40F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05E000-8E1D-EDD9-83C0-6550F204F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AFC34-2F7D-B54F-BDAE-AD77B2B85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4551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EF16C-2487-6EC4-8B5E-7E8163CFB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D103B9-0C0C-E3B2-5B2D-51E3ABFD47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D5C903-731A-91E7-059B-F10E983AA3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AD0DAB-A27D-3ABF-A723-98406B4D4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67466-2FD0-EB4C-BEBB-FCE2CB65BA7C}" type="datetimeFigureOut">
              <a:rPr lang="en-US" smtClean="0"/>
              <a:t>2/14/26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E6C526-81A3-D7EE-CA4B-B7219F7A6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A02473-E794-1E75-AB1A-BD5AA4B53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AFC34-2F7D-B54F-BDAE-AD77B2B85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8056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7A373-E571-C56D-BC18-935393C21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2645FA-E288-5BB3-8210-DF63CA7B2A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EF0FA9-0B4E-A691-8CBE-CCB1F432C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67466-2FD0-EB4C-BEBB-FCE2CB65BA7C}" type="datetimeFigureOut">
              <a:rPr lang="en-US" smtClean="0"/>
              <a:t>2/14/26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5A878-C4BA-E1E2-C9BB-5B65D011D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6823B0-C464-1ED6-E67F-8FCC34EC5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AFC34-2F7D-B54F-BDAE-AD77B2B85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4023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C63C4EC-0693-24FC-D8A6-5EA0B1C4C0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1EBF87-144C-B65F-A6CE-E2400C1665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0B072A-1687-3C10-1101-CED733910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67466-2FD0-EB4C-BEBB-FCE2CB65BA7C}" type="datetimeFigureOut">
              <a:rPr lang="en-US" smtClean="0"/>
              <a:t>2/14/26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B9FB62-0996-04B7-407F-5DA526E1C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9A5908-893D-6428-720A-B5A75A533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AFC34-2F7D-B54F-BDAE-AD77B2B85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148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B90C88-862C-8F09-D1AA-312D6670F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2DF8BE-A7DF-F892-EDC7-B18E1BE137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A14C8-B7E7-4D5C-83BF-72E8BA27A7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767466-2FD0-EB4C-BEBB-FCE2CB65BA7C}" type="datetimeFigureOut">
              <a:rPr lang="en-US" smtClean="0"/>
              <a:t>2/14/26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78B495-228F-E7EF-D160-D4F39EA205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F3B2A5-910F-663F-4585-3CD9945042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5AFC34-2F7D-B54F-BDAE-AD77B2B85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535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customXml" Target="../ink/ink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6F3D74-78D4-E4BF-54D5-8ECA24F43E4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A7CF6FA-50E0-79DF-1458-DA19BE3AF073}"/>
                  </a:ext>
                </a:extLst>
              </p14:cNvPr>
              <p14:cNvContentPartPr/>
              <p14:nvPr/>
            </p14:nvContentPartPr>
            <p14:xfrm>
              <a:off x="622080" y="3123360"/>
              <a:ext cx="1186920" cy="1044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A7CF6FA-50E0-79DF-1458-DA19BE3AF07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2720" y="3114000"/>
                <a:ext cx="1205640" cy="123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796493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white and blue gradient&#10;&#10;AI-generated content may be incorrect.">
            <a:extLst>
              <a:ext uri="{FF2B5EF4-FFF2-40B4-BE49-F238E27FC236}">
                <a16:creationId xmlns:a16="http://schemas.microsoft.com/office/drawing/2014/main" id="{21EBE18D-7E9E-7B51-538A-FC3DC444FDA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2F80B33-0077-B5D4-074E-016074FA7276}"/>
                  </a:ext>
                </a:extLst>
              </p14:cNvPr>
              <p14:cNvContentPartPr/>
              <p14:nvPr/>
            </p14:nvContentPartPr>
            <p14:xfrm>
              <a:off x="487080" y="590040"/>
              <a:ext cx="8970480" cy="60490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2F80B33-0077-B5D4-074E-016074FA727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77720" y="580680"/>
                <a:ext cx="8989200" cy="6067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061257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</TotalTime>
  <Words>1</Words>
  <Application>Microsoft Macintosh PowerPoint</Application>
  <PresentationFormat>Widescreen</PresentationFormat>
  <Paragraphs>1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 365</dc:creator>
  <cp:lastModifiedBy>Office 365</cp:lastModifiedBy>
  <cp:revision>1</cp:revision>
  <dcterms:created xsi:type="dcterms:W3CDTF">2026-02-14T13:25:52Z</dcterms:created>
  <dcterms:modified xsi:type="dcterms:W3CDTF">2026-02-14T16:01:59Z</dcterms:modified>
</cp:coreProperties>
</file>
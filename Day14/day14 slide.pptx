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3:35:00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1880 9637 6764,'-9'0'9477,"2"0"-8805,7 0 409,-36-6-935,28 5-46,-28-5-60,41 6 49,0 0-3145,22 1 3168,-6 0 68,30 2-40,1-3-93,-15 1 1,3 0-107,5-1 0,4 0 87,3-3 0,6 0 0,-2-1-264,-10 1 0,-2 1 0,2-2 234,15-1 0,2-1 1,-3 0-11,-9 2 1,-2 0 0,-4 0 5,2 0 1,-3 1-12,10-1 0,-5 2 2658,-6 2-2686,-3 1-123,-7 4-33,-19-1 161,-1 5 1,-9-6 1147,-4 1-1226,-8-2 178,-10 0-267,-21 0 0,-4-1 168,-9 2-610,-5-2 1,-3 1 636,23 0 1,0 0 8,-11 1 1,-4 1-990,9 0 1,-2 0 0,3 0 999,-3 0 1,1 0 16,-19 3 0,1-1-332,24-3 0,1 0 360,-8 1 0,1-2-49,5 1 1,1-2 51,-1 0 0,2-1 17,-22 1-45,7-1 886,-10 4-824,28-2 2979,-21 2-3019,34-2 1114,6-1-1225,11 0-410,4-1 844,8 2-121,9 0-157,6 1 41,26-1-64,11-2-50,-16-1 1,4 0-438,5-1 0,4 0 416,-7-1 1,2 0 0,-2 0 1,4-1 0,0 0-15,-4 1 1,4-1 0,-4 0-37,0-1 1,-1 1-6,-2 0 1,2-1 0,-1 1-7,7-1 0,-2 1 36,-4-1 1,-4 1-39,12 0 5,-28 2 50,-4 1 152,-15 0-269,-20 1 83,-2 1-16,-31 1 28,-14 1-474,-3 0 1,-3 0 501,16 0 0,-3 0 1,4-1 0,-7 2 1,-1 0-1,6-1 29,3 0 0,4 1 0,-1 0-12,-9 0 1,-1 0 0,1 1 48,-14 1 0,4 0-8,21-1 0,2-1-102,-7 1 1,2 0 138,-10 2-52,20-2 18,20-4-79,11 0-264,-1-1 214,3 0 1958,5 2-1633,20 3-207,0 0-15,4-1 1,5-2-828,14 0 0,2-2 802,-9 0 0,3-1 4,10-2 0,8 0 0,-1-1-12,-4-2 1,0-1 0,-1 1-2,-7 0 0,-1 1 0,1 0 0,8-2 0,1 0 0,-8 1-14,12-1-30,-27 3 1,-2 1-20,5-1-12,-15 3-263,-16 1-1160,-5 0 1496,0 5 0,0-3 0,-1 3 0</inkml:trace>
  <inkml:trace contextRef="#ctx0" brushRef="#br0" timeOffset="6255">3604 9835 14032,'-14'-12'312,"3"3"-40,14 9 548,5 0 488,41 0-854,8-1-1037,-9-1 0,4-1 687,1-2 1,-1 0-70,-8 0 0,3 0 34,4-2 0,4-1 1,-4 0 1,-8 2 0,0-1-57,0 1 0,3-1 1,1-1-49,8-1 0,2-1 0,-3 0-37,4-1 0,0 0 19,-5 1 0,2 0 0,-3 0-57,9-4 0,-8 1 3,-21 5 1,-1 1 190,6-2 1,-3 0-252,0 1-3031,-21 5 3001,-11 1-118,-20 6 107,-23 6 148,7-1 0,-2 0 65,-10 3 1,-3 0 1,-8 1 1,-1 0 10,10-2 1,-1-1 2,-2-1 1,-3 1 0,2-1-586,-3 0 0,1 0 572,11-2 0,-2 0 1,2 0 49,-14 2 0,1 0 1150,5-1 0,1 1-1145,10-2 1,-2 0 147,-15 2 1,4-1 112,0-1-73,12-3 0,0-1 185,-12 0-185,9-2 72,16-1 708,17 0-914,6 0 1790,4 0-2524,1 0 1179,5-1-251,13 0-23,22 0-221,-7-1 1,3-1-19,11-1 0,6-1-718,-7 0 0,6-2 0,1 0 0,-2 1 641,6-1 1,-2 0 0,3-1-4,-1 0 1,3 0 0,1 0 0,-5 0-332,-1 0 1,-3 0-1,-2 1 272,8-1 1,-2 0-82,8-1 0,-6 0-195,-3 3-110,6-1 291,-58 13 5,-15 2 21,-21 5 1,-8 2 137,3-3 1,-4 1 373,1-1 1,-4 1 0,0-1-331,1-1 0,0-2 1,0 1 27,-2-1 0,-1 0 1,3-1 8,-9 1 1,0 0 115,7-2 0,-2 0 1,5 0 80,11-2 0,1-1 117,-27 4 1,3-1 94,16-2-212,-5-1-280,35-5 156,20-5 1335,22-7-1441,-5 3 0,5-1-22,10-2 0,3-1-354,10-1 1,4 0 281,-16 5 1,1 0 0,-1 1-73,10-2 1,3-1-155,-6 3 0,7-1 0,-1 1 0,-10 1 0,-12 2 0,-2 1 0,13-3 0,1 1 0,-1-1 0</inkml:trace>
  <inkml:trace contextRef="#ctx0" brushRef="#br0" timeOffset="17599">3568 8485 6736,'1'5'1596,"0"-1"-78,-1-4-767,0 3 290,0-2 4947,0 2-5473,2-7-358,1-2-73,4-7-39,2-3 11,3-4-6,3-2-44,4-1 5,1-3 11,7-2 1,3-1 22,4 0-34,-6 6 50,9-8 1,-15 12-17,9-8-16,-16 13 38,1 0-56,-9 7-5,1 0-51,-5 4 17,-2 2 5,5 0 35,5 1-1,8 0-22,6-1 11,7 1 11,11 0 0,-12 0 17,15 0-6,-15 0-22,32 0 0,-20 0 12,10 0-12,-11 1 0,-19 0 22,23 0-5,-14-2-6,2 0 17,16-3-6,-16 0 1,13-2-23,4 0-11,-14 2 11,14 0 11,-16 2 0,-1 0-5,1 1-1,7 0-5,-6 0 0,-2 1-22,-4-1-1,-9 1 23,4 0-5,-4 2-12,-3 0 23,-2 2 10,0 0 7,-1 0 27,0-2 17,1 0 23,-1-3 5,1-2 12,-3-1 83,-3 1-72,-6 0 122,-1 2 18,-3 0-303,4 6 34,2 3-6,7 10-28,4 7-358,10 19-39,-8-10-939,-4-6 0,0 1-2808,-1 1 3341,6 11 0,-13-25 0,-1-2 0</inkml:trace>
  <inkml:trace contextRef="#ctx0" brushRef="#br0" timeOffset="18622">3661 8275 6787,'0'-7'6122,"0"2"-4381,0 5-833,0 0-992,-2-15 163,-1 17 53,-2-11-81,0 20 281,-5 17-226,-2 8-84,1 0-66,0 10 32,8-30-4,0 8 49,3-19 768,0 0 1149,6-6-1094,7-9-564,19-11-197,-4 0 0,4-2-20,4-3 1,3-1-317,-5 2 1,3-1-1,-2 1 272,6-4 0,0 1 5,5-4 1,-4 4-9,8-3-159,-19 13 1,0 1 153,18-7-15,-18 10 1,1 0-7,3 1 1,0 2 3,11-3-1,15 2-5,-21 10-11,11 1 11,7 10 0,-11 1-5,3 7 16,6 8-11,-24-12 0,23 11 17,-32-15 5,12 3 849,-12-5-848,22 4-35,-19-2 12,12 2 341,-10 2-341,-13-6-6,5 4 29,-1 1-12,-8-3 22,17 15-5,-12-9-5,4 4 55,4 5 12,-5-3 22,7 11-45,-10-8-3257,7 26 3218,-13-25-12,7 19-88,-2 5-180,-6-21-1899,0 3 0,1 1 2151,0-3 0,-2-3 0,-3-12 0</inkml:trace>
  <inkml:trace contextRef="#ctx0" brushRef="#br0" timeOffset="19379">5653 7731 10819,'-3'0'4851,"1"0"-3065,2 0-1483,34-68-46,2 26-461,0-9 0,3 1 237,-13 26 1,2 2 59,7-5 0,4-3 1,-4 4-397,-8 7 0,-1-1 336,8-4 1,4-4-1,-4 3 12,-6 6 0,-3 1-124,5-5 0,1 1 286,19-17 17,-18 12 1294,-11-3-939,-25 15-534,-13-5 899,-19 14-692,-10 3-90,8 2 362,5 1 474,7 1-970,14-1-157,-1-1 107,17 0 72,6-3-28,19-1-27,21 4-1,12 7-399,-26 1 1,1 3 303,-5 2 1,0 2-763,7 7 0,-1 3 863,-5 2 0,-2-1 0,16 11 0,-22-8 0</inkml:trace>
  <inkml:trace contextRef="#ctx0" brushRef="#br0" timeOffset="20116">7279 6736 17188,'-11'-45'1555,"0"1"0,-2-3 0,3 10-1274,6 25-124,-2-5-292,5 17 84,1 2 85,5 10 17,6 11-57,6 16-3,-5-6 1,-1 2 28,-2-3 0,-1 2 2,-1 12 0,-1-1 51,-2 16 16,-7-27 1,-1-3 22,0-2 415,-13-5-354,10-19 74,-11-9-79,3-15-118,-1-5 23,-2-16 0,-1-6-657,8 11 1,0-2 608,-6-12 0,1-1 0,8 15 1,2 0-73,2-7 1,2-1 121,2 3 1,1 1-42,1-6 0,2 2-6,9-19-28,5 29 0,0 14-6,12 5-5,18 11-23,8 9 454,5 5-504,-17 9 0,-1 3-17,3 5-53,-3 0 0,0 7-1656,-15-1 0,-2 3 1,-3-2 1271,1-5 0,-2 2-2065,-2 8 1,-1 5 0,-8-9-4086,-14-9 6236,-4 14 1,3-32-1,1-4 1</inkml:trace>
  <inkml:trace contextRef="#ctx0" brushRef="#br0" timeOffset="20597">7379 6755 14197,'-43'-21'1407,"0"0"1,2 2 0,15 2-1442,30 8 17,27-14 12,16-4 7,-20 12 1,4-1-1133,21-8 0,0 0 1136,5-2-1,-11 5 1,-2 1 279,0 0-227,-2-3 1,0-1-31,-3 2 84,0-2 0,-6 2 68,-22 12 588,2-5-108,-12 9 1376,0 0-1454,-2 2-82,0 3-595,-1 5 111,1 11 1,-1 13-11,4 1-17,7 12 55,15 1-21,5-3 16,13-1 23,-3-19 240,19-17-207,-22-7 96,20-21 173,-20-16-78,-5-5-180,-6-2 141,-18-13 78,-21 3-213,5 27 0,-3 1-40,-21-19-380,10 32-140,8 10-3327,11 12 3775,4 5 0,0-3 0,1 1 0</inkml:trace>
  <inkml:trace contextRef="#ctx0" brushRef="#br0" timeOffset="22172">8516 5997 9901,'-9'-45'2111,"1"1"1,0-1-1,-4-13 1,0 4-1426,2 15 1,2 6-116,-6-10 403,0 10-1097,9 22-45,0 8 229,11 23-10,10 23-34,2 7-88,-4-15 0,1 6 0,3 3-9,-1 1 0,2 3 0,1 1 1,-1-1-414,0-4 1,0 1 0,0-1-1,-1 0 431,3 5 1,-1 1-1,0-2 1,-2-6-18,1 5 1,-3-8 50,-5 5 67,-16-18-5,-26-31 44,-9-30 166,-2-4-166,22 9 1,2-4 47,5-4 0,3 0-121,1 5 1,1 0 540,0-11 0,3 2-619,11-12-56,7 4-16,10 4-184,5 2 245,1 2 61,-7 9 23,3-4 84,-5 1 45,-1-3 33,-2-6 29,-10 8-3090,-4 1 3201,-1 4 359,-3 5-381,0 6-23,-1 7-408,1 7 5,3 9 152,9 13 5,13 16-6,-5-5 1,0 2 1471,4 6 1,-1 3-1470,0 4 0,-1 0-380,-3 2 1,-1-1 373,-3-2 1,-2 0 2,-3-5 1,-1-2 22,3 20-5,-5-15 212,-2-18 712,-2-21-439,-1-17-379,4-34-76,1 18 1,1-1-29,2-2 0,0 0 362,3 1 0,3 2-407,12-3 1,3 5-48,15-1 53,-17 12 0,-1 8-48,9 25 6,-13 14-22,8 14-34,2 8-62,1 3 0,1-3 46,1-10-3337,2-12 3459,-12-13 17,3-16 1,-12-14 16,4-14 11,0-13 17,2-6-6,-1 2 45,-1 5 23,-6 13-79,-5 12-162,-6 14 134,2 23-16,-1-4 3397,5 14-3359,13-5-16,-8-10 17,24 9 184,20-21-145,-24-2 95,21-24-84,-48-1 11,-2-19-50,-8 12 67,-7-2 0,-4 0 95,-9-6-165,7 11 0,-1 2 154,-16-4-17,5 17-84,-9 2-78,8 7-67,-17 20-79,22 0-33,-9 11-919,26 2-6459,23-3 6692,6 2 0,-1-11 0,-6-8 0</inkml:trace>
  <inkml:trace contextRef="#ctx0" brushRef="#br0" timeOffset="23372">10317 5335 8836,'-2'-2'8340,"0"0"-3517,2 2-4666,-45-41-202,33 31-67,-31-32 134,51 48 0,2 1 6,29 20 0,-2-1-22,-8-5 0,1 1-6,-4-2 0,-1-1 0,20 21-12,-9-4 12,-14-9 18,-8-1 60,-11-11 236,-7 1-12,-4-8-38,-8-3-80,0-10-111,3 0 78,-2-12-167,11-2-12,8-12 11,17-5 11,19-9 12,-3 7 8,-11 13 0,0-1-9,-1 0 1,-2 0 8,-1 0 0,0 1 3,14-21 95,-16 6 39,-13 17 67,-1-9-94,-6 16 273,-5-5-139,1 11-34,-4-5-235,4 10-208,2 4 169,2 11 44,2 12-22,5 12-22,6 10-191,7 3-375,4 2-896,3-1-130,-6-12 794,5 7 0,-17-28 0,3 6 1</inkml:trace>
  <inkml:trace contextRef="#ctx0" brushRef="#br0" timeOffset="23557">10884 4766 10858,'-2'6'0,"1"-2"0</inkml:trace>
  <inkml:trace contextRef="#ctx0" brushRef="#br0" timeOffset="24047">11235 4876 13043,'-3'-8'5893,"1"1"-4656,2 7-27,0 0-1199,-41-13 39,31 15 6,-24-4 17,51 22-28,3-1-17,6-1 0,4-1-278,21 9 244,-12-6 0,1 1-16,-8-4 0,-2 1-23,20 17-95,-18 9 56,-16-15-258,-16 11-649,-11-15-8840,-39 9 5385,9-20 4696,-15-3-250,16-39 0,22 6 0,-10-34 1182,13 6 862,8 18 1,1-2 178,1-3 1,0 0-3493,-2-17 2131,2 9 572,-2 22-431,2 13-595,-1 3-296,0 10-72,1 4 105,-10 30 3298,3 6-3432,-4 12-56,10-11 0,2 3-521,2-12 1,1 1-726,2 17 0,4 2 1291,8-2 0,1-4 0,0 5 0,11-3 0</inkml:trace>
  <inkml:trace contextRef="#ctx0" brushRef="#br0" timeOffset="25073">11756 4889 15272,'-2'-49'1827,"0"1"1,0 5 0,-4 8-1156,-14 14-347,-1 12-202,0 9-39,1 11 34,-2 23-90,8-5-3358,-1 25 3358,11-13-22,3 11 16,7-6 23,6-9 45,4-11 134,1-11 140,0-10 3330,-1-15-3475,2-9 10,0-15-22,-2-7-5,-5-6-17,-5 0-28,-3 4 5,-2 8-11,-1 10-67,1 11-106,-1 7-17,0 6-1,0 11 40,4 6 6,3 13-6,2-2 0,17 17-11,-2-15 0,17 9 22,1-19 11,6-12-19,-16-13 0,0-6-3,22-17 11,-20-2 0,-4-4 0,-11 5 1,-5-2 2,0-9 0,-4-2-238,-10 2 0,-3 0 226,-2-5 1,-4-2 15,-3 3 1,-2-3 0,0 3-8,-2-4 1,-1 1 23,1 7 1,-1-2-1,0 8 88,-10-11-27,3 12-91,12 24-83,6 8 50,4 12 45,0 3-6,3 42-23,7-18 1,3 1 11,-5 0 0,4 1-21,5 1 1,4 2 0,5-2-98,8-1 0,5-2 1,-3-1 140,2 10 1,2-2-189,3-7 1,3-1 0,-6-7-278,0-4-415,13 7 370,-32-22-35,-14-7 63,-35-18 442,2 3 34,-18-9 61,-4 5 124,-4-2-26,21 7 1,1-1 184,1-2 1,3 0 114,-7-10-303,11 1 251,18 9-307,11-3-117,13 1 0,19-9-8,-1 11 0,2 2-353,19-7 358,-15 7 0,1 0 20,13-7 4,-2-6 58,-11-7-23,-22 0 16,-13-5 46,-8 2 212,-5-3 158,-4 7 180,1 5-545,0 12 36,4 7-114,2 5-135,1 3 62,0 3 11,5 28-95,18 20-98,-6-18 0,2 1 59,-1-5 0,2-2-432,3-2 1,1-3-2476,5 5 3058,10 4 0,-18-15 0,-4-4 0</inkml:trace>
  <inkml:trace contextRef="#ctx0" brushRef="#br0" timeOffset="25249">12714 3868 19720,'8'26'-1345,"-18"-16"1,40 10 0</inkml:trace>
  <inkml:trace contextRef="#ctx0" brushRef="#br0" timeOffset="25647">13233 3982 17540,'0'-6'4061,"-1"0"-3568,1 6-207,-66-8-45,18 27-630,6-18 0,2 3 473,-5 39-37,29-8-19,7 25 8,24-19 1,7-2-15,-5-9 1,3-2 47,19 5 0,3-8 2,-1-13 107,-6-15 1,-2-8 89,0-23-79,7-15-117,-24 2 22,-15-7-48,-7 22 1,-2-1-1,0 1 1,0 0-17,-2 0 0,-1 3 204,-15-19-173,10 27-73,-3-1 406,1 18-659,7 15-72,-3 12-823,8 15-1658,14 7-146,4-7 2115,15-1 0,-15-23 0,1-2 0</inkml:trace>
  <inkml:trace contextRef="#ctx0" brushRef="#br0" timeOffset="26072">13647 3913 23159,'-19'-37'98,"1"-1"1,1 0 0,5 16-115,16 38 32,1-2 18,16 38-17,-1-6-17,-5-14 0,1 1 17,8 21-17,-3-9 0,-8-15 145,0-2 197,-9-20-135,1 3 157,-1-22-280,1-7-28,6-19 0,4-9 17,4-7-23,-2 10 157,11-12-67,-12 27-67,9-6-50,-8 21-18,4 8-10,-2 7-46,23 18-111,-6 8-228,-10-5 1,1 3-1154,-3 1 0,-2 1-4046,13 19 4741,-3 6 0,-20-33 0,-1 0 0</inkml:trace>
  <inkml:trace contextRef="#ctx0" brushRef="#br0" timeOffset="26630">7881 7209 17568,'55'-22'674,"0"-1"0,-9 5 1,3-2-604,-4 1 0,5-4 1,3 0-1,0 1-1444,-2 0 0,1 0 0,1 0 0,5-2 1393,-8 3 0,4-1 0,2-1 0,3 0 0,-1-1 0,1 1 0,-3 1-166,-1 0 0,0 1 0,-1 0 0,0 0 0,1 0 0,-1 0 1,1 0 145,-1 0 1,0 1 0,-1-1 0,1 1 0,1-1-1,0 0 1,3-1-52,-5 2 0,2-1 1,2 0-1,0 0 0,1-1 1,-1 1-1,-1-1 0,-1 2 1,-2 0 47,1-1 1,-2 1-1,-1 1 1,-1-1 0,1 1-1,1-2 1,4 0-98,-6 2 0,2-1 0,2-1 1,1 0-1,0 0 0,1-1 1,0 1-1,-1 0 0,-1 0 0,-2 1 104,4-2 0,1 1 0,-2-1 1,0 1-1,-1 1 0,-1-1 1,0 1-1,-2 1-1,6-3 1,-3 1 0,-1 1 0,1-1 0,1 0-1,2 0 4,-3 0 0,3 0 0,1 0 0,1-1 0,1 0 0,-3 0 0,-1 2 0,-4 0 2,9-2 0,-4 0 0,-3 2 0,2-1 0,4-2 2,-6 3 0,3-1 0,2-1 1,0 0-1,0 0 0,-2 1 1,-4 1 32,6-3 1,-3 2 0,-1 0 0,-3 1 0,-1 0-31,0 1 0,-4 1 0,1 0 0,1 0 159,9-5 0,3-1 0,-2 0 0,-7 3-123,1 0 0,-1 0 236,-7 1 1,6-2-1,-1 1 1,-8 2-139,-5 0 1,-3 2 797,11-5 0,-5 1-676,-9 1 486,-18 10-4682,-13 7 3926,-7 2 0,2 1 0,-2 0 0</inkml:trace>
  <inkml:trace contextRef="#ctx0" brushRef="#br0" timeOffset="2.09414E6">1685 11061 13838,'-60'-6'185,"19"2"190,52 5 583,29 3-711,-13-2 55,17 0 1,3-1-158,5 0-992,-7-1 1,9 0 0,-5 0 874,-12 0 0,2-1-6,5 1 0,7-1 1,2 1-1,-4-1-11,-4 1 0,-3 0 1,3-1 9,4 1 0,3-1 0,0 1 0,-4 0-249,-2 0 1,-2 0 0,1 0 266,9 0 0,2-1 0,0 1 22,2 0 1,1-1 0,1 0-23,0 0 0,1 0 1,6 0-2,-9 1 0,4-1 0,3 0 0,0 0 0,-3 1-7,-8 0 1,-1-1-1,0 1 1,-1 0-1,1 0-347,-1 0 1,0 0-1,0 0 1,-1 0-1,1 0 356,12 1 1,1 0 0,-1 0 0,-5 0 35,2 0 1,-5 1-1,3-1-13,-5 1 0,3-1 0,0 1 0,-1-1 7,0 1 0,0-1 0,0 0 0,0 0 40,0 0 1,0 1 0,-2-1 0,-1 0-25,4 0 0,-2 0 0,2-1 26,-8 1 0,2 0 0,1-1 0,0 1-30,1-1 1,1 0 0,0 0-1,1 0-36,2 0 0,0 0 1,1 0-1,1 1 2,-6-1 0,2 0 0,1 0 1,-2 0-1,0 0 6,5 0 1,0 0 0,-2 1-1,-2-1-24,6 0 0,-2 1 0,4-1-332,-8 1 0,5-1 1,2 1-1,-3 0 1,-6-1 310,0 1 0,-5 0 1,5-1 2,1 1 0,7-1 1,2 1-1,-1 0 0,-5-1 3,-5 1 1,-4-1-1,0 0 1,3 0 24,7-1 0,5 0 1,1-1-1,-1 1 1,-4-1-59,-5 1 0,-4 0 0,0 0 1,3 0 64,1-1 0,3-1 0,2 0 0,-3 0 0,-4 0-38,8 0 1,-4-1 0,3 1 47,-9 0 0,3 0 1,2-1-1,0 1 1,-3 0-28,4 0 1,-1 0 0,-1-1 0,1 1-8,6 0 1,2 0 0,-1 0 0,-2 0-6,6 0 1,-3 0 0,-3 1-12,-12 1 1,-2-1 0,2 1 6,1 0 0,3 0 0,-1 0 0,-6 0-12,4 1 1,-2-1-1,-1 1 0,3-1 0,0 1 216,-2 2 0,0 0 0,-3 0-204,2 1 0,0-1-9,17 2 1,-1 0 16,-13 0 1,-5 0 5,19 0-28,-26-1 0,0-1-3,-4-1 0,1 0 704,5 0 0,2-1-1424,-1-1 0,2 0-1764,2 0 1,-2 0 2353,11-2 0,-31 2 0,-11-1 0</inkml:trace>
  <inkml:trace contextRef="#ctx0" brushRef="#br0" timeOffset="2.09594E6">4486 11545 16196,'-16'-36'602,"-1"0"0,-9-21-232,31 51-297,-2 4 0,-2 1 145,-2 6 276,-1 7-252,-3 24-181,0-5-22,0 0 1,0 2 11,-1 26-46,2-18 1,1 3-1773,2 17 1,2 1 1685,0-19 0,2 0-222,1-1 0,1 3 0,2-3-2378,6 11 1,2-3 1377,-4-9 1,2 1 1238,7 13 0,-1-6 1,-9-23-1,6 8 0</inkml:trace>
  <inkml:trace contextRef="#ctx0" brushRef="#br0" timeOffset="2.09666E6">4380 11504 14001,'41'-15'1383,"17"-1"-1215,-2 8 0,7 2-2034,-3-1 0,0 0 1944,-18 3 0,1-1 0,-1 1-31,2 0 1,-1 0-1,3 1-37,16-1 0,3 1 0,-4 0 5,-15 0 0,-3 1 0,3-1-27,6 1 0,5 0 0,-1 0 1,-6 1-16,9 0 1,-5 0 267,1 1 1,0 0-334,5 1 1,-1 0-9,-17 1 0,1 0 17,18 3 1,0 1-8,-11-1 0,-2 0 2,-4 1 1,0-1 85,5 1 1,-4 0 3,3-1 311,-5-1 1,1-1-189,7-2 56,10-4 271,-4-2-97,-20-1 1947,-9 2-1882,-20 3 918,-6 1-1070,-1 0 221,-1 4-405,1 0 79,3 7 56,3 0 134,10 10-129,1 2-6,5 9-117,-6-8 112,1 14-62,-6 1-67,-1 16-79,-5-17 1,-1 3-1747,0 5 1,0 0 1695,-1-8 0,0 1-106,1 7 0,-1-2-1382,-4 14 1468,-4-22 1,-3 0-121,-6-3 0,-3-2 241,-19 14 81,-11-16 0,-9-5-59,2-8 1,-2-3-369,12-1 0,-2 0 1,-3-2 302,-9-1 0,-4-2 0,-5-3-35,11-1 1,-5-2 0,-2-1 0,2-1 0,3 1 31,2 0 1,4 1 0,0-2 0,-5 0-224,3-1 0,-6 0 0,-2-1 0,0 0 0,4-1 0,5 0 213,-14-4 0,7 0 0,3 1 0,11 1 0,2 0 0,2 1 0,-9-2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1T14:11:19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3709 6590 18913,'-17'-59'1654,"-1"0"0,3 7 0,4 11-1334,8 23-332,2 11-16,2 13 107,6 20-46,0 9-24,-2 13 1,0 14-1,-3-5-1088,-2-7 0,-2 2 1011,-1 4 1,-1 9 0,-2 3 0,-1-7-897,-5-1 0,-1-4 0,0 2 496,1-5 0,-1 2 1,1 1-1,0-2-417,2-4 0,0-1 0,0-1 0,1-1-1936,0 8 0,1-2 0,1-5 1059,1 3 1,2-7 1366,2 16 0,2-45 0,0-6 1</inkml:trace>
  <inkml:trace contextRef="#ctx0" brushRef="#br0" timeOffset="183">3664 6700 12335,'-18'-55'1140,"1"-1"0,-1 0 1,4 9-1,0 2 1,2 1-972,2 1 1,1 1 0,3 2-89,2-9 1,4 4-80,1 9 1,5 0-146,16-13 1,7 3-169,-1 18 0,5 2-515,4 3 1,5 1 0,-3 3-116,0 5 1,1 6 940,18 14 0,-6 5 0,-21-2 0,9 16 0</inkml:trace>
  <inkml:trace contextRef="#ctx0" brushRef="#br0" timeOffset="367">3628 7045 16247,'-4'1'4038,"1"0"-3489,3-1-499,32-79-1333,-8 54 1,3-1 1140,2-11 0,1-5 0,3 4-513,19 2 0,3 5-1146,0-2 0,0 2-160,-12 7 1,-2 1 1960,1 1 0,-5 2 0,-10 6 0,-1 1 0</inkml:trace>
  <inkml:trace contextRef="#ctx0" brushRef="#br0" timeOffset="994">4486 6354 17692,'-1'-11'3640,"0"3"-2161,1 8-1143,0 0-425,-10-12 50,32 45-51,-12-7 37,9 9 0,1 5 27,-9-5 1,-2 0-223,-2 0 1,-4 0 252,-3-2 1,-3-1 56,-10 21 62,-5-12 151,-2-16 5,5-13-68,1-16-49,5-13-102,3-4 524,9-29-585,22-4 5,-2 1-33,12 10 0,6 4 11,-16 19 0,1 2-360,15-12 1,1 2 342,-12 12 1,-1 3-138,26-8 115,-1 6 33,-4 8-10,-9 6 10,-11 10 63,-13 7-12,-10 12-23,-9-2 684,-12 26-695,3-14-5,-3 15 134,11-17-83,10-9-1,9-9 6,11-8 16,8-10-38,-2-5 49,18-23 46,-19 1-40,5-9 219,-26 4 0,-6-2-23,-10-3-148,-1 5 0,-4 1 183,-26-3-219,9 13 5,-13 2-84,18 13-28,-2 1-61,9 4-259,5 13 102,6-2-577,2 19-913,8 3-2784,8 14 4509,3 0 0,-4-16 0,-4-13 0</inkml:trace>
  <inkml:trace contextRef="#ctx0" brushRef="#br0" timeOffset="1610">5578 6390 24732,'10'-40'-140,"-1"17"140,-4 53 0,1 7-11,-3 2 33,-1-2-10,-2-5-24,0-9 24,0-8 83,0-8 84,4-6-11,5-8-6,9-6 13,6-10 144,16-14-263,-14 15-23,5-6-5,-14 18-22,-2 5 0,5 1-12,-1 13-5,2 8 28,-1 16-17,-1 9-23,-2 5 29,0-1-6,2-6 5,3-11 12,4-12-6,5-14 23,8-20 0,6-18-18,-6-4-953,-9-5 0,-1-5 948,-9 6 1,0-2-3,-2 1 0,2-4 1,-2 1-348,-3 3 1,-1 1-1,-1 0 360,0 1 1,-1-1 0,-1 2-80,3-14 1,-3 2 347,-5 5 1,-3 5 77,-7-14-251,-7 18 11,-2 23 1489,6 13-1623,-2 6 1282,-1 19-1286,2 11 1,0 6-9,-5 22-314,7-21 1,0 4-1,2 0 205,0 10 0,3 2-63,0-10 1,0 2 0,2 1-85,2-2 1,0 0-1,4-1-172,3 0 1,3 0 0,0-5 80,1 1 0,3-4-930,6 2 0,3-7-5523,6-13 6817,0-2 0,-13-12 0,-9-5 0</inkml:trace>
  <inkml:trace contextRef="#ctx0" brushRef="#br0" timeOffset="2900">6381 6402 15698,'-10'-3'6777,"3"0"-6119,-27-10 0,-4-3 138,12 1-556,-16-4 1,8-4-224,30 4-90,21-5-5,8 7-202,15 3 0,4 1-56,10 0-511,-10 4 0,6-1 1,-3 1 215,-5 2 1,-1 0-140,20-3 0,0 1 493,-24 3 0,-4 1 288,14-3 582,-25 5 135,-19 4 163,-7 3-359,-2 1-2028,-16 11 1865,8-7-1281,-20 17 985,20-13-11,-6 17 16,17-12-16,5 4 61,16-6 45,23-7-134,-6-2-1,-1-8 1,-1-3-12,-4-4 2239,20-14-2189,-23-2 3393,-2-11-3359,-10-5 177,-16-7-148,-9 9-63,-4 6 85,-8 14-6,1 9 68,-13 1-141,4 8-27,-3 9-46,14 4-5,-3 16-22,6 9-12,0 15-47,13-16 0,2 0-3,5 14-166,12-10 1,4-3-3,6-8-37,2-5 1,4-3-230,0-13 0,1-5 45,2 0 1,1-3 348,7-5 1,-1-5 95,-7-3 0,-2-2 51,17-14-84,0-12 402,-11-7-3191,-2-2 3068,-6 3 453,-12 1-397,-11 25-1538,1-12 1381,-7 25-23,0-1-83,-1 24 2217,0-2-2233,0 28 5,-1 11 0,0-9-3,-1-11 0,-2-1 129,-6 14-120,1-7 3403,0-8-3342,7-25-22,8-15-23,1-2 29,19-30-35,-11 16 18,6-6 0,1-1-18,-1 6 18,20-21-6,-15 26-17,13-1-28,-7 12 6,-3 9 11,4 25-28,-9 5-50,8 18 11,-12-13-566,8 21-236,-5-18-464,16 10-286,5-24 130,14-16 812,-24-11 1,2-3 443,2-4 0,1-3-290,-7 1 0,-1-1 584,7-5 1,1-3 285,-3-1 1,-1-1-162,-1 0 1,-1-1 311,1-3 0,-5 1 34,1-7 437,-10-2 6,-12 10 111,-3-3-514,-11 7 811,-21 10-1266,-15 15-83,10 5 0,-1 3-29,-19 15-5,18-4 0,3 3 0,-12 17-11,20-16 0,3 2 458,-1 25-475,23-16 23,9-8 101,24-18-102,4-12 12,-8-6 0,2-5 19,5-12 0,-2-5 3,-3-3 0,-3-2-483,-2-3 1,-4-3 485,-7-6 0,-4-4 6,-3 8 0,0-1 1,-1 1-8,2-10 1,0-1 122,-1 0 0,1-5 1,-2 7 67,-5 14 0,-1 2-17,1-11 1,-4 3-37,-4 7 117,-8 14-251,7 16-6,-3 3 0,4 19-22,-1 4 16,-3 41-1239,4-22 1,0 6 1158,-1 7 0,0 7 1,0-1-98,0-3 0,0 0 0,0 2-624,1-6 0,-1 2 1,1-1-1,0-3 267,-1-4 1,2-3-1,-1 1 461,1 8 0,0 2 0,0-10 0,0 7 0,2-17 1,0 1-1</inkml:trace>
  <inkml:trace contextRef="#ctx0" brushRef="#br0" timeOffset="4467">17346 5969 16168,'5'-57'1598,"-1"0"0,-1 11 1,-2 7-395,-5 9-1097,-2 27-23,0 5 33,2 15-16,1 7 56,-2 29-1165,1-5 1,-1 3 1024,1-10 0,0 1 18,-1 8 1,-1 5-1,0-8 5,-4 15 66,-2-3 0,-1-2 19,-3-13 760,-6 10-554,12-36-57,2-10-101,4-13 97,-6-37-231,5 12 0,1-22 1,2-7-207,5 14 1,4-2 171,-1 2 1,1-5 0,1 3-6,3-5 0,2 1-6,6-9 1,4 1 523,3 10 1,1 3-513,-1 2 0,0 2-9,2 2 0,0 6 127,10 0-135,-11 15-23,15 12 28,-8 16-5,7 5-23,-15 8 1,-3 6-89,6 24 111,-11-22 0,-3 4-29,-9 13 0,-8 1 26,-7-13 0,-3 0 20,-6 14 0,-6-1 28,-3-12 0,-4-4-6,0-4 0,-2-3 427,-1-5 0,-1-4-343,-13 1-90,9-14 77,22-20-66,12-11-16,10-10-11,3 5 591,25-11-580,-6 20-34,14-4 17,-13 18 176,-2 7-204,5 9 0,1 4 17,6 3-3,-3-1 0,2 4-563,4 13 1,-3 4 512,-13-9 0,-2 2 10,15 15 1,-8 3 8,-27 15 17,-23-24 0,-9-3-23,-17 11-293,2-15 0,-3-3 97,14-12 1,0-3-121,-4 1 1,-1-4-1017,-21-6 150,25-11-3460,19-25 4104,34-15 1,-12 18-1,16-3 1</inkml:trace>
  <inkml:trace contextRef="#ctx0" brushRef="#br0" timeOffset="4900">18324 5773 22459,'-46'2'347,"-1"-1"0,0 2 0,5 6-16,-2 23-837,0 6 534,20-11 0,3 0-16,-2 10 198,8 8-215,16-5 126,3-6 24,25 5 1,2-29-17,20-3-79,-10-14 39,-9-6 1,-1-5 95,9-13-56,-14 8 0,-2-2 174,1-18 285,-13 3-331,-7 5-16,-6 7-56,-1 9-68,-2 8-94,0 6-68,2 4 17,0 2-22,0 16 16,1 10-67,0 19-190,4 8-291,4 7-24,-2-29 1,1 0-702,2 1 1,2-1-3494,11 24-5031,5-15 9470,-6-18 0,-4-13 0,-11-9 0</inkml:trace>
  <inkml:trace contextRef="#ctx0" brushRef="#br0" timeOffset="5150">18894 5922 14398,'0'-6'6755,"0"0"-4486,0 6-1692,-65-56-303,37 42-210,-12-14 1,0 8 30,15 37-45,1 14-33,2 13-34,12-12 1,3 2-29,-3 15-11,10-14 0,3 0-196,12 7-224,15 4 78,0-15-890,3-19-1,5-4-635,-6-6 1,2-3-1716,16-2 0,4-3 3639,-1-6 0,-3-2 0,7-2 0,-6-3 0</inkml:trace>
  <inkml:trace contextRef="#ctx0" brushRef="#br0" timeOffset="5342">19327 5872 16986,'-1'-52'1422,"0"1"1,-1-1 0,1 3 0,0 0-1,-1 10-554,-4 4-273,2 0-254,1 12-218,2 12-134,-1 8 0,0 12 39,-1 17-22,-7 25-15,3-14 1,-2 2-694,-3 10 1,-2 3 317,-2 6 0,-1 2-103,6-18 0,0-1 0,1 1-776,-4 16 0,5-1 1263,7-8 0,3-4 0,0 3 0,11-19 0</inkml:trace>
  <inkml:trace contextRef="#ctx0" brushRef="#br0" timeOffset="6377">19775 5841 15445,'-1'-5'6173,"1"1"-5840,-31-17 1,-12-1 248,0 15-520,-1-15 0,1 6 122,-1 33-16,15 8-11,-10 13-11,0 8-1045,1 4 943,6 2-32,7 0-24,12-4 283,13-5-355,18-8-3429,38-9 3126,-9-13-983,-13-7 1,1-4 534,-3-3 0,2-3-1009,13-3 1,1-3 518,0-1 0,1-1 198,6-6 0,-2-2 715,-14 2 0,-4-1 1270,-2-1 0,-3-1-455,-4 0 1,-3-1 4692,12-19-2317,-13 4 268,-12 4-2269,-7 13 1317,-8 3-1367,-4 12 396,-5 1-905,-4 4 254,0 8-445,-3 10-22,9-3 22,3 10 28,17-8-11,1-1 111,27 2-94,-2-12 0,18-1-1,-10-13 46,-4-6-1,-11-9 12,-8-14-18,-14 3-4,-10-9-35,-5 18 270,-24-4-202,9 19-62,-20-3-28,15 16-16,1 7-29,6 9 6,5 11-11,5 7-11,6 7-29,16 15-5,2-18-129,23 13-78,2-25-68,18 1 168,-23-20 1,1-2-204,2-4 0,1-3 315,1-5 1,0-3 64,-1-3 0,-2-3 11,-2-3 1,-2-3 16,-2-1 0,-3-3 22,-2 0 0,-2-2 160,3-9 0,-2 1-89,4-8 5,1-6 118,-19 30-56,-3 6-90,-1 2-146,-2 6 17,0 4 498,-1 12-465,0 13-21,0 19-6,-2 14-342,0-26 1,0 1 349,-1 0 0,-1 0-14,-2 26 23,0-14-3125,5-18 3152,0-16 96,11-17-67,7-16-40,6-4 28,14-22-10,1 3 7,-8 10 0,1 0-39,-4 7 0,-1 1 3,3-2 1,0 4-12,11-3 0,-11 11 3160,0 9-3204,-7 10-102,14 27 68,-16-8-219,6 32 55,-18-26-726,4 21-992,-1-6-710,1-14 1,2 0-1391,7 8 3265,15-3 1,-24-27 0,1-2-1</inkml:trace>
  <inkml:trace contextRef="#ctx0" brushRef="#br0" timeOffset="6784">21758 6044 15257,'48'-41'1923,"0"0"0,2-6 0,-11 7-1228,-25 16 1316,2-22-1770,-18 33 225,-28-6-326,-11 26-84,-10 1-23,0 11 3,16 0 1,0 3-32,7-3 1,0 3-9,-10 7 1,3 4-7,12-2 1,9 1 2,12 22 12,12-12 11,40-15-23,-13-22 26,-3-5 0,2-2-23,-5-4 0,0-4 20,8-3 0,-1-2-1,-8 2 1,-1-5-359,2-9 1,0-7-1,-4 3 353,-6 5 0,-2-2 2,7-11 0,3-7 1,-4 2 19,-4-2 1,-3-1 108,-2 3 0,0-4 0,-1 3 113,0-9 0,-4 2-15,-3 0 1,-5 3 216,-12-5-171,-7 20-174,3 15-84,3 15-23,5 9 6,-4 17 1,-3 39-24,4-7-339,5-12 0,2 7 0,1-5 250,1-9 1,2 0-606,2 18 0,2 8 0,-1-5-2876,-1-3 1,-1-1 3581,1-7 0,0 1 0,-1-5 0,-3-6 0,-1-6 0,0 4 0</inkml:trace>
  <inkml:trace contextRef="#ctx0" brushRef="#br0" timeOffset="10234">11555 4638 9811,'2'-57'1178,"0"0"1,-1 0-1,1 1 1,0 0 0,-1 12-675,1 7 257,2-12-257,-1 24-521,0 5 129,0 21 196,0 23-44,0 34-1834,-2-11 0,0 6 1654,0-6 0,-1 3 0,0 0-43,0-5 0,-1 0 0,0 3-349,0 0 0,0 4 0,0 2 0,-1 1 453,0 7 1,0 2 0,0 0 0,0-2-422,0-10 0,0-1 0,0 0 1,0 5 339,0 0 0,-1 5 1,1 2-1,-1 1 1,0-3-1,0-5-357,-1 1 0,1-4 1,0-1-1,-1 4 308,0-6 0,0 3 0,0 2 0,-1 0 0,1-1 0,-1-1-3,0 2 0,-1-2 1,1 0-1,-1 0 0,0 0-18,-1 1 1,1 2-1,-1-1 1,0-1-1,0-2-4,0 1 0,1-2 1,-1 0-1,-1 6-110,0 1 1,-1 6-1,0 4 1,-1-1 0,1-4-1,2-7-43,-1 6 1,1-7 0,-1 6-166,2-7 0,-2 7 1,0 4-1,1 0 0,0-4 1,2-7-1046,2 9 1,1-7 0,1 0 420,-1 1 1,0-1 0,2-1 951,2-5 0,0 0 0,1-9 0,2 7 0,1-6 0</inkml:trace>
  <inkml:trace contextRef="#ctx0" brushRef="#br0" timeOffset="12126">11690 3900 6059,'-3'3'750,"2"-1"605,1-2-1125,-15 19-118,11-12 196,-11 18-89,15-18 61,0 3 61,0-5 1,0-2 44,0-1-229,0-1 162,2 1 113,3-1-130,7 0-145,6-4-84,7 0-34,3-3 17,8-4-51,-11 4-5,8-3-28,-13 4-28,6 1-89,3 2 61,-10 2-112,2 0 106,-14 2 477,-1 1 139,-5-1-279,-10 2-51,-7 1 6,-12 1 22,-7 3 33,-8 1-33,-4 1-56,-3 3-56,0 1-17,5 0 284,7-2 38,9-4-21,13-3-69,8-3 1,6-2 72,2 0 72,5 0-98,-1 0 415,40-1-752,-18-1-5,32-3 43,0-6-369,-23 3 0,3-1 311,14-2 0,3-1-450,5-1 0,2 0 481,-19 3 0,1 1 0,0-1-7,1 2 1,-1-1 0,0 1-13,-2-1 0,1 1 0,-2 0-2,17-2 1,-2 1 2,-5 0 0,-2 1-232,-5 0 0,-2 0 217,-5 2 0,-2-1-2,24-4-23,-11 2 81,-11 1 556,-10 1-525,-5 2 1078,0-2-1096,4 1 496,6-2-548,7 1 41,0 0-76,-2 2-2,-8 1 275,-8 2-53,-7 1-10,-6 2-33,-4 0-142,-1 4-186,0 2 76,1 3 20,1 4-313,1 2 40,1 1 1,1 3 63,0 2 216,-2 5 178,0-5 41,-3 19-3372,-2 1 3310,0 0-18,0 12 82,1-14-38,3 15-22,4 2-28,0 2-5,1 2-63,-6-31 0,0 1 4,0 1 1,-1-1 13,-1 1 0,-1-1 6,0 2 0,0-1 20,-2 21 8,-1-11 0,-1 1-137,1-12 1,-2 0 104,0 15 0,-1 2-284,1-9 1,0-1 271,0 2 0,0 1-9,0 11 0,-1-2-29,2-15 0,1-1 15,-2 16 1,1-2-152,1-2 151,0 3 1,1 2 16,0-14 1,0-1-103,1 18 0,-1 2 98,0 2 1,0-3-102,0-17 1,0 0 97,-1 17 1,0-1 5,-1-17 0,0-2 1176,1-1 1,-1 2-1154,-3 12 1,0 2-23,1-9 0,0 0-7,0-1 1,0 1-5,0 4 1,1-2 2,-2 15 40,3-22 1,0 2-11,-1-1 0,0 0 7,1-1 0,-1 2 4,-1 8 1,1-2 23,-2 17-33,2-19 1,1-2 28,0 10-35,1-19 0,1 0-45,0 30-16,1-14 18,0-13 0,0 0-9,0 15 9,1-14 1,-1 0 10,1 24-1258,-1-22 0,0-1 1232,0 14 30,-1-12 0,-1-1 304,0-1-286,-1 4 0,0 1 18,1 16-80,0-8 0,1 1-9,0-13 0,1-2 148,0 9 1,0-2-198,-1 14 55,-1-22 1,0 1 51,-5 11 1,0-1-12,2-12 1,0-1 2,-4 12 0,-1-1 111,-1-8 0,0-4 64,-5 11 48,1-6 1,-1 0-57,-4 2-3,-6 5 2375,0-6-7470,8-15-3434,4-6 8323,9-13 1,4-4-1,1 0 1</inkml:trace>
  <inkml:trace contextRef="#ctx0" brushRef="#br0" timeOffset="14150">11259 8147 14753,'16'-44'2167,"-4"9"-2093,-12 32-723,0 2 677,0 8 208,0 9-48,0 4 44,0 8-53,0-4 192,-2 17-3638,-1-6 3402,-1 4 280,-3 14-191,5-18-90,0-2 1,0 2 65,1 8 23,1 6 7,2-12-30,0-3-52,3-2 3357,0 0-3438,1-2-68,-2-1 39,0-2 66,-2-3 0,0-2 4,-1-3-1,-1-2 28,1-3-19,-1-2 13,0-1-48,-1-3 3,1-3 34,-1-1 241,1-3-154,2-1-62,0 0 369,12 0-242,4 0-52,14-3-64,-4 0-98,34-10-102,-30 7 61,1-1 0,3 1-9,6-1-117,15-1-5,2 3-30,-2 2-25,-3 1 156,-7 2-17,-5 1-6,-5 2-18,-5 1 26,5 3-3,-4-1 10,7-1-1,-10-3 22,15-4 23,0-3 1,0 1 8,-11-1 1,0-1 49,8 1-187,14-4-30,-22 6-27,-8 0 19,-7 3 0,-5-1-22,0 1-3,1 0-29,5 0 191,6 0 13,4 0 6,-5 0 1,11 1-24,-19 1 18,16 3-6,-20-1 0,5 3 11,-8-4 0,0 1 23,0-2 11,4 1 0,2-3 11,5 1-51,2-1 6,3 0 6,-6 0-11,3 0-12,-11 0-11,1 0 12,-8 0 22,-3 0-17,-1 1 22,1-1 56,15 3-33,-5-1-34,12 1-22,-11-3-3392,-3 0 3403,-5 0-11,-2 0 22,-3 0 34,2 0-56,-1 0 16,1 0-705,-1 0 1667,-3 7-967,-2 1 0,0 0 0,0-2 0</inkml:trace>
  <inkml:trace contextRef="#ctx0" brushRef="#br0" timeOffset="25093">9140 5407 8385,'8'2'185,"-3"0"-84,-5-2 647,0 0-40,-60-11 247,26 6-399,-8-3 1,-3 0 294,-6 1-424,6 2-158,-2 0-601,-1 4 0,-3 1 289,11 1 1,-2 0 20,-3 1 0,-3 0 0,1 0 67,-10 2 0,3 1 67,9-2 0,0 1 69,-10 0 1,-2-1 250,-3 0 0,0 0-54,-3-1 0,-1 1-581,16-2 1,-1 1 0,1 0 621,-13 0 0,1 0-4,-2 0 1,1 1-148,19-1 1,-1 1 0,1-1-75,-2 1 1,0-1 0,0 1-1,0 0 0,-1 0 0,0 1-167,0-1 1,-1 0 0,1 0 3,0 1 0,0-1 0,1 0 15,0 1 0,0-1 0,1 1 35,-19 1 0,1 1-1,0-1 1,2 0 63,0 1 0,1 0-395,0-1 0,1 1 413,0 1 0,0 0-42,0 1 1,1 0 15,12-1 0,-1 0-31,1 1 1,-3 2 0,1-1 48,-4 2 1,-1 0-430,3 0 1,-4 1 0,4-1 361,-1 0 0,1 0-26,1 1 0,-3 0 0,6-1-104,8-2 1,1 0 112,-13 4 1,-6 1 0,6-2 245,7-1 0,1-1-150,-17 5 0,-1-1-19,14-2 1,1-2-10,-2 1 0,3-1-11,9-1 0,0 0 6,-18 3 0,0 1-6,15-3 1,0-1 98,-16 4 1,0 0-3,11-2 0,1-1 65,2 0 1,2 0-150,0-1 1,2 1 649,1-1 0,0 0-630,2 0 0,0 0 527,1 1 0,-1-1-360,-28 9 32,0 0 8,-1 1-193,29-11 1,0 1-25,-1 0 1,1 0-13,1-1 1,-1 1 140,-27 9 7,16-4-2218,-5 4 2381,4-1-41,1 0 48,-2 1 37,12-4 28,1 1 13,2-2-33,1 1-213,4-1 20,4-1 3,3-1 37,3-2 39,2-2-387,4-1 0,2-2 0,2-2 0,3-1 0,6-9 0,10-8 0,5-4 0,5-2 0,-8 10 0,-7 7 0,-7 3 0,-2 4-1000,-5 5 965,-1 4-521,-6 5 281,-3 4-201,4-6 148,-2 5 42,5-3-90,-1 7 1565,2-2-1452,-5 20-127,2 1-354,1 0-74,3 3-157,4-18-65,0 6 258,4 0-5,0 2 13,3 4-4,-1 6 146,0 8 60,0 9 400,-2-28 0,-1 1 93,2 9 1,0-1-107,1 17 164,0-20 1,1-2-59,3 8 17,5 12-76,3-3-96,0-1-102,1 0-28,1 1-4,1 0 33,2 0 7,5-1-53,7-1 85,-13-28 0,2-2-7,3 0 0,2-2 198,4-3 0,1-3 95,24 6 264,-7-13 0,4-3 148,-13-2 0,1-2 903,8-2 1,6-1-1,-5-1-1437,-2 1 1,-2-1 552,0-2 1,4-1 0,-4 0 271,5 1 0,-1-1-355,-8 1 1,2 0 0,0-1-81,0 1 0,0 0 0,2-1-113,9-1 1,2-1 0,-4 1-110,4-1 0,-1-1 41,-4 2 0,2-2 1,-3 1 41,3-1 0,-1-1-53,-8 2 0,3-2 0,-1 1 0,1-2 0,-1 0 0,3-1-35,-5-1 1,2 0 0,0-1-1,-3 1-383,0 0 1,-3 0 0,2-1 388,2-1 1,3-1 0,0-1-1,-3 0-356,0 1 1,-2-1-1,1 0 370,11-4 0,3-1 0,2-1-20,-10 4 1,3-2-1,0 1 1,-2 0-529,8-3 1,-2 1-1,-1 1 502,-2 0 1,-2 1-1,-1 1 45,-5 2 1,-2 1 0,-2 1 109,6-1 1,1 0-155,-4 1 1,2 0 0,-2 0-17,10-3 0,-1 0-3,6-3 1,-3 1 3,-21 7 1,-2 1 19,10-5 0,0 0-118,-8 4 1,3-2 86,4-2 0,7-3 1,2-1-1,-4 1-4,-1 0 1,-2 0 0,2 0 11,11-5 1,1-1 0,-5 1-148,-2 0 1,-8 1-102,-18 8 0,1 0 326,19-13 0,0 0-355,-18 12 0,0-1 34,15-9 1,-3 2-109,-7 4 292,7-3 0,3-2-109,-11 5 0,-1-1 117,6-1 0,1-2 148,2-4 1,-3 1 79,8-10-80,-18 16 0,0-1 14,-2-1 1,-1 1 78,17-15-73,-17 14 1,0-1-162,-1 3 1,-2-2 416,4-7 0,-2-3-477,-7 5 1,-3-3-180,1-8 1,-5-2-85,-8 9 1,-4 0-89,-4-2 0,-1 1-156,-7-13-378,-3 3 354,-7-10-4,-1 9 14,-6-8 517,7 24 1,-3 2-63,-21-10 1571,18 14 1,-1 2-1308,-8 2 0,-2 4 87,2 4 0,-3 3-60,-11 1 1,-8 2 0,5 1-628,2 1 1,0 2 691,5 1 1,-3 1 0,3 4-158,0 6 0,2 3-2620,-5 4 0,-1 2 2755,-5 4 1,4-1 0,16-6 0,6-1 0,-6 6-1</inkml:trace>
  <inkml:trace contextRef="#ctx0" brushRef="#br0" timeOffset="27787">16703 6011 12316,'36'-36'522,"0"-1"1,0 1-1,-1 2 1,-1 0 0,-1 6 82,3 5 1,-2 4-295,-5 3 0,1-1 115,22-12 0,3 1-521,-13 6 1,2 0 161,-1 1 1,3-2 0,-1 1-421,-4 4 1,-1-1-1,0 1 444,2 0 0,0-1 1,1 0-35,-1 0 1,1 0-1,0-1-22,0 1 0,0-1 0,-1 0-17,1 0 0,0-1 0,0 0-61,0 1 0,0 0 1,0 0 33,1 0 0,0 1 0,-1 0 56,1 0 0,1 1 1,-1 0 9,1 1 0,0 0 0,1 1-28,-1 0 0,0 0 0,1 1-40,0 0 1,0 1 0,0 0-29,0 1 0,0 1 1,-1-1-10,0 2 1,-1 0-1,0 1-6,-1 0 1,-1 1 0,-1 1-47,5-2 1,2 2 173,7 0 1,6 0 0,-4 2-113,5 0 1,-1 1-313,-9 0 0,1 0 1,-2 1 303,14 1 0,-4 1-71,-15 0 0,-2 2-219,14-2 1,3 0 296,-1 1 1,1-1-428,-13 0 1,2-1-1,-4 1 406,3-1 1,-2 1 48,15-3 0,-2 1-50,-24 1 0,-2-1 49,9 0 0,0-1 64,-2 1 1,0 0-17,-1-1 0,0 1-20,1 0 0,-1 1-20,2 0 0,-1 0-525,1 1 0,1 0 513,-1 1 1,1 1 15,-1 1 0,0 1 151,-1 1 0,-2 0-143,-2 1 1,0 2 901,-5-1 1,0 1-877,23 7 413,-7-1-424,-13-1 83,22 10-56,-20-5 3053,13 7-3070,-9-3 18,-5-4-12,13 6 6,1-3-23,-2 0 544,-5-3-532,-10-1 364,-7-3-325,-5-2 11,0-1 6,4-2-12,4-1-33,3 0-28,-1-1-17,-6 1-11,-8 0 16,-6-1 18,-5 1 16,-1 2-22,-1-1 16,4 10 1,1-4-1,5 6 1,6 3-23,-6-7 0,7 7 1,-6-6 4,3 4 7,0-1-1,1 2 6,-4-4 6,2 3 5,-3-5-28,-3-2 12,9 8-12,-8-7 0,6 11 11,-9-5 18,-5 3 32,-4 13-44,-4-3-5,-2 8-12,0-13 11,2 5-5,1-6 11,0 8 39,-4 8-3397,-2-2 3369,-1-2-105,-5 3 122,1-4-50,-7 13-6,-1 0-3,9-20 0,1-1 9,-5 11 11,-3 12 33,5-11-22,1-8 39,-3-3 1,0-1 16,0-6-40,-15 17 46,1-15-28,-9 2-34,12-11 0,-3 0 1254,-12 4 0,-3-2-1265,4-2 0,-1 0-12,0-1 1,1-1 2,-1 0 1,2-1-15,9-2 1,0 0-127,-8 2 1,-1 1 139,4-1 0,0 0-5,2-1 0,0 1 0,-6 1 0,1 0-3,-14 7 0,15-7 0,-1 0 11,-19 4-11,8-3 0,-3 1-9,6-3 1,0-1-367,0 1 0,0-1 338,0-1 1,1-1-15,7-2 1,-2-1-6,0 0 0,-4 1 0,1-2 17,-15 4 0,-1-1-433,12-2 1,-1-1 0,0 1 452,4-1 0,1-1 1,2 1 1,-12 1 0,-1 0-2,9-1 0,-2 1 1,1-1-2,-11 2 1,-1 0 11,0 0 1,-4 0-1,5 0-3,-2 0 0,0 0-1,14-3 1,-4 0 0,1 0 0,7 0 11,2-2 0,1 1 2,-5-1 1,-8 0 0,-2-1 0,5 0-1,5-1 0,3-1 0,-2 0 11,-14 0 0,-3 1 0,3-1-6,10-1 1,1-1 0,2 0-149,-15 0 0,4 0 143,10-1 1,0 0 2,-7 0 1,-2-2-120,5-1 1,1-1 127,1-1 0,1-1-12,5 1 1,2-2 14,3-4 0,4-1 510,-1-1-510,5 1 0,-3-2 72,-22-10-61,9 4 0,4 5 0,-1 1 655,-12-2-678,22 7 1,-1 0 397,2 1 1,1 0-258,-25-12-45,3-1-45,2-4 588,18 5-622,10 5 68,-2-4-56,1-1-17,-1-2 5,-5-4 794,4 2-811,-2-3 321,5 4-326,-8-10 11,4 5 140,-13-13-118,8 9-5,-1 2-28,14 16 0,0 2 17,5 6-6,0 1 0,2 0-11,5 2 12,0 0 10,-1-5-16,-2 1 16,-1-5-16,4 6 10,-3-8-4,5 8-12,-4-9 11,3 4 0,-2-11-5,2 6-1,-1-5 6,1 3 17,-2-9-28,-2 0 23,-2-6-1,2 11-16,-1-1 5,2 1 0,1 0-5,3 5 5,1-8 0,3 7 6,1-7-23,2 7 12,3 2-28,2 2 10,-1 5 1,6-4 11,-2 4 0,5-5-11,-4 6-112,8-5-387,-7 9-2038,5 0 2548,-8 11 0,-6-2 0,-2 3 0</inkml:trace>
  <inkml:trace contextRef="#ctx0" brushRef="#br0" timeOffset="30643">12363 4743 9247,'0'-6'3913,"0"1"-1775,0 5-1879,-49-14 476,10 33-386,0-13 0,-1 4-487,9 17 0,4 6 316,-2 1 0,2 0-1,-1 3 1,2 1 16,3-1 0,2 2-28,5-4 0,4 0-31,3-3 1,3 0-94,8 25-326,10-7-204,10-4-60,12-7-16,10-9-22,17-12-398,-23-14 1,1-3 728,-6-2 0,1-3-2691,20-4 1,-1-2 2983,4-3 0,-24 5 0,-3 1 0,-9 2 1</inkml:trace>
  <inkml:trace contextRef="#ctx0" brushRef="#br0" timeOffset="31383">12254 6129 18389,'-20'-59'1005,"3"11"-1274,11 51 874,-5 6-105,-7 11-232,-1 1 300,-16 29-346,19-21 0,1-1-69,-1 1 1,1 0 116,1 6 0,2-2 177,6 11-462,0-2 25,22 12-145,8-23-328,23 10 188,10-20 109,-7-9 260,-3-9 1,0-4-174,-6-2 62,-3-1 0,-3-5-93,-12-12 125,-1-11 49,-10 1 15,-5-32-1797,-12 32 1,-1-1 1665,3 0 1,-2 0 45,-5-4 0,-3 2 138,-7-6-43,-7-5-60,-3 11-25,-4 9-14,-5 9-140,-2 8-251,-3 13 67,9 2-3517,9 11 1,1 3 3950,-3 9 0,-4 5 0,21-18 0</inkml:trace>
  <inkml:trace contextRef="#ctx0" brushRef="#br0" timeOffset="32300">12302 7334 11351,'-1'-6'4476,"1"2"-1127,0 4-3001,-24-58-348,17 43-202,-17-43 196,24 61 118,2 8-72,0 1 21,4 19-16,2 19-28,-1 7-3,-4-21 0,-1 0 25,-1 24 6,-7-3 16,-2-23 1,0-1 11,-7 10 151,-4 3-39,12-33 341,1-6-151,3-9-291,-4-7-39,-6-12-34,-4-15-11,-2-15 0,9 20 0,2 0 3,1-3 0,2-1 11,1 1 0,2-1-209,1 1 1,3 1 205,5-29-17,8 5 1,1 17-133,22-9 133,-15 27-26,5 3 0,3 3 37,16 12-8,8 7 21,-13 12-47,-8 16 24,-18-8-6,6 32-2921,-20 6 2926,-1-2-34,-10-21 0,-4-2-57,-15 10 78,9-18 0,-2-2 40,-23 15 100,-9-12 17,13-15-69,6-6 132,15-10-73,12-2-62,1-3-17,13-5-44,1 4 3352,14-4-3364,3 7 138,9 0-149,3 7-11,4 7-90,12 11-111,-2 4 44,0 1-73,-10-4-1287,16 6-3072,-27-13 0,0 1 4617,3 0 0,-2 0 0,10 4 0,-27-11 0</inkml:trace>
  <inkml:trace contextRef="#ctx0" brushRef="#br0" timeOffset="32934">12338 8215 8035,'-9'-6'5725,"2"0"-5204,7 6 291,0 0-168,-67-17-140,34 13-350,-9-4 0,-1 3 31,9 17-62,6 8-78,8-1 61,2 10-55,9-8-34,-2 11 16,6-11 180,11 9-112,1-17 128,17 12 124,28 3-297,-14-9-148,-1-3 0,0 0 114,7 0-33,8 4-3311,-12-2 3328,-15-6 285,-11-2-106,-10-6 219,-17 3-315,-11-4-27,-22 3-40,6-4-11,-16 1-139,14 0-1211,-18 7-1171,22-1 1987,-1 7 0,28-11 0,2 1 0</inkml:trace>
  <inkml:trace contextRef="#ctx0" brushRef="#br0" timeOffset="34973">8483 5317 11212,'-9'-4'1838,"2"1"582,7 3 498,0 0-2339,-18-39-615,20 15 346,-9-37-182,27 24 134,-1 6 309,9-10 89,9 0-265,-4 6-152,-6 11 0,2 0 618,21-9-1254,-7 6 0,5 0 689,-6 3 1,2 0-188,10-4 1,0 2-364,-17 8 0,-2 2 314,9-2 0,0 0 98,1 1 1,0 1-3,0 0 0,2 0 0,14-3 0,-3 0-37,-24 10 0,-2 0 2,4-1 0,0 0 18,-1 3 1,-2 0 93,9-3-1431,13-1 0,1 0 1157,-11 3-6,2 0 0,2 2-428,-12 4 1,-3 1 278,24 0 225,-19 2 1,-2 2 11,5 4 104,7 6-105,-7 0-99,-5 2-45,-1-1-2,-7-5 2609,8 3-2361,10 0-169,6 1-33,-21-5 0,2 0 87,0 0 1,-1 0 111,12 3 2738,3-1-2615,-17-2 284,9-3-336,0 1-163,-3-3 95,6 1-69,-16 0-76,12 2 4,-13 1-96,-2 0-47,0 1 0,-3 1-44,-1-1-77,0 0 3,-4 0-1,0-1-42,-4 1-16,-4 3-166,-2 0-8,-3-1 152,-1 6 76,0-5-140,1 3 61,1-5-38,1-2 51,0-2 355,-1-2-51,-1-1 20,-1 0-182,0-1 215,-1 1-147,0-1 103,1 1 51,1 2-39,2 0 100,5 2-13,5 1 101,2-2-63,1 0 137,-2-3-15,-6 0 40,-4-2 9,-4 1-214,-1-1-199,0 1-6,1 0-9,4 1 22,4 0-56,8-1-13,4-1-67,1 0 274,-3 0 6,-6 0 0,-5 0-22,-5 0 0,-2 0 10,-1 0-4,0 3-18,0-2 6,0 2 6,0-2 10,-1 0-16,1 2 12,0 0-7,2 4 1,0-1-23,1 2-61,3 1-258,3 2-3569,7 3 3905,2-1 0,-6-4 0,-5-4 0</inkml:trace>
  <inkml:trace contextRef="#ctx0" brushRef="#br0" timeOffset="36718">13414 5013 10619,'-5'-8'2426,"1"1"-1038,4 7 2087,0 0-3023,-1-8-125,1 6 164,1-5-204,3 6-106,2-1 242,12-4-149,-6 2-174,21-4-154,-16 7 147,14-2 31,-8 3-156,2 0-134,4 2 167,-8 0 80,11 0 23,2-2-58,4 0 172,0-1 1,5 0-681,3 0 1,2-1 497,-2 1 0,1 0 15,11 0 1,-2 0-4,-19 1 1,-1 0 9,17 1 0,-1 1-166,-17-2 0,-1 1 145,11 2 1,-3-1-169,-2 0 106,-1 0 0,2 0 87,17-1-36,-15 0 1,2 0-1,-7-1 0,1 1-438,12-1 0,-1 1 421,-15-1 0,0 1-5,15 0 1,0 1 300,-18-1 1,-1 1-282,8 0 1,0 1-86,1 0 1,0 0-69,19 1-6,0 0-7,-27-2 45,6-2-9,-5 1 222,12 0-175,-13 0 1,1 1 75,26 3 652,1-1-658,-2 5-2605,-2 4 2589,-10-1-1,10 6-220,-18-2 238,-6-4 38,7 4 12,-4-4 164,-6-3-198,15 5 3243,-11-3-3249,12 6-11,1 1 6,3 2 45,-1 1-18,-17-8 1,-1 0 45,23 8-42,-22-9 1,-2-1 404,9 2-342,6 0-72,-10-2-17,17 6-3442,-19-5 3381,3 1 11,-5 0 9,14 9-23,-6-2-2,1 1 50,-16-5-6,-10-8-2263,15 8 2275,-15-9 2284,14 2-2251,-3-1-17,1-1-23,-1 0 12,1-1-11,-5 0-6,8 3 3397,-11-4-3380,-2 1-11,-12-4 22,-2-2 325,-1 1-549,2 0-202,0 1-9433,6 3 8860,-3-1 0,2 1 0,-6-4 0</inkml:trace>
  <inkml:trace contextRef="#ctx0" brushRef="#br0" timeOffset="37984">12699 9801 15210,'0'-10'1541,"0"2"-2124,0 8-386,0 0 1636,-13-3-85,12 38-55,-11 22-1179,12-1 1,3 6 708,-3-13 1,0 1 0,0 2-760,-2 6 0,0 2 0,0 1 671,0-13 0,0 1 0,-1-1 1,0 1-53,0 1 0,-1-1 1,0 1-1,-1 0-238,1-2 0,0 0 0,-1 0 1,1 0-431,-1 5 1,1 0-1,-1 0 1,1-4-30,1-3 1,-1-3 0,1 0-655,1 8 0,-1 1 0,2-7 1434,2-9 0,0-5 0,-1 16 0,2-17 0</inkml:trace>
  <inkml:trace contextRef="#ctx0" brushRef="#br0" timeOffset="38384">12180 10956 16919,'-29'-49'814,"1"1"0,0 3 0,11 14-702,17 27-78,0 3 89,4 4 135,6 11 16,6 15-159,-1 2 0,0 4-681,7 16 591,-5-10 0,1 0 31,13 8-28,-11-23 1,4-2 274,29 9-147,-22-24 1,1-5-51,5-7 1,1-4-379,4-4 1,0-5 332,5-4 1,-1-2-12,1-3 1,-2 0 19,-1 0 0,-2 0-1403,-2-2 1,-3 2 1428,8-8 463,-8-1-419,-28 20-73,-2 1-604,-4 7-1345,-3 4 1882,-1 3 0,0-1 0</inkml:trace>
  <inkml:trace contextRef="#ctx0" brushRef="#br0" timeOffset="355759">3477 12132 26161,'17'-48'145,"-7"30"-133,-15 65-85,-3-5 0,0 1-466,-3 19-1803,1-8 1,0-2 2227,5-4 1,-2 6-1,6-35 1</inkml:trace>
  <inkml:trace contextRef="#ctx0" brushRef="#br0" timeOffset="356119">3806 11617 18183,'-5'-6'3265,"1"1"-2002,4 5-1022,0 0 141,-59 48-360,49-14-8,-10 6 0,7-1 20,44 0 191,7-8-80,-3-20 631,-11-17-518,8-21-57,-9-9 57,-3-19 170,-21 10 1,-6 0-199,-12-7-202,7 15 0,-4 7 50,-21 19-66,15 16-1,-31 26-39,24-7-205,0 13 1,3 2-283,8 1-4342,7 12 1,5 3 4177,12 1 1,-4-22 0,1-3 0,5-6-1</inkml:trace>
  <inkml:trace contextRef="#ctx0" brushRef="#br0" timeOffset="356785">4185 11841 22795,'-2'-3'2072,"1"1"-1602,1 2-374,-28 76-63,20-42-306,-1 4 1,-3 9-1,4-5 279,7 15-6,1-23 0,0-1 225,3 17-219,6-21 27,0-6 85,5-12 16,0-21-39,4-13 29,4-16 72,3-10-96,-6 8 23,-4 11 1,-1 2-18,6-5 599,4-5-660,-4 18-28,-3 14-23,-2 5 17,9 22-5,-5 20 0,0 0 2,-9-10 0,-3 1-2,0 12-12,1 10 1,0-9 10,-2-15-5,8-7 12,-2-17 16,12-12 16,4-18 24,7-18-24,-17 15 1,-1-2-219,-1-2 1,-1-1 302,-2-2 0,-2 1 0,-2 2 0,-2 0 49,1-24 68,-7 12-28,-4 10-48,-2 13-170,-1 9 0,2 7 509,2 3-509,2 1 102,0 5-102,6 8 0,8 14 0,13 15 0,-9-14 0,1-1-372,13 22 372,-11-9 0,-3 1 0,-3 18 0,-9-15 0,-6 2-152,-7-8 1,-6-2-146,-5 0 0,-2-1-316,-3-3 0,-1-2-463,-13 11 1076,-10-14 0,32-19 0,-8-3 0</inkml:trace>
  <inkml:trace contextRef="#ctx0" brushRef="#br0" timeOffset="357036">5186 11617 27090,'-2'34'90,"7"18"-99,3 7 1,0 3-1012,-1-16 0,-2 0 869,-2 1 0,-3 4 0,-1-3-564,-5 2 1,-1-1-883,-3 11 1,-1 0 196,1-17 0,1-1 1400,0 3 0,0-5 0,4-13 0,-1 7 0</inkml:trace>
  <inkml:trace contextRef="#ctx0" brushRef="#br0" timeOffset="357953">5121 12330 24816,'35'-34'-296,"1"0"0,-1 0 1,-1 1-1,2 1 1,1 5 43,6 7 0,2 5 0,-2 0-2693,11-6 0,-2 0 2925,-3 2 1,-2 0 44,-13 4 0,-4 1 1563,3-4-1252,-7 0 854,-17 6-781,-19 6 162,-11 8 0,-13 6 3079,2 2-3022,-17 13-348,16-3-96,-11 14-111,15-2-50,12-4 5,6 14-17,16-16 17,9 10-17,13-18 23,9-7 27,3-14 12,3-13 33,-3-13 51,-1-10 84,-7-3 45,-6 5 5,-7 7-39,-10 11-118,-4 9-72,-5 7-34,-4 7 0,-5 10 0,-6 13-39,-1 15 5,4-3 0,7-3 1,3 1 5,2 14-6,6-11 1,4-2-18,15 4 23,6-11 11,13-21-11,-2-19 0,15-11-249,-25 3 0,-1-4 249,2-4 0,-1-3 14,0-6 0,-1-2-6,0-5 0,-2-4-678,0-6 1,-1-3 678,-8 14 1,0 0-1,-1-3 7,4-12 1,0-2 0,-2 4-11,1-4 0,-1 2 3,-5 8 0,0-1 1,-4 6 56,-3-14 12,-11 3-44,-11 28-6,-13 20-6,-6 23-19,7 8 0,2 5-3,-11 20-336,10-1 0,2 7 339,9-6 0,2 3-13,3-7 1,0 4 0,2 2-15,5-6 0,0 2 1,3 0-1,2-2-35,3 4 0,4-2 0,1-2 42,-1-1 0,1-2 0,7-6-22,16-1 0,7-10 20,-6-12 1,3-7 15,17-3 0,3-6 20,-10-8 0,-1-6-1267,8-9 0,-4-5 1250,-18 5 0,-2-2 0,6-12 0,-2-4 190,-6 3 0,-3-5-183,0-2 1,1-6-1,-2-1 11,0-3 1,-1-1 0,-1 2-8,-4 6 1,0 2 0,-2 1-3,-1 3 1,-1 2-1,-3 4 33,-1 1 0,-3 4 6,2-22 64,-12 0 2630,-13 26-2725,-4 17 480,-21 39-497,6 15 0,8-3 0,1 6 181,2 5 1,2 6-194,3-1 1,1 4-1,1 1-1062,3-5 1,0 0 0,1 0 858,0 2 0,0-1 1,3-1-1801,3-3 1,1-1-1,4-5 1614,3 0 0,1-6 0,-4 19 0,4-42 0</inkml:trace>
  <inkml:trace contextRef="#ctx0" brushRef="#br0" timeOffset="358569">8328 12046 15375,'7'-47'1611,"-1"-1"1,0 1 0,0-11 0,-4 5-1150,-5 12 0,-4 5 305,-10-9 316,1 14-701,3 14-92,3 10-133,-4 15-30,4 2-77,-16 29-16,8 0-20,4-8 0,2 1 264,-3 14-261,7-11 0,1-1 5,1-1 34,-1 25 23,6-39 5,0 0 392,3-16-291,3-11-101,4-9-23,3-10-22,3-5 6,0 0-11,-3 2 5,-1 7 0,-5 8-67,-3 8-45,-5 8 6,-2 5-174,-12 14-1182,-14 28 54,14-20 0,-1 3-3388,-2 10 0,0 2 4757,7-9 0,2-1 0,-2 10 0,6-18 0</inkml:trace>
  <inkml:trace contextRef="#ctx0" brushRef="#br0" timeOffset="358852">8332 12339 25494,'-35'34'74,"0"0"1,1-6 0,15-6 9,44-14-39,5-8-6,11-5 51,-2-5 22,-9-4 78,-13-2 40,-13-2-118,-7 5 162,-22-9-184,-3 10-56,-7-2 5,-1 5-162,20 7-981,0 0 1104,19 9 0,-1-4 0,4 4 0</inkml:trace>
  <inkml:trace contextRef="#ctx0" brushRef="#br0" timeOffset="359993">10805 12248 24015,'6'-51'666,"1"0"1,-1 2 0,-2 11-471,-3 28-162,0 2 16,-1 23 45,0 18-22,2 3 0,0 4-34,2 19 3,0-1 0,0-1-25,-1-8 5,0-5 1,-2-1 10,-5-2 96,0 0 101,-2-17 212,1-15-335,3-10 49,-1-13-44,1-11-39,0-18-17,3-11 17,7-9-40,-2 31 1,2 0 56,10-25 5,1 9-22,-1 12-23,-2 10-39,0 10-11,2 7-16,7 10-12,8 14-12,10 15-44,-12-1 0,-1 4-876,-2-1 1,-1 1 819,0 1 0,-1 0-375,-3 2 0,-2 0-605,-5-8 0,0 1-225,3 4 1,1 0-731,2-4 0,1-4 317,14 4 1371,-3-16 337,-12-20 3299,7-26-941,-7-2-2242,-6 2 1,-2 0 700,0-8-587,-8 9 1,-2 1 620,-1 2-487,0-4 167,-3 16-206,0 11-124,0 1 2554,0 6-2643,1 10 2168,4 13-2174,3 19-39,4 15-15,-4-13 1,-2 1-126,-1-13 1,-2 1 127,-1 27 1,-3-2-1,-5-6-2,-2-6 0,-3-1 3,-9 1-3242,-6 3 3264,9-24 61,3-16-61,11-18 0,1-19-17,4-14 6,3-2 0,1-3 3,-2 12 1,1-1-10,3-9 1,0-4 556,0 6 1,-1-2 0,-1 4-558,0 5 1,-1 0 1,2-9 0,0-6 0,0 6-387,0-15 368,-3 25 1,1 1-8,9-25 13,4 18-11,1 10 170,10 14-159,1 10 1593,13 8-1588,10 24-2917,-13 8 2906,-6 7-5,-20 8-614,-26 3 630,0-9-152,-14-8 0,-8-4 130,8-13 0,-3-3-33,-12 7 0,-1-2-74,-16-1-1460,-4-8-3609,40-17 5930,1-2 1,21-2-1,5 3 1</inkml:trace>
  <inkml:trace contextRef="#ctx0" brushRef="#br0" timeOffset="360585">12245 12136 25247,'-15'50'161,"0"-1"0,2-8 0,2-4-55,5 3 45,-1-6-89,1-7 156,-3 2-134,5-21 39,0 0 421,3-11-410,0-9-11,1-13-33,-1-15-17,4-11-45,1 5 50,5-11-28,-3 24 62,2 0 0,0 1-50,2 2-28,8-13-46,-6 31 7,7 6 16,12 9-11,4 12-6,10 13-10,-8 16 21,-4 8-27,-8 4 5,-11-2 17,-11-4-6,-8-15-10,-15 0 32,5-22-16,-4 2 45,4-28-17,8-9 6,-1-21-6,11-9 5,11-5-5,2 11 6,15-3 11,11 9-34,2 5-14,-15 18 0,0 4 3,10 3-5,13 8-6,-6 12-17,-11 4 0,-1 3-84,-6 1 0,-3 3-325,2 6 0,-6 3-4538,-7 28 4975,-18-6 0,-3-18 0,-3-15 0</inkml:trace>
  <inkml:trace contextRef="#ctx0" brushRef="#br0" timeOffset="361052">14052 12443 22541,'-1'-58'1129,"0"0"1,-1 7-1,-1 6-552,-2 11-310,-1 14-233,1 13 10,3 15-16,0 29-34,1-2-195,0 2 0,0 3 72,0-7 0,1 1-920,0 12 1,-1 2-826,0 1 1,1-1-950,0-9 0,0-3 2228,0 2 1,0-6-1,0-8 1,0-2 0</inkml:trace>
  <inkml:trace contextRef="#ctx0" brushRef="#br0" timeOffset="361402">14364 11924 22071,'-55'-25'366,"1"0"0,4 3 0,9 11-277,16 29 74,10 9 22,16 25-157,6-18 26,11 12 13,9-22 14,5-4 3,10-1 140,-4-10 56,-7-13 45,-8-10 84,-8-12 0,-8-7-73,-8-2-61,-8 1-113,-6 6-50,-7 6-62,0 10-61,0 7-45,0 15-448,0 11-3030,4 16 3534,6 0 0,6-16 0,5-14 0</inkml:trace>
  <inkml:trace contextRef="#ctx0" brushRef="#br0" timeOffset="362209">16414 12035 23562,'-8'-46'550,"0"0"1,0 5 0,-6 9-265,-19 22-129,-5 11-68,-3 13-33,0 15-39,1 16 0,10-3-17,5 3-25,14-3 0,3 2-292,5-13 0,2 1 224,1 19 1,7 0-18,7-19 1,6-4 22,7-3 1,4-5 30,3-2 0,5-7 58,23-12 1,1-8-354,-15-2 0,-2-4 382,-6 0 1,1-4 0,-5-1 29,-3-5 1,-5-2 12,10-15 60,-19 7 1,-5 1-63,-4 2 108,2-25 10,-15 39 455,-5 4-578,-6 9-6,-21 25-49,9 3 802,-9 21-825,20-2 16,8 0-5,11-1 0,10-5 17,14-5-3386,20-10 3380,-13-10 11,15-11 51,-24-12 73,1-10 16,-9-7-5,-9-7 11,-13-4-28,-9-3-17,-9 0 3387,-7 6-3415,-1 10-50,1 9-45,3 10-23,4 6-27,5 8-118,5 9-538,5 11-184,6-2 890,27 27 0,-18-34 0,17 16 0</inkml:trace>
  <inkml:trace contextRef="#ctx0" brushRef="#br0" timeOffset="362819">17083 11995 22666,'-2'-6'3271,"0"2"-2767,2 4-504,51-20-17,-14 37 17,-4-20 0,1 4-6,-10 22 1,-5 7-29,1 19 25,-10-19 1,-5 2 14,-12 22 16,-15-12 23,-10-17-6,-2-13 23,6-13 11,6-11 5,11-13 1,8-10-51,13-6-23,10-2 23,15 2-112,12 8-212,-19 19 1,3 2-470,11 1 0,0 3-119,20-2-1284,-8 5 1,-1 2-220,-7 1-243,-4-1 1,-1 0-110,2-5 2745,-2-2 3948,0-17-39,-18 1-845,6-16-869,-13 3-28,-7-7-1271,-6 10-280,-11-1-180,-6 13-3265,-6 5 2935,2 9 17,-3 4-56,0 14-57,5-1-4,-3 15-24,13 3 24,3 11 3402,12 8-3386,4-11 0,4-1-22,9 16-1683,11 2 1,1-1 1681,-5-7-8,-4-6 1,0-1-26,-6 1 5,-10-2-206,-20 15-751,-22-8-637,3-17 0,-4-2-2735,-21 5 3799,-5-4 1,35-15-1,0-2 1</inkml:trace>
  <inkml:trace contextRef="#ctx0" brushRef="#br0" timeOffset="363042">17850 11771 27432,'0'32'-73,"0"1"0,-5 3 1,-4 3-4844,-18 17 1,-5 0 4234,12-19 0,0-3 0,-2 4 1,3-8-1,11-17 0</inkml:trace>
  <inkml:trace contextRef="#ctx0" brushRef="#br0" timeOffset="364643">3319 14100 19568,'0'-7'4806,"0"2"-4341,0 5 504,-8-66-823,5 49-121,-1-22 0,0 12-14,3 34 34,-1 13 11,-1 25-42,0-12 0,0 3-381,-2 7 1,1 2 363,-1 4 0,1-1-3,0 1 1,2-2 13,5-5 1,2-3-1,3-6 1,3-4 13,23 9 0,11-21 12,6-24 5,4-16-11,-27 4 0,-2-3-265,4-11 0,-3-2 293,9-14-20,-15 12 1,-2-2-216,-1-12 198,-8 16 1,0 1 678,0-8-693,-3 5-49,-8 28-152,-5 6 322,-8 9-3341,-12 22 67,7-2 2366,0 14 1,15-28-1,3 1 1</inkml:trace>
  <inkml:trace contextRef="#ctx0" brushRef="#br0" timeOffset="365067">4063 14052 22403,'0'-48'914,"0"0"1,2 8 0,-3 6-377,-8 9-73,2 14-426,1 1-22,1 16-17,3 15 5,2 6 6,-2 28-19,5-19 0,1 1-4,3 26-61,6-11 1,5-1-1399,13 2 1406,-12-21 1,2-2-193,22 12 369,-12-16-476,-3 4-151,-18-12-314,-24-2 353,-7-11-420,-26-2-2393,-14-16 3160,11 0 137,13-10 1,6-6 73,11-14 8,7 12 0,4 0 38,7-9 276,5-4-325,-1 26-97,1-6-116,-1 19 50,1 4 45,1 5 3301,2 11-3671,-2 18 45,0-3-7242,-6 31 7606,0-31 0,-1 5 0,2-23 0</inkml:trace>
  <inkml:trace contextRef="#ctx0" brushRef="#br0" timeOffset="365517">4473 14012 17893,'0'-3'4980,"0"0"-2813,0 3-1887,-10 2-106,-1 13-90,-7 6-3414,5 13 3352,6-6 11,10 10-5,3-20 84,18 13-39,-6-23 117,37-3-72,1-26-332,0 2 289,-23-1 1,-4-2 126,1-13 16,1-11 3159,-15-1-3287,-10 11 207,-20-9-129,-5 23-68,-18-2-60,-3 20 4,-8 16-49,11 2 438,-8 19-400,15 17-44,4 7-141,17-21 0,4 1 135,7-5 0,5-1-33,6 19-356,12-17 0,6-2-650,-3-12 0,2-1-347,5 5 0,1-2 1403,0-7 0,-4-3 0,-6-2 0,-1-1 0</inkml:trace>
  <inkml:trace contextRef="#ctx0" brushRef="#br0" timeOffset="365977">5388 14079 26609,'49'-6'22,"11"-3"-45,-18 4 1,1 0-671,2-3 1,0 0 686,-2 0 1,-1-2-6,-4 0 0,-1-1 100,21-13-83,-22 5 317,-12-14-301,-23 6 12,-12-14 0,-8 11 72,-7 6 0,-3 2 846,-16-6-784,14 8 0,-1 2 134,-11-2 251,14 8-413,13 6-101,10 4-27,5 1-12,10 7 28,13 10-23,19 15-11,-13-8 1,0 2-314,3 4 1,-2 2 276,-1 3 0,-4 2-146,-5 1 1,-7 3-2102,-8 1 1,-7 2-1199,-11 3 1,-6-1 3486,-3-4 0,-2-3 0,5-10 0,1-5 0,-5 4 0</inkml:trace>
  <inkml:trace contextRef="#ctx0" brushRef="#br0" timeOffset="366417">7365 14295 22331,'15'-56'1023,"0"-1"0,-5 15 0,-1 7-877,-1 9 277,-8 25-378,-16 55-40,6-21-2,-1 4 0,-1 6-432,1 10 1,2 0-2159,4-15 1,2 1-2330,0 21 1,4-4 3787,7-7 1,3-23 0,-6-19 0</inkml:trace>
  <inkml:trace contextRef="#ctx0" brushRef="#br0" timeOffset="366784">7786 13945 19798,'-17'-35'2033,"-1"0"0,1 7-1781,-4-8 0,-1 6-39,1 24-135,-5 12-50,5 4 23,-5 32-29,14-6-16,-1 20 5,20-12 23,9-5 38,16-6 40,9-10 28,7-10 34,0-12 28,-6-12 11,-8-10 201,-11-15-285,-12 11 73,-10-13-68,-13 16-27,-10-3-40,-8 9-39,-7 8-79,-11 18 18,16 0-135,-10 21-409,22 1-1395,1 17-7859,10 6 9674,8-13 1,2-13-1,1-21 1</inkml:trace>
  <inkml:trace contextRef="#ctx0" brushRef="#br0" timeOffset="367143">8237 14177 21775,'0'-4'3176,"0"1"-1703,0 3-1456,-16-3 22,6 29-5,-25 27-34,21-18 0,2 3-132,-5 7 0,0-1 129,3-10 0,1-2 3,-5 13 6,6-10-6,9-22 89,2-3 68,10-18 11,12-14 34,16-20-79,-13 14 0,2-1-163,3-4 1,1 0 137,0-1 0,2 0-37,-1 2 1,0 1-26,-1 3 1,-1 2-37,-3 5 0,0 2-5,21-6-1,-20 13 6,0 17-22,-15 15-561,-1 38-787,-10-24 1,-3 1 894,-1 6 1,-2-2 0,-4 7-1,2-20 1</inkml:trace>
  <inkml:trace contextRef="#ctx0" brushRef="#br0" timeOffset="367610">10321 14415 23814,'14'-48'855,"-1"0"0,-1 4 0,-3 11-737,-6 26-107,-3 10 34,-5 32-51,0-2-5,-4 25-107,2-13 1,0 3-1288,1-4 1,0 2-325,1-2 0,-1 3 0,1-3 1210,0 5 1,1-4-1,-2 13 1,5-30-1</inkml:trace>
  <inkml:trace contextRef="#ctx0" brushRef="#br0" timeOffset="367794">10571 14132 22285,'-40'-13'-4229,"1"0"0,-23 7 4242,66 46 0,-2-12 1,3-11-1</inkml:trace>
  <inkml:trace contextRef="#ctx0" brushRef="#br0" timeOffset="368992">10926 14427 26172,'-4'-22'90,"0"22"-74,2 26 1,2 13 0,-3-5 0,-1 0-3,-2-2 0,-1 0 8,-9 21 23,3-17 134,4-16 118,6-16-101,7-16-78,9-15 5,14-15-73,1 2-8,-7 13 0,4-1-11,2 1 0,1 1-225,0 1 0,1 0 199,2 1 1,-1 4-22,4 1-80,3 14-4,-14 16-85,6 16-140,-8 16-297,0 11-253,-9-25 1,1 1-48,2 1 1,2-2-29,4 0 1,2-3 351,5-3 1,4-5 325,2-3 1,2-6 285,1-4 0,1-6 249,-2-6 0,0-4 188,-3-5 0,-1-3 39,-3-4 0,-2-3-45,-2-2 1,-3-1-43,12-18 137,-14 10 1,-3-1 63,2-12-321,-8 15 1,-3 0 192,-7-10-207,-15 12-135,-15 15-50,-20 17-50,2 9-4,12 5 1,-2 5 33,-1 8 0,0 4-64,1 1 0,2 2-6,-1 7 0,5 0-8,15-7 0,6-1 202,6 25-210,23-10 11,6-16 19,8-17 1,4-7 13,24-12-17,-15-3 1,0-4-3,-15-2 0,-1-3 53,11-16 0,-2-5-455,-15 8 0,-2-2 446,10-14 1,-3-6 47,-8-6 1,-5 0-57,-5 17 0,-1 1 61,0-17 1,-3 2 146,-4-7-116,-1 27 1,-1 2-26,-3-12 158,-2 5 250,0 26-525,-1-2 39,1 19-45,-2 15 6,-5 20-12,-3 24 134,7-22 1,0 3-165,2 6 0,0 0-9,1-9 1,2 2-277,0 0 0,1 4 0,1-3-357,0 2 1,1-2-90,3 18 0,3-2 162,1-21 0,4-5-146,22 8 511,8-29 307,8-28 286,2-17-14,-27 11 1,-2-2 86,-2-1 0,-2 0 447,11-26 18,-9 5-78,-8 8-180,-6 10-207,-7 12-202,-3 7 563,-1 6-736,1 2-57,2 1-10,1 3 27,4 3-5,5 5 5,32 1 12,-3-5 22,21-9 28,-11-17-28,-19 0 50,0-16 6,-19 7-39,-2-2 112,-5-15-51,-8 16 6,-2-11-22,-6 17-12,-2 8-39,-3 8-5,-5 5-28,-5 11-40,-13 23-3380,4 14 3391,2 6-28,21-17 1,3 0-230,5-3 1,2 0-169,-1 9 0,3 1-1566,10 8 1,4-2 618,-4-15 0,3-3-3521,11 8 1,5-6 4671,8-9 1,-6-5 0,-11-12 0</inkml:trace>
  <inkml:trace contextRef="#ctx0" brushRef="#br0" timeOffset="369336">12977 14473 17800,'36'-35'1625,"-1"-1"1,1 1 0,7-8 0,-8 8-1223,-16 15 733,-18 17-1047,-10 11 210,-10 11-259,-16 19-24,12-12 1,1 2-194,-2 3 1,2 0 173,0 1 0,2 1-25,3-3 0,0 2-451,-6 9 0,-2-2-412,4-11 1,0-2-236,-7 5 0,0-4 232,-11-8 978,10-35 297,15-3 728,6-44-2963,13 6 2509,-1 21 1,1 0-158,2 3 1,0 2 519,8-19-609,0 16-202,-1 15-84,11 15-101,-4 8 18,22 17-35,-3 8-44,-13-9 0,1 1 1287,1 2 1,0 1-2512,-2 1 0,0 0 1263,-1 1 0,-2-1 0,3 3 0,-8-6 0</inkml:trace>
  <inkml:trace contextRef="#ctx0" brushRef="#br0" timeOffset="369842">13648 14517 21909,'-2'-3'2510,"0"1"-2023,2 2-846,-18-19-195,14 20 554,-7 1 0,13 9 0,5 8 0</inkml:trace>
  <inkml:trace contextRef="#ctx0" brushRef="#br0" timeOffset="370718">14016 14561 17423,'1'-6'5887,"-1"2"-4952,0 4-257,7-63-174,-5 40-409,2-13 1,-1 3 234,-2 21 40,1 4-309,-1 3-66,0 4 10,-1 13 18,-1 3 27,-11 38-33,-4-3-138,3-12 0,0 0 118,2-7 1,0-2 7,-5 21 12,8-14-22,5-17 161,2-9-55,1-8 168,9-20-247,-4 6 298,11-23-241,-5 5-51,-1 1 28,8-23-12,-5 13-305,11-18 278,-5 20 6,9-6-18,10 7 1,6 4-29,11 7 18,-8 21-1,-2 16-5,-4 17 8,-20 1 0,-4 4 9,5 14-162,-12-9 0,-5 0 167,-10 10-22,-6 11 11,-7-13 17,2-15 73,5-16 307,6-13-313,4-15-11,3-15 16,6-17-33,1 0-6,0 14 1,2-2 16,3-1 1,1 1 292,9-21-352,-3 17 1,1 3-21,0 8 12,8-3-16,-9 22-7,-5 9-94,12 24-119,-7 10 35,4 10-155,-13-17 1,-1 3-1603,0 6 1,-1 2 1957,1 3 0,0 0 0,-3-10 0,-1-2 0,2 8 0</inkml:trace>
  <inkml:trace contextRef="#ctx0" brushRef="#br0" timeOffset="370952">15152 14614 21831,'1'-9'4061,"0"2"-3678,7-26 1,2-4 182,-6 13-421,6-15 1,-2 5-90,-8 27-73,0 6-16,3 13 38,3 16 6,5 21 9,-4-16 0,0 4-85,-4 24 1,-3 1-1,-1-22 1,-2 0-449,-4 16 0,-6-3 193,-15-5-700,-5-5 1,-7 1-885,7-10 0,-3-1 1384,1-3 0,-3 1 0,5-5 0,-16 8 1,11-13-1</inkml:trace>
  <inkml:trace contextRef="#ctx0" brushRef="#br0" timeOffset="371152">15210 14132 22347,'1'-4'1551,"0"1"-2492,-1 3-1473,-12 27-1994,7-9 3345,-9 27 0,12-30 0,0 0 0</inkml:trace>
  <inkml:trace contextRef="#ctx0" brushRef="#br0" timeOffset="371585">15679 14303 25942,'-14'-9'73,"10"18"-62,27 45-31,-8-23 1,3 3 10,12 16 1,1 1 0,-9-14 0,0 0-255,5 7 0,-3-1 252,-6 2 110,-13-12-283,-13-12-284,-10-10-608,-9-9-262,-6-11 44,-5-9 235,-2-15 572,1-14-810,20 14 0,2-1 1790,-5-12 773,2-7-90,12 32-263,0 0-246,2 7-247,3 8-392,2 3-5,1 9 3397,5 9-3409,2 13-113,3 14-1460,-2 11-8269,-7 4 8334,-2-14 0,-2-15 1,1-21-1</inkml:trace>
  <inkml:trace contextRef="#ctx0" brushRef="#br0" timeOffset="372052">18110 14518 24822,'15'-48'560,"-1"-1"0,-2 7 0,-2 10-448,-4 21-78,-2 20-12,0 19 1,3 22-21,-4-15 1,-1 1-598,0 4 0,0 2 164,-2 1 0,-1 0-1348,-1-1 1,1 0 1201,-1-7 1,0-3 0,-1 8 0,1-19 0</inkml:trace>
  <inkml:trace contextRef="#ctx0" brushRef="#br0" timeOffset="372234">18376 14101 23853,'-45'-9'-1130,"20"23"0,39 19 0,2 1 0</inkml:trace>
  <inkml:trace contextRef="#ctx0" brushRef="#br0" timeOffset="372826">18569 14431 22845,'0'-6'2240,"0"1"-1584,0 5-617,35-47-17,-20 41 12,34-21 5,-30 63 6,0 16-39,-8 7-6,-9 2 5,-10-5-10,-5-9 44,-2-14 50,5-16 18,3-16 10,5-16 46,1-16 27,7-15-16,7-13-270,-3 26 1,2 1 165,2-2 0,2 1-17,0 4 1,1 0 7,17-18-38,-6 18-6,14 2-12,-8 18 12,16 3-17,-4 19-22,1 15 16,-9 2 6,-15-1 0,-3 2-6,-2 16 0,-6-13 1,-4 0-12,-15 19 29,-9-8-1,-7-11 6,2-16 39,4-12-6,7-17 364,5-13-341,7-17-11,11-10 39,8-3-1694,-4 23 1,0 1 1681,9-7 7,8-2-74,-12 26-5,7 3-12,2 10-5,2 13-22,0 13-45,0 14 3229,-3 12-3619,-17-22 1,-3 0-1532,-2 3 0,-3 0 1601,-2 24 0,-4-20 1,-2-17-1</inkml:trace>
  <inkml:trace contextRef="#ctx0" brushRef="#br0" timeOffset="373569">19593 14596 21842,'15'-53'1363,"-1"0"0,-1 6 0,0 6-6570,4 4 5353,-6 17 1425,1 8-1503,0 15 875,9 15-865,4 25-36,-8 2 0,-2 4-159,-4-13 1,-1 2 119,1 23 0,-4 3-12,-6-8 1,-3-2-4,2-8 1,-2 0-21,-3-1 1,-1 3-1,0-6 1204,-1-10 1,-1-2-1196,-1 7 1,-1-3-62,-6 4 11,7-24-22,-1-9 73,1-30 44,4-15-27,-2-10 5,4 14 0,1-1-182,1 0 1,0-1 178,0-11 1,0-3-4,1-1 0,1-2 8,1 13 0,-1-2 0,2 2-302,1-12 0,0 2 300,1 3 0,1 2 8,1 7 1,3 2-18,3 3 1,3 1 2,0 1 1,4 2-1,4 0 0,2 4-495,13 1 495,10 14-56,9 29 51,-15-1-6,-12 7 1,-3 5-35,-4 22 29,-3 3-18,-17-10 1,-4-1 17,-9 2-55,-3-6 0,-7 0 72,-25 1-35,5-15 1,-4-2-118,5-6 1,-1-4-109,-7 0 0,2-4-283,-10-5-1166,4-12-1131,28-8 2845,10-14 0,9 13 0,10-1 0</inkml:trace>
  <inkml:trace contextRef="#ctx0" brushRef="#br0" timeOffset="373935">20518 14247 23780,'-55'32'231,"0"-1"1,10-9 0,8 2-193,13 23 0,20 5-33,14-11 5,15 16 17,17-21 45,10-14 69,-20-18 1,0-3-8,11-6 150,-13-9 1,-4-5-67,-7-4 173,9-26-118,-20 11 17,-12-22-218,-3 20 45,-22-10-40,-4 26-56,1 8 1,-2 1-96,-13 0-162,-6 3-1204,37 29 341,12-4-4392,14 27 5490,5-12 0,-2-4 0,-3-10 0</inkml:trace>
  <inkml:trace contextRef="#ctx0" brushRef="#br0" timeOffset="374275">20743 14295 20940,'0'-7'4111,"-1"1"-3744,2-25 1,1-5 40,5 9-327,-2-13 1,4 3-54,7 23 11,26 6-33,18 25-1,0-2-343,-16 8 0,-1 5 315,-10-3 1,-3 1 5,1-1 1,-1 3-52,2 13 1,-7 1-231,-10 10 312,-11-18 0,-7-1 20,-30 3-17,-17-18 84,-1-15 50,8-14 34,17-23-141,15 4 718,21-27-718,5 29 1,5 0-48,3-1 1,0 1-10,2 1 1,2 2-48,1 5 1,2 4-441,20-3-622,-18 10 1,1 2 1120,1 5 0,-2 2 0,5 1 0,-6 5 0</inkml:trace>
  <inkml:trace contextRef="#ctx0" brushRef="#br0" timeOffset="374785">21828 14599 21702,'4'-43'508,"1"0"1,0 0 0,0 1-1,0-1 1,-1 0-240,3-18 0,-1 0-482,-1 19 0,-1 0 0,-1-2 495,2-8 0,-2-3 1,1 5-451,-1-4 0,0 3 381,0-15 0,-2 7 50,-2 10 321,-1 6-545,0 25-72,-2 17 16,2 10 28,-4 29 0,0 12-430,2-5 1,1 4 412,-1 5 0,0 6 1,1-1-3,1-6 1,0 0-1,2 0-31,1 2 0,2 0 0,0 0-109,0-1 1,1-1-1,2-1-252,0-3 1,1 0 0,0-3-128,2 5 1,1-2 526,7 10 0,0-7 0,-6-18 0,11 17 0</inkml:trace>
  <inkml:trace contextRef="#ctx0" brushRef="#br0" timeOffset="374943">21724 14375 24284,'2'-50'33,"1"0"1,7 4 0,8 9-168,37 17-1286,4 9 1,6 2 1419,-7 5 0,-3 0 0,-4 0 0,-3 0 0,-13 3 0,-1 0 0</inkml:trace>
  <inkml:trace contextRef="#ctx0" brushRef="#br0" timeOffset="375702">23951 14190 13659,'18'-20'2800,"0"-19"0,-4 0-215,-10 17-2089,6-17 0,-4 4 603,-9 25-1082,0 0 5,-30 36-22,15-8 518,-24 23-552,10 14 1449,14-20-1499,5 0 0,3 1-128,13 10-111,16-8 1,6-1 126,8 7 123,-2-17 0,3-5-117,22-8 168,-12-7 97,15-14 1,0-5 25,-11-3 30,3-5 1,-6-3-9,-24 3 130,4-13 32,-15 8-44,-3-3-51,-16 4-150,0 12-7,-19 4 249,4 15-316,-8 4 34,4 12-28,9 5 17,9 5-28,16 2 28,4-9-40,40 7 23,0-17 34,-4-6 0,2-3-502,-13-7 0,-1-2 499,-1-1 0,-3-2 70,8-19 16,-20-2 6,-4-11 101,-23-16-123,-2 15 8,-9 5 1,-3 2-38,-2 5 993,-16-12-953,-3 14-68,10 11-38,-14 0-107,23 18-28,7 5-632,10 18-1653,10 5 2442,15 18 0,-7-22 0,8-2 0</inkml:trace>
  <inkml:trace contextRef="#ctx0" brushRef="#br0" timeOffset="376784">24815 14141 23808,'14'-44'594,"0"0"0,-1 2 0,2 7-342,6 17-236,-2 4 29,32 14-34,-7 18-1710,-1 13 1,1 6 1689,-20-14 1,-2 2-37,10 19 0,-8 4-159,-20-14 0,-6-2 198,-2 0 1,-4-1 16,-14 24-5,-19-21 139,-9-19-49,10-13-18,-1-7 17,27-14 112,10-10 73,8-8 12,15-15-203,-3 23 1,4 1 1112,13-6 0,2 2-1188,-10 9 0,2 2-1326,23-11 0,1 4 1318,-4 7 8,5 1 0,2 1-107,0 2 76,-21 7 0,-2 0 96,10-6 5,-25 4-62,0-1 760,-12-1-748,-10 2 3347,-9-7-3359,-4 4 157,-1 3-151,1 3-16,8 5 4,1 0 12,4 2-28,5 1-16,1 1 10,0 5 0,1 6 1,3 11 16,0-2-28,13 24 28,3-7-8,-2-8 0,1 1 3,13 13-6,3-1 0,1 0-489,-1-2 483,1 0 0,-2-1-16,-11-12-73,1 22 22,-23-27-1445,-44 23 1518,9-34 0,-2-4 0,-21 12 0,5-11 0</inkml:trace>
  <inkml:trace contextRef="#ctx0" brushRef="#br0" timeOffset="379861">4730 15839 20554,'-7'-52'844,"1"0"0,0 4 0,-3 8-245,-9 7 6,-10 11-482,6 10 23,-18 17-85,0 18-39,12-3 1,-1 3-184,-2 4 1,-1 4 168,-5 9 1,2 2-23,8-2 0,3 1-6,3-4 1,7-1-3,18 14-94,45-33 133,12-23-23,-27 0 1,-1-3 33,4-9 0,-2-4 22,-8 3 0,-1-2 40,4-5 0,-2-2 41,-5 2 1,-3-1 132,6-21-35,-13 5-33,-7 10-33,-8 10-46,0 10 245,-2 9-323,-3 11 103,2 2-142,-7 34 11,6-16-22,-4 35-17,7-3-67,4 3-350,2-27 0,2-3 350,6 9-84,12-5 56,2-20 67,12-8 39,17-28 34,-8-9 22,-15 1 0,-2-4 45,6-15-37,-17 19 1,-2 1 64,2-11 45,-3 5-123,-6 15 709,-2 3-748,-5 13-12,9 9 23,2 7-6,3 5-12,5 11 1,-1 7 22,2 2-5,3 3-6,-2-14 6,-3-12 5,-2-5-6,1-19-10,2-8 50,14-21-1,-2 2 1,3-4-28,-15 17 5,1 3-10,-8 11-68,15 8-17,-7 10-168,15 21 112,-18-7-229,13 15 60,-16-21-1460,31 15-24,-3-18 889,-10-6 0,1-1 176,17-6 367,-19-5 0,1-4 518,21-13 627,-17 0 1,-1-3-122,-9 2 0,-3-1 31,1-4 1,-5 0-90,-2-5 768,-8-12-813,-11 16-235,-8-9-168,-11 18-89,-15 11-51,1 9 5,-25 18 7,7 11-21,15-5 1,2 3-146,9-5 1,3 1 125,1 4 0,5-2 204,6 6-232,14-2-68,42-16 91,-11-8-1654,7-11 1,2-6 1658,2-10 34,1-7-1,-1-3 18,-1-3 66,-1-7 1,-2-5-91,-22 16 1,-3-1 84,8-14 0,-2-3-309,-9 5 1,-4-1 288,-3 0 0,-1 0 9,-3 2 0,-2 1 14,-3 5 0,-1 3 109,-5-18 2907,-3 17-3019,4 17-95,2 12-12,3 9-22,1 32 1,2 10-1,1 2-229,-1 6 0,0 4 170,3-16 1,-1 0-295,2 6 1,-1 1-211,0-2 1,0 2 579,0-5 0,0 2 0,-1-8 0,1 6 0,-1-12 0,0 0 0</inkml:trace>
  <inkml:trace contextRef="#ctx0" brushRef="#br0" timeOffset="380468">8348 15942 23237,'8'-46'860,"0"0"1,-2 3 0,-1 10-592,-4 22-258,-2 3-50,-2 15 50,-6 14-5,-4 22-6,-2 14-9,8-26 1,1 2-6,3 5 0,4-2-3372,11 20 3374,6-8-129,19-19 130,5-18 5,18-5 14,-26-11 1,-2-2 19,21-9 42,-25 1 0,-2-5 389,9-26-151,-8-6-199,-17 20 1,-4-1-4,-10-1 1,-4 1-12,-10-26-62,-4 9-27,3 22-51,11 20 3222,4 8-3217,4 4-230,2 18-822,9 1-1496,10 13-6318,17-5 8058,3-6 0,-13-10 0,-10-8 0</inkml:trace>
  <inkml:trace contextRef="#ctx0" brushRef="#br0" timeOffset="380917">9324 15794 21993,'0'-4'3793,"0"0"-2410,0 4-1322,-43-45-38,27 42-40,-37-15 23,44 43-18,0 30 1,20-9 8,0-16 1,4 0-251,6 0 0,4-1 233,3-2 1,2-1-12,-1-2 0,0-2-59,20 15 23,-19-7 22,-15-11-403,-20-1-313,-11-13-170,-14-2 142,-7-15 970,6-2-556,-7-32 448,24 3 22,-4-10 215,21 18 1,5 1 356,6-9-11,8-15-158,-7 27-117,-5 10-135,-4 11-151,-4 7-16,-8 11-12,-8 12-28,-16 20-36,11-12 0,-3 3-319,-3 5 1,-1 1 206,-3 4 0,1 1-460,0 1 1,1 1-1970,3-2 1,2-1 2537,5-7 0,3-3 0,-1 6 0,10-19 0</inkml:trace>
  <inkml:trace contextRef="#ctx0" brushRef="#br0" timeOffset="381293">9751 15987 25998,'-25'22'81,"1"1"1,-2 12-71,59-30-5,8-3 22,11-9 0,5-7-672,-22 4 0,-1-2 683,-3-1 1,-3-2 528,15-17-467,-18 6-2544,-13-24 2561,-14 27 61,-12-22-11,-23 26 362,5 5-396,-18 5-60,18 11-34,-5 7-35,5 10 1,3 13-6,6 13-45,7 10-45,10-24 1,4 1 1287,5 1 1,3 0-2311,4 1 0,4-1 1112,7 2 0,1-4 0,3 5 0,3-8 0</inkml:trace>
  <inkml:trace contextRef="#ctx0" brushRef="#br0" timeOffset="381893">12055 16147 24346,'-14'-60'575,"-1"0"0,5 9 0,-2 9-317,-5 11-79,-7 19-151,-8 11-17,-2 8 0,-1 13-11,9 1 0,0 4-365,4-2 1,1 2 355,-10 10 1,2 2-20,12-6 0,3 0-17,-4 24 0,31-4 45,1-22 8,15-15 1,5-6-9,2-9 8,1-5 1,2-4 30,-7-7 0,-3-3 479,21-13-468,-21 8 0,-3-3 57,-2-10 61,-9 6 0,-1 0 73,2-9-135,-5 1-84,-9 30-22,-2 9-11,0 9 257,-1 10-268,0 14-101,2 12-731,5-13 0,2 0-1869,4 14 2723,13 9 0,-20-43 0,0-3 0</inkml:trace>
  <inkml:trace contextRef="#ctx0" brushRef="#br0" timeOffset="383101">14683 16405 22094,'1'-9'1582,"4"-29"1,1-5-1062,-3 10-320,2-10 1,-1 2-51,-3 25-207,-1 9 45,-3 27 22,-2 7-11,-5 26 6,-3 3-1697,3-22 1,0 0 1701,-4 10 12,-6 4-29,9-30 45,2-1 51,4-10-12,3-10-27,3-9 3358,4-13-3365,4-14 24,7-12-29,6-8 3,-9 30 0,2-1-1705,2-1 1,2 2 1651,6-8 22,7 3-22,-18 25 28,11 0-45,-7 10 11,9 8 17,-1 12-39,7 23 44,-11-11-33,3 19-17,-16-22 34,1 4 6,-4-16 83,-3-6 17,-1-13-61,2-7 3397,3-7-3381,10-21-50,-5 12 12,7-10-18,-5 15 23,3 1-28,7-1 39,19 5-28,-10 9-6,7 4 6,-19 6-28,-6 2-17,9 11 34,-3 1-17,9 8 39,-3-2-5,1-8 39,-2-5 5,3-22 12,-10-6 44,1-9-39,-8 6 56,-2-1 1,-5 7-24,1 1-83,-3 6 0,0 4-17,-1 4-22,7 5 10,4 7-16,7 8-5,6 8-79,10 16-28,-11-12-2332,-2-4 1,-2-2 975,-3-4 1496,11 15 0,-23-29 0,2 1 0</inkml:trace>
  <inkml:trace contextRef="#ctx0" brushRef="#br0" timeOffset="383277">15803 16021 25976,'-12'-35'-4213,"10"23"4213,24 54 0,-8-15 0,1 3 0</inkml:trace>
  <inkml:trace contextRef="#ctx0" brushRef="#br0" timeOffset="383734">16397 16287 21327,'1'-3'3993,"0"0"-2631,-1 3-1278,-89-43-79,33 47 4,16-12 1,-6-4-1,5 9-1,4 24 1,5 7-15,-10 6 14,19-2 1,5 0 2,6-4-50,3 22-11,21-22 72,15 1-39,1-16 1,5-5-234,-2-4 0,2-2 250,0-2 0,-1-4 5,1-5 1,-2-5 42,-4-7 0,-2-4 19,0-1 0,-3-3 14,1-8 0,-5-2-8,-6 2 0,-4-1-45,-2 7 0,0-1 42,1-9 0,0-2 47,1-1 1,0 0-51,0 1 1,1 0 7,0 0 1,-1 2 114,3-9-134,-5 23-112,-4 14 39,-1 18-11,3 20-17,-1 6 1,2 4-495,1 6 0,0 2 416,0 2 0,1 3-439,1-3 0,1 3 0,-1-4-119,-1-8 1,0 1-2409,3 6 1,1 5 0,0-5 3088,-1-11 0,0-3 0,7 22 0,-7-28 0</inkml:trace>
  <inkml:trace contextRef="#ctx0" brushRef="#br0" timeOffset="384150">17033 16465 20699,'2'-5'5115,"0"2"-4847,3-27 1,-3-6 101,-10 7-264,5-10 1,-4 2-46,-16 21-5,-36 9-50,23 8 13,-8 7 1,0 4-14,-2 10-6,16-4 0,3 1 0,5 6-6,18 9-11,21-15-16,17 6 2,0-18 0,2-3-3,17 1 3,-11-5 1,-1-3 19,12-9 33,-2-2 3,-18-5 0,-4-4-379,5-20 373,-11 10 1,-3-5 44,-5-12 1,-6-1-34,-2 14 0,-1 0-690,-1-25 0,-2 3 743,-2-2 70,-4 1 0,-1-1-37,1 25 1,-1 1-9,-2-12 0,-2 3 31,-2 0-78,4 21-79,2 13-39,2 14 39,1 5 17,1 45-14,3-22 0,0 3-396,2 21 1,0 4 265,0-18 1,0 0-1,0 1-271,0 3 1,0 0 0,-1 1-2863,0 7 0,-1 2 0,-1-5 2255,1 0 0,-1-4 0,-1 0 0,-1-10 0,0-25 0</inkml:trace>
  <inkml:trace contextRef="#ctx0" brushRef="#br0" timeOffset="385201">17600 16397 25914,'13'-47'472,"-1"0"1,0 1-1,-4 6-388,-8 4-6,0 4 1,0-1-700,2-23 663,0 12 0,1-3-25,2 3 0,0-1-3,1-2 0,0-2-577,-1 0 1,-2 0 621,-1 4 0,-2 1 13,-2 5 1,-2 3 483,-7-14-505,-1 21-57,0 20-5,0 17 362,-6 16-340,-4 21-20,9-14 1,2 3-9,2 6 1,1 3-1,3 6 0,1 1 258,3-8 1,4 2-276,2 2 1,3 4-1,2-2-746,4 4 1,2-1 650,-1-3 0,1 2 1,1-2-208,6 4 0,1-4-332,-2-7 1,1-5 104,-1-9 0,0-4-624,21 3 375,0-24 1092,0-17-67,-1-16 246,-5-12 179,-3-8 1223,-3-4-1110,-1 3-107,-6 6 362,-7 10-597,-9 12-130,-5 10-218,-4 8-50,-4 7 12,-5 10 282,-7 9-299,-4 12-12,0 22 0,8-15-5,7 18-28,17-23-34,19 8 56,-3-18 12,10-5 10,6-15 12,-6-10 28,23-13-28,-28 0 11,8-18 5,-16 6-5,4-10 28,-3 1 23,-7 5-6,-6 8 16,-7 11-55,-3 7-1,-2 6 242,0 3-281,3 0-33,0 0 61,1 0-38,-1 0 27,-2 0-11,1 0-17,1 0 28,0 0-95,1 0 73,-1 0-5192,-2 0 5203,-8 0 0,5 0 0,-5 0 0</inkml:trace>
  <inkml:trace contextRef="#ctx0" brushRef="#br0" timeOffset="385652">18251 16283 16297,'-5'3'5954,"1"0"-3568,4-3-1904,2 48-4201,15-33 3842,-2 33 899,22-46-949,-2-8 16,13-4 6,1-9 87,-17 0 0,-3-2-70,6-6-8,-12 3 0,-5-1 8,-7 2 100,-2-15-122,-6 15 218,-25-25-168,-13 21-95,-6-6 3408,-3 21-3391,8 10-12,1 10-27,-12 8 5,3 14-14,17-5 0,2 3-239,-9 13 230,13-7 1,4 2-6,7 16 8,9-18 1,7 0-1684,13 7 0,7-4 1664,-7-10 0,3-3-1170,20 9 1,4-5 869,-12-12 0,1-4-717,9 3 1,2-2-1757,-2-5 1,0-2 2521,-7-3 1,-3 0 0,10-3 0,-21 0 0</inkml:trace>
  <inkml:trace contextRef="#ctx0" brushRef="#br0" timeOffset="386511">18978 16288 17904,'2'-6'6139,"0"1"-5750,7-23 1,0-7 428,-6 6-619,6-7 0,-3 3-82,-9 19 1,-3 13-62,-5 9-11,-10 10-34,0 2-6,-13 15-16,3 10-22,4 5 27,6 7 6,25-14 0,17-8 73,18-10-51,13-12-27,9-9-1669,-30-7 0,0-3 1742,29-12-12,-17-2-413,6-20 452,-28 17 17,-1-3 0,-2-1 73,-5 0-28,3-3 123,-11 16 2841,-3 10-3115,-9 6 884,-5 8-901,-8 12-11,-2 9-6,6 8 11,7-6 11,11 5-5,23-5-28,10-3-137,-7-15 0,3-4 165,26 1 11,-2-10-11,-9-11 33,-17-3 40,2-21-51,-17 11 39,5-28 40,-11 8-45,-2-15 8,-4 22 0,0 2-30,-1-11-12,-4-9-6,1 37-61,-4-2 6,3 15-124,-4 4-654,-3 16-656,4 6-1486,7 14-1820,8-7 3942,12 2 0,-11-20 0,1 0 0</inkml:trace>
  <inkml:trace contextRef="#ctx0" brushRef="#br0" timeOffset="387334">20237 16248 21556,'3'-6'3691,"-2"2"-3212,9-27 1,1-5-268,-6 15-83,6-18 0,-8 3 11,-17 26-4285,-31 3 4156,7 7 797,-20 6-794,22 3 0,0 4-9,1 2 1,-1 2-12,-6 7 1,4 2 5,11-2 0,7 1 11,6 26 11,32-8-5,5-9-17,12-11 0,4-4-210,-8-8 0,1-3 221,15 4 0,0-3 1,11-6 1523,-23-9 1,-3-5-1401,0-10 119,6-14-86,-24 2-33,-9 2-74,-4 9 730,-5-2-741,0 14 145,-3 0-211,0 11 4,-4 10 18,-4 11-12,-2 14-10,2 12 44,7 3-17,5-9-22,16 12-23,11-19 6,1 0 0,4-15 22,4-17-5,-2-5 28,7-2 0,7-13 5,-14-3 12,12-12-6,-11-3 0,-1-4-6,-2 0 12,-1 2-29,-9 11 12,6 4 11,-11 15-33,8 0 10,-5 10 1,1 8-23,2 10 6,0 8 11,-1 4-11,3 0-1,3-3 1,7-4 45,10-5-34,6-6 17,4-7-12,-11-7-5,9-16 17,-19-6 11,8-17-1699,-22 9 0,-3-2 1699,4-14 3,-6 9 0,-2 0 64,0-8-33,-3 2 50,-4-3-66,-9 22-46,-11-4 0,1 18 0,-12 5 0,13 9 3392,-14 20-3392,14 10-80,0 26-113,16-27 0,6 1-835,5 4 0,5 1-1706,8 2 1,3-1 2733,0-5 0,0-4 0,11 10 0,-17-22 0</inkml:trace>
  <inkml:trace contextRef="#ctx0" brushRef="#br0" timeOffset="389134">4912 17682 12998,'2'-6'8530,"1"2"-7861,3-26 1,-2-6 182,-9 1-360,-4-18 1,-6 1-202,-20 12-179,8 16 0,-2 3 17,-13 7-106,8 8 22,-22 27-39,25-4-6,-1 6 0,0 5 0,3 2 0,2 2 5,0 0 1,2 3-20,-4 8 0,8 2-12,18-12 1,6-1-9,3 14 11,25-29 1,6-8 17,3-13 7,3-4 1,2-5 33,-14-3 1,0-4-268,7-4 1,-1-3 336,-4-1 1,-3-1 38,-4 0 1,-4 0 3,8-25-26,-15 15 202,-8-7-241,-6 27 118,-4-8-118,1 21 476,-4 10-543,-2 16 116,0 5-150,0 4 0,1 4-16,0 15 13,2-14 1,3 2-121,8 17-432,7-4-1422,8-4-6346,5-6 7492,-3-10 0,-7-13 0,-7-9 0</inkml:trace>
  <inkml:trace contextRef="#ctx0" brushRef="#br0" timeOffset="389651">5390 17682 22251,'0'-6'3546,"0"0"-2230,0 6-1266,-10-30-44,4 52 27,-7-26-50,7 42 1,4 17 7,1-20 1,0 1-380,-1 15 1,3 1 331,1-10 0,2-3 22,1 0 1,0-2-215,2-2 1,-1-2 264,3 14 22,-3-8-22,-5-28 33,-1-5-39,-6-21 56,-2-17-50,-3-16 461,3 3-456,5 3 0,1-3-113,2 11 1,1 0 112,0-17 1,2-2-1548,0 7 1,2 3 1524,-1 9 0,1-1-6,3-14 1,3 1-79,-3 17 1,2 0 94,4-12 0,0 2 6,6-4 147,13-3-176,-10 27 1,15-3 6,-16 21 409,8 15-449,-10 15 3318,4 19-3321,-14-13 1,-3 3 30,-7 27 299,-8-2-299,-15-28 0,-5-3 23,-6 0-60,-1-2 1,-3-2-434,-16-3-348,23-11 1,-2-2-8997,-26-3 7373,26-6 0,11-6 1,19 3-1</inkml:trace>
  <inkml:trace contextRef="#ctx0" brushRef="#br0" timeOffset="390251">6059 17661 27225,'18'-44'17,"-5"21"-6,-19 61-11,-2 17 2,3-24 1,0 2-125,-2 2 0,0 1 102,-2-1 1,0-1-3,-6 19-6,3-20 0,-1-2-17,-4 3 118,-5 8-34,12-26 34,4-11-39,4-13-18,1-3 74,1-28 148,0-1-230,1 8 1,0-2-4,1-1 1,0 0-188,0-5 1,1-1 198,0-2 0,0-1-332,1 0 1,0 0 339,1 2 1,1 1-24,1 4 1,3 2 0,1 3 0,4 1 11,8-1 0,2 4-20,13-8 0,-7 16 1,4 6-84,27 15 66,-29 5 1,0 4-128,-3 1 1,-2 4 98,-2 9 1,-5 3-34,5 21 39,-13-17 1,-4 1 24,-6 0 1,-7 0-1365,-13 6 0,-6-3 1361,-15 14-216,4-22 1,-9-1 0,4-4-216,4-7 0,0-2-756,-20 9 0,1-5 1210,-4-12 0,27-4 0,14-4 0</inkml:trace>
  <inkml:trace contextRef="#ctx0" brushRef="#br0" timeOffset="390484">6705 17664 18775,'-26'-10'-2951,"4"8"3234,14 15 0,4-5 0,0 1 1</inkml:trace>
  <inkml:trace contextRef="#ctx0" brushRef="#br0" timeOffset="391018">7021 17525 26402,'-30'29'14,"-1"-1"0,-15 16 8,30 2-5,14-13 16,10 5-44,26-11 0,13-12 5,5-7-5,-20-10 0,1-4 45,19-8 66,-15-2 1,-1-4 230,16-16-147,-11-2 108,-19 0-46,-14 7-117,-1-5-107,-8 3 6,-3 7-17,-3 8 1,1 7-253,0 5-258,1 6-2016,-3 13-2480,4 1 4995,2 7 0,3-10 0,3-5 0</inkml:trace>
  <inkml:trace contextRef="#ctx0" brushRef="#br0" timeOffset="391485">7889 17415 22195,'0'-3'3199,"0"0"-1452,0 3-1697,-32-36-4290,23 36 4206,-23-28 888,31 59-843,5-12-11,10 17 0,3 2 6,1-7-15,3 4 1,0 2-182,-2 2 95,-3-6-107,-6 9-352,-19-12 156,1-6-868,-15-3-1619,-3-21 118,-3-17 2325,5-1 3660,5-24-2955,13 5 1172,3-24-680,5 19 837,7-11-92,-1 30 113,1-1-1310,-5 13-79,-2 7 179,-4 7-279,-1 2 189,-18 23-262,-5 4-46,6-5 1,0 0-34,-12 15-20,11-6 1,2 0-855,0 15 902,10-7 0,3-1 0,2-7 0,11 2 0</inkml:trace>
  <inkml:trace contextRef="#ctx0" brushRef="#br0" timeOffset="391893">8307 17549 26878,'-16'6'11,"17"5"6,21-4-12,18 0 18,-8-4-35,13-6 35,0-9-18,-1-5 29,-2-10 16,-19 1-5,-11 5 196,-8-6-129,-12 9 0,-10-5 22,-12 11-16,-10 9-73,7 7 44,-17 19-77,20 2-35,-10 18 6,19 2 6,8 6-140,9 5-62,8-10-1683,5-12 0,4-1 1048,8 5 0,2 3 0,-12-26 0</inkml:trace>
  <inkml:trace contextRef="#ctx0" brushRef="#br0" timeOffset="392385">9257 17478 23231,'4'-47'897,"0"0"1,0 0 0,1-18 0,-7 14-831,-8 31 28,-10 11-56,-1 26 6,-14 20-39,-1 8-689,13-12 0,-4 7 0,2-2 688,-4 10 1,1 1-18,1-1 1,-2 4 0,3-2-409,7-6 1,1-2-1,3 1 232,-2 17 1,7-1-647,10-8 0,10-3-454,11-8 0,11-6 1288,19-7 0,2-8 0,-21-6 0,-1-4 0,4-4 0,-1-1 0</inkml:trace>
  <inkml:trace contextRef="#ctx0" brushRef="#br0" timeOffset="393245">10300 17743 23315,'5'-47'831,"1"-1"0,-1 6 0,-2 5-467,-7 11-134,-3 9-158,-10 8-32,-7 10-35,-1 6-25,-9 12 1,-3 6 19,10-4 0,-1 1-552,-17 15 0,0 3 524,13-7 0,4 0 0,5-7 0,3 2-87,2 4 0,4-1-283,9 17-173,17 6-247,26-11-524,12-25 1,8-7 621,-11-5 1,1-3 216,-4-2 0,3-3 1,-3-3 474,5-5 0,-4-3 238,-2-2 0,-3-2 198,-3-1 1,-3-2 73,-5 1 1,-2-1 677,16-20-1800,-5-8 1043,-17 15 326,-3-6-152,-15 22-213,-2 1 283,-7 9-586,-13 11-44,-4 8 119,-3 5-125,-4 12 3370,7-1-3392,-3 10-62,9 1-67,8-3-230,22 0 247,-1-14-62,24 0 107,-5-16 106,11-2 33,-3-10 197,-3-11-101,-14 3 123,-3-14-11,-15 5-6,-2-11-78,-6-6-3370,-5-11 3230,0 15 50,-4-9-39,4 26-34,0-1-33,1 11-353,2 6 56,2 7 2199,-3 10-3487,3 0 1596,1 16 0,2-20 0,1 7 0</inkml:trace>
  <inkml:trace contextRef="#ctx0" brushRef="#br0" timeOffset="393627">11132 17591 23931,'-3'-6'2398,"2"1"-1452,1 5-895,10-60-29,25 51-44,10-34 22,-13 53 0,1 13-195,-3 0 0,-2 4 164,7 10 1,-3 1-15,-10-11 0,-1 1-120,8 15 0,-6 1-54,-15 10 186,-9 7 72,-26-20 22,-20-23 29,9-16-17,4-7 78,17-25-50,14-2-23,13-20-39,15-1-221,-4 24 0,2 1 205,16-17-21,-10 19 1,2 2-288,-4 6 1,3 2-727,17-6 0,2 2-1784,-8 6 0,1 1 2196,1 2 0,-2 1 0,-3 3 1,-18 5-1</inkml:trace>
  <inkml:trace contextRef="#ctx0" brushRef="#br0" timeOffset="394201">12331 17499 24279,'-45'5'52,"0"1"0,-1 6 0,9 8-5690,14 34 5638,12-17 0,1 0 17,-2 19-637,20-9 0,7-2 318,6-5-226,9-2 0,8-2-3738,-3-21 1,3-4 4265,4 3 0,-1-3 0,16 2 0,-24-8 0</inkml:trace>
  <inkml:trace contextRef="#ctx0" brushRef="#br0" timeOffset="394483">12924 17377 25842,'11'-18'128,"16"12"-125,3 21 0,2 7-9,22 11-704,-13-3 1,-2 2 678,-15-6 0,-1 0-11,8 13 0,-3 1-98,-13-3 0,-4-1 166,-2 20-2902,-23-11 0,-8-1 2292,-12 6 0,12-20 1,2-4-1,-1-6 1</inkml:trace>
  <inkml:trace contextRef="#ctx0" brushRef="#br0" timeOffset="395151">11927 17657 16084,'0'-3'4531,"0"1"-1640,0 2-2376,-26-43-140,19 33-84,-21-33-117,26 43-129,-4 4-45,-1 1 73,-17 19-68,4 3-10,-8 17 5,12-2 16,8-1-66,12-1 50,9-4-34,12-5-128,8-4-129,2-4-185,-8-7-269,-11-3 168,-13-5-2375,-25 1-1080,-4-5-3508,-15-1 7540,8-9 0,14 3 0,8-3 0</inkml:trace>
  <inkml:trace contextRef="#ctx0" brushRef="#br0" timeOffset="395334">11884 17701 23541,'-16'-20'498,"1"15"-204,9 50-294,1 4-12,-1 2-290,-2 3-1479,-9 1-1462,-1-11 2414,-8-1 1,20-33 0,0-2 0</inkml:trace>
  <inkml:trace contextRef="#ctx0" brushRef="#br0" timeOffset="396134">13538 17313 24251,'-8'-25'403,"17"21"-331,23 34 1,5 15-73,-11-17 0,0 1-892,12 18 1,-1 0 891,-14-13 0,-2 2-210,7 19 0,-3 3-622,-9-7 1,-6-1-262,0-2 1,-8 0 1092,-15 5 0,-4-7 0,2-12 0,-12 16 0</inkml:trace>
  <inkml:trace contextRef="#ctx0" brushRef="#br0" timeOffset="396855">11735 17734 22834,'2'-35'882,"-1"1"0,2-22-585,-3 51-135,-2 1-28,-13 8-122,3 1 21,-14 12-22,11 1-16,-1 6-23,6 0 28,5-6 0,8 9-11,6-7-17,10 11 11,1-11-11,27 14 28,-6-8-242,-10-6 0,-1 0 248,11 6-222,2 14 149,-27-11-17,-4 14-5,-17-15-449,-29 15-610,-1-13-348,9-9 1,-2-1 1432,-19 6 1,20-10 0,7-7 0</inkml:trace>
  <inkml:trace contextRef="#ctx0" brushRef="#br0" timeOffset="397277">11777 17794 13536,'2'-8'6385,"-1"2"-5355,-1 6 668,0 0-1401,5-25-96,-4 18-66,4-19-51,-5 28 140,0 4 179,-2 13-257,-3 5-68,-2 5-5,-12 9-45,-6-2 5,-12 11-2,16-23 0,-1-1-14,-13 13-15,9-12 1,1 0 20,-4 4-79,-9 10-79,22-20-4250,8-3 4385,9-11 0,-1 1 0,3-5 0</inkml:trace>
  <inkml:trace contextRef="#ctx0" brushRef="#br0" timeOffset="400719">12570 18401 17832,'-41'5'1916,"10"-2"-1049,22-2-486,6-1-112,2 0-191,5-2-61,7-1 28,14-6-112,17-4-6,0 1-98,-2 4 0,3 0-699,15-1 752,-16 3 0,-1-1-78,18-2 17,-10-2 50,-6 3 68,-14 2-1,-7 3 57,-15 3 49,-6 0 637,-13 2-569,-16 3 11,-16 2-44,-17 3-336,7-3 288,7-1 0,0 1-31,13-1 0,0 0 14,-15 2 0,-1 2-482,11-2 1,3-1 461,-18 6 23,-8 0-6,33-6-22,-5 0-6,24-3 258,8-3 22,30-5-207,-1 0-3,12-3 0,5-2-187,0 0 0,2-1 126,-6 2 1,3 0 0,0 0-10,1 0 0,-1 0 0,1 0-31,18-2 1,-1 1 8,-7 1 0,-3 0-189,-7 2 0,-4 0 183,22-2-22,-23 4-84,-18 2 67,-13 1 45,-15 6 1375,-12 3-1274,-23 6-37,11-6 0,-2-1 31,-29 4-382,5-2 1,-3 0 378,17-2 0,1 0-33,-9 1 0,-1 1-435,-3 2 0,4-1 417,18-2 1,1 0-14,-13 2 0,0 0-28,-15 6 28,9-3-1,13-3 24,13-5 1213,14-1-1108,9-4 1082,13-2-1014,18-5-62,25-6-76,-17 5 1,4-1-666,5 0 0,2-1 654,3 1 1,0-1-26,-1 1 0,0 0-295,-3 0 1,0 1 286,-4 0 0,-1 2-65,-6 0 1,-1 1 84,20-1-23,-22 3-17,-16 2 51,-21 1-51,-18 6-6,-32 4 26,13-2 0,-5 1-28,-10 1 0,-3 0 2,16-3 1,-1 0 0,0 0 7,-2 0 0,1 0 0,0 0 29,-18 3 0,2 0-120,8 0 1,3-2 164,11 0 0,4-1 211,-7 1-51,26-4 100,33-4 29,34-5-16,-8 1 1,4-1-77,12-4 1,3 0-71,-18 2 1,1 0 0,2-1-62,9-3 0,1-1 0,-4 0-94,3 1 0,-2-1-2262,-7 0 1,0 0 0,-5 1 2330,16-7 1,-10 4 0,-26 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08294-EC69-CA7D-3D94-7C5C5C872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8532-B961-CD1E-5FF4-717142532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A1AB8-97B7-9DA1-7F2C-533734850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639E-0A9C-B3DC-6F43-FCD77BAA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02E86-6C3A-2F89-F6B6-9BBC5D74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22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57897-3A87-3DC0-37DE-4EF4625C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38B04-83E4-9A5F-415A-C8FB60BEB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F36F0-7BCE-0E31-6AF2-E03179D7F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217CE-FF13-DD36-0ED5-05C21BBB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FB53E-B3F3-D030-358D-A3537529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72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49D6-0012-6F91-2F66-C7FF23589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1B1B9-269B-1DE0-2454-B9BDF0FDA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711DE-F5B3-4595-C6DB-A9486887B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06892-AC49-4BDD-A349-CD94F870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D593A-C0A3-31EF-D706-9950EB78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2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5245-B68A-96ED-2D9D-602E7B80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1EED-4AC3-C5B1-7705-D67CD4679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11678-09C4-7568-5AAE-995BE42B9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CFD11-7750-EB9E-E987-B34FC4091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DB608-5B25-91F2-E93C-FD2DA4F4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3E0D7-A4D0-C34A-0D6C-9A4DB501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3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81B9-B8B4-7578-BA83-D5511E09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BB732-49F7-C711-3B63-BD09DDBF2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6F662-141C-6B8A-0764-BD33D3D8C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3E9B61-6024-71C7-4BB7-DC7CA66D0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6EECB-13F7-07DB-5CAA-796C15527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5E2ED-268F-18BE-72BB-A708C6E33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BA3533-EA4E-D420-C71F-70F0DCC12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8C37CD-1865-76B9-D56F-605FE084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7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B138-AC06-BC21-7EF8-EA5DC405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C362E-3DB8-5F9B-EC6A-6893C257C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017FC-191F-6E2E-404A-657F7054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4DD95-E180-D50F-E198-9C27645F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2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6AA2D1-A4BA-C90F-45CA-FF2C584A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481D93-0583-151E-28A4-E13CC7ED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1D037-71AA-FE0E-BDB7-B7B12697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128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340E-C9B2-429E-4048-BA883BBF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7700-FC66-29D5-4974-449A39C2D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B75C4-6524-DC6A-DB89-50D7AFA30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DAC08-672E-E365-DC8B-7CD6210A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BA391-18B9-4CEA-3675-227A76FF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A43124-906E-A051-2E76-88A656C7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1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E78C-A325-FDFE-1901-70C96A66C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5B3D63-96AB-565D-680D-022A7D109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77C13-03E8-5AD9-BB80-BDBC38DF5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ABF77-7610-4952-AC39-1D0059FD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BD213-A045-20C5-1F1E-5600F309E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EEC31-200F-1FA7-6C9E-947D465E4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0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68921-2080-3126-501B-2A75C40E6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F78DB-6AD6-46C3-C7D3-5B1FA08A5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85F65-F036-4F6A-A1DD-5ADDF055E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60E8D-F66E-8592-2105-90E7E4B7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C6B7-2E05-A5A5-BA10-8C1004EA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1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6E546-157B-0647-0574-C7A610B39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A6C590-4331-A49F-2808-08E41B8A4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9ED62-8C7C-E04B-913C-66858672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A6374-3DA1-992C-EC99-15BF5015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1850F-887B-7C5A-DDA3-3325A480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77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8459B-E413-0D11-020E-7604C05E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02CCC-50B5-7835-74A2-6EB0D5953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BE89-D45C-EF97-CCCF-7A7C83DE5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7DD0A-5E71-7A45-B3AE-DBFA74F28B45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E16F7-3035-FB58-B048-CCBA9567A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FBBEB-E290-C02C-B886-38BE82C88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715D28-D670-8140-9298-52FAD89C6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7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blue and white background with black text&#10;&#10;AI-generated content may be incorrect.">
            <a:extLst>
              <a:ext uri="{FF2B5EF4-FFF2-40B4-BE49-F238E27FC236}">
                <a16:creationId xmlns:a16="http://schemas.microsoft.com/office/drawing/2014/main" id="{BA365311-61EA-B8DA-6B0D-74CFB873E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CA39AB-A19D-3114-2FF1-0E1852A0B62F}"/>
                  </a:ext>
                </a:extLst>
              </p14:cNvPr>
              <p14:cNvContentPartPr/>
              <p14:nvPr/>
            </p14:nvContentPartPr>
            <p14:xfrm>
              <a:off x="570240" y="1360080"/>
              <a:ext cx="4544280" cy="3110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CA39AB-A19D-3114-2FF1-0E1852A0B6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0880" y="1350720"/>
                <a:ext cx="4563000" cy="312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8524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32848F02-336D-2DF3-DFD0-6FEAD550D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D9B31A4-E5D6-6401-A198-B4B451BE3EB6}"/>
                  </a:ext>
                </a:extLst>
              </p14:cNvPr>
              <p14:cNvContentPartPr/>
              <p14:nvPr/>
            </p14:nvContentPartPr>
            <p14:xfrm>
              <a:off x="1122840" y="1366560"/>
              <a:ext cx="8177400" cy="529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D9B31A4-E5D6-6401-A198-B4B451BE3E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3480" y="1357200"/>
                <a:ext cx="8196120" cy="531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7112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2026-02-21T13:29:18Z</dcterms:created>
  <dcterms:modified xsi:type="dcterms:W3CDTF">2026-02-21T15:35:29Z</dcterms:modified>
</cp:coreProperties>
</file>
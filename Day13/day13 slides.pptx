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3:36:01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2312 9564 9274,'-55'3'2457,"0"0"1,1 0-1,-8 1 1,5-1-1764,16-1 0,5 1 387,-4 0 45,-14 4-678,18-2-56,1 4-268,19-2-68,2 1-17,8-2 6,3 2-17,1-3 179,16 6 157,33-6-283,-12-1 0,4-2-756,18-3 0,8-4 721,-19 1 0,2-1 0,3-1 1,-1 0-544,1 0 1,1-1-1,-1 0 1,1 0 504,1-1 0,0 1 1,1-1-1,1 0-428,6 0 0,1-1 0,0 1 0,-1 0 424,-5 0 0,-2 1 1,2 0-1,4-1-240,-10 2 0,2 0 0,3-1 0,1 1 0,1-1 0,-2 1 0,-1 0 234,3 0 0,-1 0 0,-1 0 0,1 0 0,0 0 0,2 1-102,-2 0 0,2-1 0,2 1 0,-1 0 0,-1 0 0,-2 1 0,-4 0 99,15-1 1,-5 1 0,-2 0 0,3 1-59,-5 0 1,1 0 0,1 1 0,-2 0 0,-2 0 67,1 1 1,-3 0 0,1 0-1,3 0 30,-7 0 1,2 1 0,2-1 0,1 0 0,0 1 0,0-1-26,2 0 0,0-1 0,1 1 1,-1-1-1,-1 1 0,-3 0-6,11 0 0,-4 0 1,0 0-1,0-1 2,-8 0 1,1 0 0,0 0 0,-5-1 0,-5 1 4,10-2 0,-5 0 304,11-1 1,-3 0-316,-22 2 0,-5-1 0,13 0 0,-38 4 0</inkml:trace>
  <inkml:trace contextRef="#ctx0" brushRef="#br0" timeOffset="266318">2127 11031 11273,'-62'-2'1788,"-1"0"1,16 1 0,4-1-1313,8 0 0,3 0 347,-11-1-198,3 3 0,-1-1-172,-20 2-257,21 0 0,2 0-34,-2 2 292,-11 0-140,20 0 78,-6-1 45,19-2-140,9 0-140,6 0-45,3 0-45,18-4-45,4 0-5,20-3 11,5 2-5,11-1-9,-25 2 0,3 0-501,5-1 1,3-1 494,5 0 1,3-1-4,6 0 1,4 0-16,-8 0 1,4 1 0,-4 0-680,5-1 0,0 1 687,-2 0 0,3 0 0,-4 1-7,3 0 1,-2 1-2,-10 1 1,3 0 0,-1 0 1,-2 1 1,0 0 0,1 0-862,6 1 1,2-1-1,-3 1 869,2 0 0,-1 0-2,-4-1 0,1 1 0,-2-1-358,2 0 1,0 0 351,-7 0 1,1 0 0,1-1 7,0 0 0,1 0 0,-1 0 3,0-1 1,1 0 0,-1 0-4,1 0 0,-1-1 0,0 0-4,-1 1 1,0-1-1,-1 0 4,0 0 0,-1 0 0,0 0 7,0 0 1,-1 0-1,0-1-4,20-2 0,0 0-9,0-1 1,-1 0 10,0 0 1,-1 0-6,0 0 0,-1 0 5,-1 1 1,0 0-10,-1 0 0,-1 1-2,-1 0 1,1 0 7,-13 2 0,1 0 0,-3 1-2,2-1 0,0 0 2,14-1 1,-1 0-3,-22 2 0,-2 1 395,7-2 0,1 1-384,3 0 0,-2 0 2626,12-1-2615,-13 3 1,-3 0-1,-7 2 1246,23 0-1240,-23 1 12,9 0 1061,0 1-1045,13-6-45,-16 1 17,16-5 11,-20 2 6,14-4-34,-17 4 12,4-1 5,-20 5-51,0-2-425,-6 3-9383,-4-1 7492,-3 1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3:40:31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2843 2137 24470,'-58'-2'657,"25"-2"-611,55 0 6,16-2 1,6-2-722,12-1 639,-13 1 0,11-2 0,0 1 0,-6 0-963,-1 1 1,0-1 879,0 1 1,7-1 0,1-1 0,-6 2-346,9 0 0,-3 1-222,-11 2 1,1 0 0,-2 1-2071,12-1 0,-5 1 2748,-12 3 1,-5-1 0,3 2 0,-22 0 0</inkml:trace>
  <inkml:trace contextRef="#ctx0" brushRef="#br0" timeOffset="290">3308 2108 18476,'-4'0'4873,"0"0"-3507,4 0-1293,-11-6-39,16 8-1,6 7-16,25 18-17,-12-5 0,1 3-583,1 5 1,0 2 554,0 4 0,-2 1-9,-1 2 1,-4 1 2,-3-2 1,-6 1-174,-6-4 1,-8-2 217,-7-2 0,-6-3 8,-8-3 1,-4-3-20,-5-3 0,-2-3-9,-1-3 1,1-3-42,3-3 0,2-4-454,-21-11-2067,18-12 1850,15-5 0,11 7 0,7 8 0</inkml:trace>
  <inkml:trace contextRef="#ctx0" brushRef="#br0" timeOffset="785">4271 2125 18930,'0'-9'4184,"0"2"-2863,0 7 192,0 0-1418,-59-54 34,28 42-129,-3-16 0,2 7-6,13 35 6,16 9-5,3 13-1,7-3-22,7-1 0,5 0-533,1-6 0,2 0 533,11 13 0,4-1-9,-2-6 1,0-3-1,-1-2 1,-1-1 2,-6-5 1,-3 0 11,2 14 33,-21-15 6,-28-2-79,-19-11-3,11-4 1,-4 0-289,-4-2 1,-4 0-141,-13-1 0,0-2 199,17 1 0,2 0-2602,-11-1 1,5-1 2895,10-1 0,7 2 0,16 0 0</inkml:trace>
  <inkml:trace contextRef="#ctx0" brushRef="#br0" timeOffset="1417">4954 2299 23651,'-15'-46'541,"1"1"1,5 6-1,-3 10-394,-31 30-147,24 9-6,-22 23 0,21 8 6,3 2-16,7 15-44,22-23 1,5-1-663,3 15 696,3-18 1,4-5-92,26-1 89,-13-15 0,1-2 39,-8 1 0,1-4 78,14-7 1,-4-6-6,-15-4 85,9-25 122,-33-12-117,-12-7-316,-5-2 198,-8 18 0,-1 1-28,-4-4 8,-2-1 1,-3 0-15,-5 7-11,10 12 1,0 4-24,-6 7-100,-10 15 725,20 7-787,-14 19-482,16 22 197,6-5-314,7-9 1,6 4-4144,13 5 1,4-2 3097,0 13 1,-1-19-1,-1-8 1,-9-20-1</inkml:trace>
  <inkml:trace contextRef="#ctx0" brushRef="#br0" timeOffset="1966">5505 2235 19697,'2'-5'3792,"-1"1"-2319,-1 4-1451,11-17 17,-8 41-33,8-22-6,-10 29 0,-7 11 0,-5 12-145,1-13 0,-1-1 139,-7 12 62,-8 2 123,14-34-61,-3 2 213,11-33-169,3-11-78,2-9 45,5-1 0,0-1-40,3-6 54,4-8 0,1 0-19,5-6-43,-7 17 0,0 2-19,2-1 22,3 9-79,-9 18-10,13 3-1,-3 16 0,14 11-22,3 14 17,-5-2-14,-3-1 0,-1 1 8,4 2-11,8 6 0,2 0 3,-14-21 1,-1-2 27,5 6 0,1-2 64,16 0-5,-30-22-51,1-4 78,-17-22 51,-5-24-28,-1-12-292,0 19 1,0 0 212,-2-16 149,2 14 0,1 2-75,-3 1-186,-1-12-447,1 39-891,4 12-381,1 5-3649,2 5 5447,2 5 0,-1-6 0,1 1 0</inkml:trace>
  <inkml:trace contextRef="#ctx0" brushRef="#br0" timeOffset="2967">7434 2276 25331,'-5'-39'566,"0"0"0,-3-20-538,14 71-11,8 15-51,11 20-64,-8-15 0,1 2-703,2 6 0,-1 1 347,1 4 0,-1 1-364,-1-1 0,-1 0-120,-1-3 0,-1-2-34,-1-6 1,1-3-802,11 13 1442,13-46 785,-17-7 588,-2-20 0,-3-5-264,-6 0-28,5-20 253,-8 23 0,0 0 61,7-20-670,-4 16 1,-1 0 468,4-14-650,-7 22 895,-3 6-1080,-4 18-56,0 7 39,-3 9 6,-2 14-23,-7 13 0,-8 10 12,1-8-6,1-11 0,-1-1 28,-3 2 90,-6 5 5,17-28-28,7-21 23,4-14 10,7-15 18,5-9-40,0 19 1,1 2-68,6-12 0,9-5-5,-11 28-12,4 4-16,0 12-6,5 14 0,-3 3-28,21 26 11,-10-8 14,-8-8 0,0-1-19,16 14-17,1-7 0,0-8 5,0-9 12,-4-12 16,-5-15 23,-7-13 11,-9-16 0,-9-13-164,-9 20 1,-3-1 154,-2-4 1,-3-1 11,-1 0 0,-2-1-6,-1 4 0,-1 0-1651,-1 2 0,0 3 1620,-3-6-66,-2 4-24,14 28-312,1 1-505,12 14-1202,10 9 2115,24 29 0,-19-23 0,8 13 0</inkml:trace>
  <inkml:trace contextRef="#ctx0" brushRef="#br0" timeOffset="3385">8679 2349 26732,'-2'25'56,"7"-1"-11,22 0-17,5-7 5,4-8 23,0-13-22,-1-10 78,-3-23-56,-13 9 22,-7-24 1,-14 14 27,-6-9 40,-8 7-34,-8 9-39,-5 10-1,-14 11-44,14 9-5,-14 13 5,18 9-17,-4 13-22,8 10-45,15-12 0,4 0-28,2 14-62,8-13 1,4-1-449,20 8-168,1-11 0,4-2-159,-1-6 0,1-3 103,0-1 0,2-3-1747,0-6 0,0-5 1886,-5-7 1,-3-2-1,14 3 1,-8-8 0</inkml:trace>
  <inkml:trace contextRef="#ctx0" brushRef="#br0" timeOffset="3800">9253 2309 18772,'-2'-44'1599,"1"-1"0,-1 1 1,0-11-1,-2 4-1000,-1 9 1,-1 5-320,0 0 241,1-2-476,9 47-40,1-5 40,10 40-45,-6-12 0,1 1-11,6 23 2,-5-8 1,-2 1-26,-4-12 1,-2 1-275,1 8 0,-1 1 280,-1 2 0,0-3 22,-1 11-3135,-1-9 3214,1-39 101,0-5-68,6-43-78,-2 17 2,1-9 1,3 0 42,8-5-34,7-7-5,4 7 5,7 9 321,-12 13-338,11 10 3370,-10 16-3476,20 18 56,-13-4-25,-3 1 0,0 1-70,1 6-34,4 15 84,-22-19-196,-41 4 62,3-20-429,-9-3 1,-7-3-3636,-6-7 0,-1-3 3720,4 0 1,1 0 0,2-1 0,6 0 0,4-2 0</inkml:trace>
  <inkml:trace contextRef="#ctx0" brushRef="#br0" timeOffset="4372">10940 2186 24217,'24'-48'198,"0"0"0,8-1 0,6 10-179,-2 24 1,3 5-1572,16-6 1,4 1 1521,-17 4 0,1 2 1,1 0-117,4 0 0,2 0 1,-5 2 428,2-1 1,-4 2-1020,6-1 0,-16 7 4,-33 7 318,-14 2 430,-42 3 113,15-5 610,-22-8 45,32-5 1734,-9-3-1704,16 3-210,9 2-412,8 3 344,7 9-322,3-1 142,8 16-71,3 16-142,2 9-106,-7-13 1,-1 3-497,-3 1 0,0 1 441,-2-5 0,0 1-90,-2 12 1,1 4-593,2 1 1,0 0-992,3 1 1,0 0 1690,3 1 1,-1-8-1,1-10 1,-5-25-1</inkml:trace>
  <inkml:trace contextRef="#ctx0" brushRef="#br0" timeOffset="4766">12043 2236 23091,'-2'-6'2359,"0"0"-1626,2 6-134,0 0-537,-61-10-28,36 31-26,-11-12 0,2 4 9,22 41-39,9 1 5,15-6 6,13-6 0,4-14-23,27-4 56,-14-18 29,18-10 55,-16-16-11,-8-14-22,-13 2 134,-7-25-106,-19 13-6,-7-19-27,-14 14-12,-5 7-34,4 14-22,-11 3-22,14 16-85,-7 7-240,10 20-543,5 15 10,5 2-3590,6 20 4470,8-17 0,-2-4 0,1-16 0</inkml:trace>
  <inkml:trace contextRef="#ctx0" brushRef="#br0" timeOffset="5001">12501 2123 24845,'-6'-62'758,"0"-1"0,0 12 0,2 7-237,-1 9-284,3 23-226,0 3 35,1 21-35,4 16 23,0 22-34,2 0-87,-2 0 1,1 4-738,-2-11 1,1 1 431,0-1 0,0 2 1,0-1-794,2 14 0,2-2 588,4 4 0,-1-5 0,2 7 0,2-11 0</inkml:trace>
  <inkml:trace contextRef="#ctx0" brushRef="#br0" timeOffset="5309">12968 2258 24637,'-26'-40'323,"0"0"0,4 2 0,0 13-233,0 29-28,-4 10 5,-7 15-22,-13 14-494,17-15 0,-2 0 485,-4 3 1,-1-1 19,0 0 0,0-2 8,6-4 0,3-1 241,-9 6 110,27-7-147,29-13-178,28 1-87,-10-7 0,4-1-415,9 2 0,2 0 361,7 0 1,1 2-301,-19-3 0,2 1 0,-1 1 99,2-1 0,0 1 0,0 0-202,1-1 0,0 1 1,0-1-414,-1-1 1,0 0 0,-1 0-3576,16 0 1,-3-1 3905,-12-2 0,-6 0 0,8-1 0,-28-1 0</inkml:trace>
  <inkml:trace contextRef="#ctx0" brushRef="#br0" timeOffset="6032">13565 2412 22946,'-48'-41'715,"0"1"0,7 4 0,8 10-200,16 22-448,11 8 129,-5 9-112,3 7 53,1 9-53,6 4 110,17 5-177,-2-13 39,19 3-11,-8-20-6,19-6-28,-14-6 67,16-22-55,-29 8 22,9-23 16,-16 8 12,-3-11 45,-3 0 111,-9 1-150,0 17 49,-10 3-60,-3 16-24,-10 6 1,-7 10-34,-4 11 6,2 10-17,9 9-28,11 5 6,11 5-129,16 4-227,7-21 0,3-1-285,15 12 89,-1-15 0,4-5-605,-6-12 0,1-3 243,9 1 1,1-4 81,0-5 0,-1-5 366,-3-2 1,-2-6 705,-2-8 1,-2-3 190,6-11 112,-8-11 859,-20 14 1,-3 2-664,1-3-93,-1-1 1,-1 3 328,-5 7-14,0 1-530,-2 11 400,-1 15-725,-3 25-73,1-1 9,-1 7 0,1 0-9,0 1 3,1 5 0,0 0-14,0-6 0,2 0 0,1-1-6,1-10 1,3 10 16,1-27-17,6-10 40,6-16 33,7-15 11,9-12 23,-9 15 0,1 0-17,10-11-6,-9 14 1,1 3 22,8 2-54,-6 12 1,3 5-59,22 16-1,-4 4-212,-11 33-453,-20 3-758,-9-14 1,-2 3 1434,-2 11 0,-2-1 0,1 6 0,-3 1 0</inkml:trace>
  <inkml:trace contextRef="#ctx0" brushRef="#br0" timeOffset="7202">2761 3268 17916,'4'-10'806,"9"1"-469,35 8-253,-7 0 5,18 0-16,-26 1 0,3 0-2014,24 0 1,6-1 1957,-19 1 0,2 0 0,1 0-16,0 1 1,1-1 0,1 1 5,3 0 1,0 1 0,2 0-621,5 1 1,2 1 0,-2-1 628,-9 0 1,-2 0 0,3 0 19,1-1 1,4 1-1,1-1 1,-1-1-143,-2 0 1,0-1 0,-1 0 0,-1 0 131,-7-1 1,-1 1 0,0-1 0,3 0-120,6 0 1,3-1 0,2 0 0,1 0 0,-1-1 125,-1-1 1,1 0-1,-1-1 1,1 0 0,1 1-92,-7 0 0,1-1 1,1 1-1,0 0 0,-1 0 1,1 0 60,-2-1 1,0 1 0,0 0 0,0-1-1,2 1 1,1-1 9,1 0 1,3 0 0,1 0-1,1 0 1,-1 0 0,-2 0-1,-2 1 1,6-1 1,-4 0 0,-1 1-1,1-1 1,5 0 0,-12 1 0,4-1 1,2 1-1,0-1 1,1 0-1,-2 1 1,-2-1-1,-4 1-2,10 0 1,-5 0-1,-2 0 1,0 0 0,3 0-72,-2 0 0,0-1 1,2 1-1,0 0 1,0 0-1,-1 0 81,1-1 0,0 1 1,1 0-1,-1 0 1,-1 0-1,-2 0-14,4 0 0,-4 0 0,1 0 0,1 0 0,4-1 6,-7 1 0,3 0 1,2 0-1,2-1 1,0 1-1,-1 0 1,-4-1-1,-3 2 41,4-2 1,-5 2 0,-2-1 0,3 0 0,4 0-50,-5 0 1,4 0 0,2 0-1,3 0 1,-1-1 0,1 1-1,-2 0 1,-1-1 1,1 1 1,-1 0 0,-1 1-1,0-1 1,0 0 0,0 0-1,0 1-3,0-1 1,0 0-1,0 1 1,0-1-1,0 1 1,-1-1-1,0 1 2,7 0 1,1-1-1,-1 1 1,-1 0-1,-2 1 1,-5-1 104,5 1 0,-4 0 1,-2 0-1,3 0-101,-6 1 0,1-1 1,0 1-1,1 0 1,0 1 3,-2-1 1,1 0 0,-1 1 0,1 0 0,0-1-2,1 1 1,1-1 0,-1 1-1,0-1 1,0 1-5,8 0 0,0-1 1,0 1-1,0 0 17,-7 0 0,1 0 0,0-1 0,-1 1 1,-4 0-36,12 0 1,-3 0 0,3 0 26,-11 0 0,4-1 1,1 1-1,-1 0 0,-6 0 0,8 0 1,-5 0 0,3 0 21,2 0 0,6 1 0,-2-1 0,-7 0-14,6 1 0,0-1 1,-8 1 0,5-1 1,2 1-1,-3-1 207,7 0 0,-3 1 0,-2-1-221,-8 0 0,-2 0 0,3 0 6,-1 0 0,3 0 0,-1-1 0,-4 1 10,-5-1 1,-3 0 0,3-1-3,2 1 0,3-2 1,1 1-1,-2 0-14,5-1 0,-2 1 0,1-1-8,6 0 1,0-1 0,-4 1 266,-3-1 0,-2 1-287,-5 1 0,2-1 0,-6 0-122,21-1 135,0 2 0,-6-1 0,-25 2 0,14 0 0</inkml:trace>
  <inkml:trace contextRef="#ctx0" brushRef="#br0" timeOffset="8602">15440 2007 32503,'2'-41'13,"0"-1"0,1 5 0,-2 9-631,-1 18 264,-1 6-373,-5 9 1687,-8 7-311,-9 14-580,-4 6-472,5-4 549,5 3-127,13-9-95,17 2-109,8-11-684,14-8 315,-1-14 713,-3-8 142,-7-8-142,-9-5-114,-7-3 60,-12 1 191,-5 5-557,-3 9-294,-8 5-51,7 10-147,-4 2-39,6 11-764,3 9-6240,4 12 7797,5 0 0,-1-10 0,3-9 1</inkml:trace>
  <inkml:trace contextRef="#ctx0" brushRef="#br0" timeOffset="8920">15521 2381 21702,'-7'4'3265,"2"-1"-2642,5-3-175,0 0-398,-15 27-28,23-10 6,-6 21-33,28-20 5,4-5 0,-7-5 50,11-6 57,-18-9 66,7-7-10,-17-2 453,-7-20-219,-13 7-66,-7-13-107,-8 9-84,-1 10-96,2 6-66,7 10-975,0 13 997,7 12 0,1-6 0,4 4 0</inkml:trace>
  <inkml:trace contextRef="#ctx0" brushRef="#br0" timeOffset="26163">5291 6553 13966,'-50'7'336,"0"0"0,-1-1 1,1 1-1,-12 1 1,5 0-248,-7 2 0,13-1 378,33-5 417,61-16-660,-10 3-83,9-2 1,11-3-1,-3 2-1277,-8 2 1,3 0 1206,0 0 1,9-2 0,3-1-1,-1 1 1,-6 1-622,-2 1 1,-5 2 0,8-2 606,-5 1 0,8-1 0,4-2 1,1 1-1,1 0 0,-5 0 0,-6 2-475,2-1 0,-7 2 0,0-1 1,9-1 466,-2 0 0,8-1 1,4-1-1,4-1 1,-1 0-1,-1 1 0,-5 0 1,-6 1-356,7-1 0,-7 1 1,-1 0-1,10-2 335,-10 3 0,6-2 1,4-1-1,4-1 1,1 0-1,-1 0 1,-3 1-1,-5 1 1,-5 1-104,0-1 1,-5 2-1,-4 1 1,3-1-1,5-2 94,0 1 1,5-1 0,3-1 0,2 0-1,0 0 1,0 0 0,-3 1 0,-5 0-11,10-2 0,-4 2 0,-3 0 1,2-1-1,5 0-2,-10 2 0,4-1 0,2 0 1,1-1-1,0 1 0,-1 0 0,-2 0 1,-4 1-26,1 0 0,-4 0 0,-1 1 0,-1 0 0,3 0 0,3-1 10,-4 1 1,4-1-1,3 1 1,1-2 0,1 1-1,-2 1 1,-3-1 0,-4 2-1,-5 0 80,9-1 1,-8 2 0,-1 0 0,9-1-109,-4 0 1,8 0-1,4-1 1,2-1-1,1 1 1,-4 1-1,-5 0 1,-8 2-68,12-2 0,-10 2 0,6-1 33,-3 1 0,6-1 0,2 0 1,-5 0-1,-10 3 382,0 0 0,-5 2-308,6 1 1,3 1 0,-7 1 0,14-2 0,-11 2 0,0 1 0</inkml:trace>
  <inkml:trace contextRef="#ctx0" brushRef="#br0" timeOffset="27263">11529 5428 17372,'-48'5'709,"0"-1"1,-7 6 0,7 4-519,8 13-144,12-5 1,2 0-20,-7 12 8,15-7 1,3 1 13,2 10-11,0 20-16,17-13-7,8 2 7,4-12 16,1-8 0,4 0-432,18 10 427,-7-10 0,3-1-9,1-7 0,3-1-3,3-2 1,1 0-7,0-1 1,1 0-258,-1 0 1,-2 1 251,-4 0 1,-1 2 13,-6 0 0,-3 1-57,8 13 182,-14 23-27,-28-10-65,-1-9 1,-3-1 3,-17 15-337,-1-7 1,-1 0 302,9-11 0,1 0-17,-8 14 0,3 2-8,9-9 0,4-1-3,4 0 1,3-2-3,0 21 10,8-16 1,3-1-9,6 15 0,-1-16 0,2 0-17,12 18 441,4-6-430,-5-14 12,-2-12 0,2-1-12,13 9 6,-9-10 0,0 2 0,17 16-11,-8 6 11,-13-8-122,-16-2 0,-6 3 141,-7-9 1,-3 2 54,-4 17 1,-3 3-19,-6-6 0,-2 0-28,0 2 0,0-1-26,5-11 1,1 1 3,0 13 0,4-1-20,8-16 0,4-1 2,2 13 1,6 1-3,6-11 0,5-3-28,5 0 0,3-3-129,3 1 1,2-2-486,0-1 1,-1 0-1400,-3-2 1,-3 2 2054,-6 2 0,-4-2 0,1 3 0,-13-3 0</inkml:trace>
  <inkml:trace contextRef="#ctx0" brushRef="#br0" timeOffset="28570">4801 7161 21074,'19'39'-17,"0"0"1,0 6 0,-3 2 25,-4 8 0,-2 6-1207,-1-9 0,1 8 0,0 1 0,0-3 1193,-1-8 0,0-2 0,0 1 0,1 1 4,0 7 0,1 1 0,0 1 0,1 1-32,3 1 1,1 2 0,0-2 0,0-3-1,0 1 1,-1-3-1,2 5-308,-2-5 1,2 6-1,0 1 1,0-1-1,-3-6 340,2 3 0,-1-4 0,-1 2-9,-1 0 1,1 3 0,-1 0-1,-2-4 67,-2-4 1,-3-3 0,1 3-47,-1 4 1,-1 5-1,0 0 1,-1-5-26,0-2 0,0-3 0,-1 3 39,-1-2 0,-1 3 1,0-1-1,0-4 10,0-4 1,1-3-1,0 0-12,0 11 1,2 1-1,0-1-10,1-4 1,1-1 0,2-2-161,1-4 0,1-1 1,2-2 61,6 12 1,6-4-48,11-3 0,5-6 32,0-12 0,2-5 10,0-2 1,2-5 46,9-8 0,2-5 16,-4-5 1,2-2 98,-5 0 0,2-1 0,1-1-34,4-2 0,1-2 1,1-1-8,-11 2 1,0-1-1,1 0 1,0 0 12,4-1 1,-1 0 0,2-1-1,3-1-33,1-1 1,3-1 0,1 0 0,-1-1-1,-3 2 108,-3 1 1,-3 0 0,1 0 0,3-1-122,-4 1 0,3-1 1,2-1-1,1 0 0,0 0 1,-1 0-144,-2 1 1,-1 0-1,1-1 1,-1 1-1,1 0 1,1 0 138,2-2 1,2 1-1,-1-1 1,1 1 0,0-1-1,-1 1-144,0 0 1,-1 0-1,1 0 1,-1 0-1,1 1 1,-1-1 133,1 0 1,-1 1 0,1-1-1,-1 1 1,0 0 0,-2 1-52,3-2 1,-3 2-1,1-1 1,1 1-1,4-3 75,-9 4 0,4-2 1,1-1-1,2 1 1,0-1-1,-1 0 1,-2 1-1,-3 1-59,11-3 1,-4 1-1,-2 0 1,2 0-1,3-2 58,-6 2 0,2 0 1,2-2-1,1 1 0,0-1 1,-2 0-1,-3 0 6,1 0 0,-1-1 0,-2 0 0,-1 0 0,0 0 0,-1 1-9,2-1 1,-1 1-1,-1 0 1,1-1 0,2-1-3,0-1 1,4-2 0,1 0 0,-1-1 0,-2 1 0,-5 1 20,1 0 1,-5 1 0,-1-1 0,3-1 18,2-2 0,3-1 0,1-1 0,-2 0 0,-4 2 19,9-4 1,-5 2 0,0-2 62,-8 4 1,1-1 0,-2-1-1,-7 3 568,0-2 0,-6-1-437,2-2 0,-4-1 1599,2-20-1726,-20 8-111,-11-2-17,-1 16 1902,0-9-1869,1 13 3170,0-7-3152,-1-10-1,0 5-22,-1 0 700,-3 1-723,-1-4 1,0 8 33,-1-11-33,4 18 16,1-8-16,5 9-6,-1 4-12,2 10-1366,-3 6-1472,-2 2 2850,-4 5 0,1-2 0,0 2 0</inkml:trace>
  <inkml:trace contextRef="#ctx0" brushRef="#br0" timeOffset="29763">15993 4961 18823,'-23'-41'948,"0"1"1,3 1-1,3 18-545,8 56-256,4-2 32,-1 24 0,1 6-1156,3-27 0,0 3 1016,0 9 0,0 11 0,0 1 1,0-7-1080,1 8 1,-1 0 1036,1-13 1,0 5 0,0 4 0,0 1 0,0-4-10,-1 5 1,1-2 0,0 1 0,-1 6-283,1-10 0,0 6 0,0 2 0,-1 1 0,1 0 0,0-1 0,0-5 289,-1 6 1,1-4-1,0-1 1,-1 2-1,1 6-186,0-12 1,0 4-1,0 4 1,0 1 0,0 1-1,0-1 1,1-1 0,0-4-1,0-4 62,2 10 0,-1-6 0,2-2 0,0 1 1,0 3-119,0-5 0,1 3 1,0 2-1,0 0 1,1-2-1,1-2 0,0-6-15,1 7 0,1-5 1,2-3-1,5-1-2095,5 3 0,5 0 1,1-3-1,-1-7 2357,6 1 0,-1-6 0,6 9 0,-2-8 0,-8-16 0</inkml:trace>
  <inkml:trace contextRef="#ctx0" brushRef="#br0" timeOffset="34554">13591 5285 13557,'-55'26'468,"0"0"1,0 1 0,4-2 0,1-1 0,6 0-235,7-1 0,5 0-91,4-2 1,4 1 24,-7 18-310,18-6 83,21-4 50,11-4 2,11-4-102,7-4-60,9-3-37,5-5-51,7-4 207,1-3 22,-3 2 22,-11 1 45,-10 6 96,-14 4 55,-11 9 12,-14 7-1,-11 12-61,-5-10 0,-2 1-675,-10 17 588,6-12 1,1-1-49,3 0-72,8-6 0,4 1-23,7 2 68,13 7 39,17-24 39,28-10-45,-13-5 5,-8-5 1,0-1 23,16-2-24,-13 1 1,0-1-17,13 1 6,9 3 708,-32 14-641,-6-2 89,-9 20 17,-18 1 40,-9 16-74,-2-11 1,-2 1-674,-8 16 648,4-11 1,1 0-29,7-12 1,2 0-1631,-5 17 0,1 1 1541,6-16 0,1 0-9,1 12 1,3-2-7,3-3-10,5-1 0,2-1-34,9 10 56,-2-15 0,3-1 11,19 11-11,-9-18 0,2 0-337,-3-4 0,-1 0 337,23 22-26,-7 3 70,-14 0 1290,-11-17 1,-3 3-1190,-4 13 0,-3 0-40,-2-15 0,-3 3-144,-3 6 1,-3 5-1,0-5 315,-6 17-136,-2 0 0,0 2-25,6-22 0,-1 1-15,-4 20 1,1 2-76,3-11 1,2-1-56,0-3 0,3 0-8,3-6 0,2-3 774,10 20-799,-3-24 1,4 1 67,9 2 1,3-2-6,10 10-14,5-13 0,1-4 274,0-6-311,2-3 1,0-3-73,0-3 123,17-6 0,-1-2 0,-20-1 0,2-2 0,0 0 0</inkml:trace>
  <inkml:trace contextRef="#ctx0" brushRef="#br0" timeOffset="35263">13627 5422 17871,'40'-28'860,"1"0"0,-1 0 1,0 2-1,0-1 0,2 0-730,6-2 0,1-1 0,2 0-957,-10 6 1,1 0 0,0 1 0,-1 0 842,7-3 1,0 0 0,4-1-394,-1 2 0,5-3 0,3 0 0,-2 1 0,-6 3 381,0 1 1,-5 1-1,8-1 31,-4 1 1,7-3-1,4-2 1,0 1-1,-2 0 1,-7 4-6,-4 1 1,-4 2-1,-2 1 1,4-2-230,6-1 1,3-2-1,1-1 1,-2 2-1,-7 2 188,-2 1 0,-5 2 0,-1 0-26,22-8 0,-11 4 374,-21 11 829,-10 2-1252,-20 10 1494,-31 11-4956,-8 5 3551,-14 7 0,23-10 0,12-6 0</inkml:trace>
  <inkml:trace contextRef="#ctx0" brushRef="#br0" timeOffset="36038">15018 9052 13082,'-47'11'1465,"1"0"1,4 0 0,9-4-649,19-6-391,7-1-296,5-2-30,6-2 7,5-4-12,10-6-28,15-10-50,-8 6 0,3-2-982,12-9 0,3-3 972,-5 5 1,2-2 0,1-1-3,-4 4 1,1-1-1,2-1 1,0 1-5,5-3 1,1 0-1,0 0 1,2 1-566,1-2 0,1 0 0,1 1 0,-1 0 566,0 1 1,0 0 0,0 1 0,-1 0-8,-4 2 1,1 1 0,-2 1 0,-1 0-304,8-4 1,-2 0 0,-4 3-276,10-6 1,-7 4-4334,-16 8 1,-6 3 4371,0 0 0,-20 11 1,-7 4-1</inkml:trace>
  <inkml:trace contextRef="#ctx0" brushRef="#br0" timeOffset="42099">4787 6894 25440,'-27'-30'-190,"0"-1"1,4 4 0,3 5 38,2 12-785,10 3 699,-5-4 303,7 2 514,-1-2-182,2 3-650,2 3 344,2 3-120,2 9 1317,7 15-390,-2 0-510,5 7 0,0 3-100,8 17-183,-8-19 1,1 2-702,5 9 1,2 0-1685,-2-13 0,0 0 2331,5 9 0,0-3 0,3-2 0,-10-16 0</inkml:trace>
  <inkml:trace contextRef="#ctx0" brushRef="#br0" timeOffset="42375">4579 6784 22601,'34'-37'510,"0"0"0,-1 0 0,3 3 0,3-2 0,1 2 0,-2 3-821,3 1 0,-1 4 0,0 0 0,-1 0 0,-1 0 0,-5 4 0,15-8 0</inkml:trace>
  <inkml:trace contextRef="#ctx0" brushRef="#br0" timeOffset="48986">7721 8448 17912,'-31'-48'751,"0"1"1,0-1 0,3 5 0,1 2-1,4 9 917,-6 6-1763,17 15 269,3 11-158,20 15-8,9 15 1,4 6-4,-2-2 1,0 2-358,5 6 0,0 4 322,-3-2 0,0 4 1,-1-2-851,1 6 0,-2-1 863,-4-10 0,1 1 0,-2-1 20,6 21 0,-4-8 58,-4-6 135,-4-12 0,-7-6-5,-12-21-141,-12-16-44,-3-12 19,-3-16 0,0-8-207,4 2 0,-1-2 191,1-2 1,-3-3-1,3 2 210,-3-7 0,1-1-201,1 1 1,-2-5 0,4 7-8,4 11 1,1 1-110,-2-4 0,-1-4 0,3 4 120,4 5 1,3 3-23,0 1 0,3 1-34,8-27 1,21 23 10,7 10-30,5 10 0,4 4 141,-5 6 0,2 4-321,18 1 1,2 6-202,-4 9 0,-1 7-342,2 8 0,-2 4 227,-11-4 1,-2 3-1383,-4 2 0,1 6 1,-5-5 107,-8-5 0,0 0 1823,12 20 0,-4-4 0,-14-18 0,-3-2 0</inkml:trace>
  <inkml:trace contextRef="#ctx0" brushRef="#br0" timeOffset="49137">7760 8574 22111,'-6'-60'-336,"0"0"0,10-5 0,11 10-1579,31 15 1106,-12 12 0,5-3 1,-5 5-1,6-5 0,-8 6 1,0 1-1</inkml:trace>
  <inkml:trace contextRef="#ctx0" brushRef="#br0" timeOffset="50196">15295 6571 17752,'-35'-25'1141,"-1"0"1,1 0-1,-14-11 1,7 1-487,10-5-97,8 1-239,9 11-275,8 12-33,5 14 59,7 17-31,5 15-21,8 18-12,0-3-9,-3-7 0,0 0-372,3 1 366,1 1 1,1-3 19,0-4 157,6 6 28,-16-26 196,-5-7-213,-10-10-117,-7-9-23,-9-11-17,-14-28-16,8 10-331,7 5 0,1-3 325,4 8 0,2 1 3,-3-9 0,0-1 39,2 3 0,1-1-48,2-2 1,1 2-6,0-11-17,4-8-17,12 30 6,5-3-6,10 8 6,19 5 22,-9 9-11,25 10-34,-11 13-1317,-13 5 1,-1 3 1356,10 14 16,-18-2 1,-6 4 17,-10 21-10,-8-21 1,-3 1 5,-4-3 1,-3-1 16,-3-3 1,-3-3 30,-19 17 28,-1-17-17,1-15-45,4-18 1,8-14-12,11-13-11,9-7 5,11 2 3306,8 3-3294,8 7-17,10 6-34,12 4 12,14 5-86,-24 7 1,2 1 84,3 0 1,-1 3-12,-1 3 1,-3 3-51,17 14-191,-38 36-311,-21-11-795,-25 7 1,-9-2-805,18-25 0,-2-1 2185,-19 18 0,2-3 0,15-16 0,0-1 0</inkml:trace>
  <inkml:trace contextRef="#ctx0" brushRef="#br0" timeOffset="52287">15617 9771 15648,'-25'-39'1295,"1"0"1,-1-1-1,-5-10 1,1 11-548,-4 22-353,4 26-308,5 12-65,5 8 8,14 4 1,4 6-33,2-4 1,1 1-1227,-1 8 0,0 1 1219,2-5 0,-1 4 8,-3 13 1,-3 8-1,0-6 1,-1-7 0,-3 2-5,1-1 1,-2 8 0,-2 1 0,-4-4 8,-3-12 0,-3-3 1,-2-1-1,-1 1 0,-1 2 0,0 1 1,-3 0-1,-1 1-469,1-4 1,-3 1 0,0-1-1,-2 0 1,0-2 462,-6 6 1,-2-3 0,1-1-1,0-1-5,7-7 0,0-1 0,0-1 0,-3 3-7,-5 2 1,-4 2 0,-2 1-1,1 0 1,3-4 10,1-2 0,2-2 1,1-1-1,-3 2-451,-6 6 1,-2 1-1,0-1 1,2-2 456,0 0 1,3-3 0,-6 2 8,5-5 0,-6 3 1,-1 1-1,1-2 0,5-3-381,-1 1 0,4-3 0,-8 3 375,7-5 1,-7 3-1,-5 3 1,0 0-1,0-2 1,5-2-1,6-6-3,-4 2 1,7-5 0,-8 1-2,3-3 1,-7 2 0,-4 0 0,0 0 0,2-3 0,5-3 9,1-3 1,3-4 0,2-2 0,-2 2-8,-9 2 1,-1 0-1,-1 0 1,2-5 6,7-4 1,0-2 0,2-3-1,0-3 27,-10-6 1,1-4 0,3-1-37,7 5 1,2 0 0,0-5 9,-9-9 0,-1-5 0,10 2-8,14 7 1,3-4-1,0-7 1,-5-7 0,2-1 0,4 5 352,2-1 0,1-2-358,-1-5 0,-3-9 0,2-1 0,4 7 5,5-3 1,3 1-1,0 4 1,0-3 0,2 4 5,3 1 0,1 3 1662,-2-16-1690,4 28 2157,3 20-2145,3 12 1945,2 14-1940,8 19 0,4 11 0,-3-12 0,1 0-481,8 18 487,1 4-9,0-5 0,1 0-1008,1 8 1014,-7-20 1,2 6 0,-3-7-4,0 9-181,-4 2 1,-1 0 230,-5-3-19,-2-13 0,-1-3 59,-4-11 201,-13-14-246,-4-14 1285,-13-14-1330,6-7 8,5-6 1,1-3 158,7 8 0,0-1-156,-6-16 0,1-1 3,3 8 0,2 2 3,0-1 0,0 2 82,-8-22-77,8 17 0,1-2-11,5 14 1,2-1-4,-3-12 1,2 0-9,4 11 0,1 1 11,6-24-74,4 9 68,6 5 18,0 6-7,-2 9 859,-3 9-802,-4 10 328,-5 5-412,-1 6 64,2 11-36,2 29-28,-1 10 13,0-17 1,-1 0 42,0 26-28,0-6 5,-3-14 29,-5 0 89,-10-9-28,-4-4-40,-7-4-44,8-16 6,2-4-6,-7 6-6,8 2-22,-12 11 0,10 4 23,1 0-12,0-2 17,2-6 6,2-6 5,2-4-28,3-5 6,1 3-23,4 3 17,-1 19-11,3 2-5,0 9-6,3-11 11,-1-10 61,1-10 258,-1-6-274,0-21-17,-2-4 6,1-22-23,-3-3 17,-1-12-467,0 24 0,1-2 447,-2-4 0,1-1 0,0-2 1,1 0-1,0 1 1,2 1-203,1 3 0,3 2 194,5-26-5,10 11 16,6 7-28,6 1 17,7 2 0,7 3 0,3 6-71,-10 12 102,14 0 141,-19 11-39,21-3-4,-25 7 867,12 0-859,-15 2 427,15-4-426,-16 2 97,0 0-172,-19 3 204,-3 1 27,-7 0-278,-7 1 41,-12 0 43,-14 7 36,-8 8 32,-4 12-327,24-8 1,2 2 232,0 5 1,2 2-18,0 3 1,0 3-1492,-4 11 0,2-1 1583,7-13 1,0 1-21,-5 10 1,1-1-48,-1 6 75,1 3-120,9-13-289,11-14 270,10-5-448,9-3 3298,8 5-3352,4 2 209,-1 2-138,-7-1 10,-10-9 276,-6-3 68,-13-7 179,-8-2 16,-8-6-71,-4-11-61,3-15-12,8-13-12,11-11-682,18-8 108,0 29 0,4-1-4322,10-10 1,2 3 4300,-10 14 0,0 2 0,19-23 0,-31 39 0</inkml:trace>
  <inkml:trace contextRef="#ctx0" brushRef="#br0" timeOffset="54181">10095 6109 15326,'-44'4'1258,"-1"-1"1,3-2 0,8-8-850,11-32-54,2-19-1062,12 21 1,1-2 875,2-4 0,3-2-8,2-1 0,4-1-27,4 0 1,4 0-34,5-1 0,4 1-337,6-3 0,2 0 382,-6 14 1,1-1 0,1 0 5,4-3 0,0-1 0,2 0-34,3-4 0,2-1 0,1 0-418,-6 9 0,2-1 1,0 0-1,1 1 353,2-4 1,2 1 0,0-1 0,2 0-439,1-2 0,2 0 0,0 0 1,1 0 396,1-1 1,1 0-1,1 1 1,2-1-20,-1 4 0,3 0 1,0 0-1,0 1 0,-4 3-9,-3 3 1,-2 1-1,0 2 1,3 0 29,1 0 1,4 0-1,1 0 1,-1 3-1,-4 4-209,5 1 0,-3 4 1,2 1 192,10-3 0,1 1 0,1 3-67,-5 4 0,0 3 1,0 1-51,-3 2 1,0 1-1,-1 1-80,0 1 0,-1 0 0,0 0 96,1 0 1,-1 0-1,0 0 2,1-1 1,0 0 0,-1 0-72,2 1 0,-1-1 0,0 1 66,0 0 0,-1 1 0,-1 0 234,-2 2 1,-1 1-1,-2 1-171,17 2 1,-4 2 808,-16 0 1,-2 1-773,3 6 1,-5 1 134,-1 7 1780,4 8-1216,-34 0 876,-10-9-1511,-16 13-30,-5-7-4,-11 11 70,-3 3-40,0-2-37,4 0-6,3-4 25,2-3 5,-7-1 15,-9-1 45,-1-9 0,-4-1-17,11-6 0,-1-2 147,-14 3 1,1-2-123,20-8 0,3-2 132,-18 1 252,15-4-353,13-1-73,9-2-67,6-2 23,6-1-6,7-1 842,7 4-848,6 2 12,7 8 16,5 6 22,8 5 12,5 0 11,8-4-5,7-5-215,-28-5 0,2-3 169,2-2 1,1-2-3,0-1 0,1-3-1,1-3 1,0-3 25,8-10 0,-1-2-39,-14 8 0,-1-2 16,1-6 1,3-5 0,-5 3-12,9-13 0,-5 1 1,-2-2 33,0-12 5,-13 17 1,-2 0 56,3-15-22,-7 10 111,-13 23-67,-6 13-90,-5 1-33,-8 4-23,3 11 1,1-1 349,5 16-338,5 1-3415,-5 22 3409,2-14 34,-7 20-1,-4-15-28,-2-6 1,-3 0-207,-11 13 206,-7-4 1,-2-2-417,-1-3 416,-1-4 1,-2-1 2,15-14 1,1-2-4,-8 2 1,-1-3-1,3-4 1,1-3 1514,4-5 1,1-4-1510,-26-11-11,1-18 0,21 6 11,0-11-11,23 17-11,2 1 254,4 7-343,6 7 733,7 10-627,2 1 59,16 14-65,12 6 5,-5-5-5,21 5 0,-12-17 3,-5-7 0,0-2-3,14-5 14,-14-4 0,-1-3 25,6-15 11,7-13-16,-6-9-423,-21 14 0,-1-2 400,5-15-1560,-9 5 1,-2 0 1559,-4 6 11,-3 4 1,-1 1 33,-3 2 17,-5 0-17,-4 13-45,-4 8 517,0 7-965,3 2 3398,3 1-6215,2 1-4549,2 4 7803,0 1 0,0 1 0,0-2 0</inkml:trace>
  <inkml:trace contextRef="#ctx0" brushRef="#br0" timeOffset="54804">13118 4175 13459,'-7'0'4822,"2"0"-2219,5 0-1607,0 0-828,-46-53-140,36 40 300,-14-16 0,8 6-194,35 29 347,18 12-428,-10-2 0,1 2-31,18 13-1202,-13-5 1,-2 0 1196,-4-3-563,3 2 1,-2 0 568,-9-9 16,11 11 196,-24-20 494,-3-3-427,-3-5 2542,-2-4-2782,-9-11 11,-7-19-57,2 5-13,2 2 0,0-2 0,-4-3 0,0 0 640,-1-2 1,-1 1-636,0-1 1,-1 2 27,-3 3 0,2 5-2,1 3 89,-17-9-61,26 23-29,-2 0-66,11 6 27,8 4 17,9 5 453,3 0-459,31 15-21,-8-5 18,-8-3 1,0-1 14,10 5-17,8 3 28,-13 1 6,-6-2-34,-10-2 252,-17-6-79,-11-8-122,0 1 5,-11-10-45,-6-6-241,-1-1-1579,1-1 1809,9 8 0,9 4 0,2 1 0</inkml:trace>
  <inkml:trace contextRef="#ctx0" brushRef="#br0" timeOffset="109471">2029 2266 11590,'0'-61'1084,"0"0"0,0 0 1,0 2-1,0 2 1,-2 13 383,-5 8-1283,2 9 507,-6 26-613,5 16 248,-3 22 1,-1 6-11,-4 17-972,5-19 1,-2 9 0,0 2-1,1-6 817,-1 6 0,0 1-90,1-3 0,-1 8 1,0 1-1,2-5-176,2 0 0,1-3 0,0 2 107,2 0 1,0 4 0,1-1-1,1-4 15,0-3 1,1-4 0,3 0-356,1 5 1,2 1 0,3-7-1004,2-13 0,2-3-1997,2 3 1,1-2 3268,8 6 1,-10-18-1,-7-12 1</inkml:trace>
  <inkml:trace contextRef="#ctx0" brushRef="#br0" timeOffset="110436">1922 1973 13698,'-3'-9'583,"-9"-24"0,2-4-442,11 12-106,-10-10 0,7 3 213,46 20 207,-9 10-266,22 1 1,4 0-995,-28 2 0,1 0 911,10 0 1,6 1 0,-2 0 77,6 2 0,1 0-69,-10 0 1,3 0-1,3-1 66,-5 0 1,3 0 0,1 0-1,-1-1-680,10 1 0,0-1 1,0 0 658,0 0 1,1 0-1,-1-1-34,-12-1 0,-1 0 0,2 0 1,3-1-412,5-2 0,6 0 0,1 0 1,-1-1-1,-4 1 405,-2 1 1,-4 0 0,2-1 0,4 0-47,-8 0 0,4-1 1,3 0-1,1 0 0,0 0 1,-3 0-1,-4-1-202,12 0 1,-3-1 0,-3 1 0,2-1 245,0 0 1,1 1-1,0-1 1,2 0-61,-3 1 1,3-2-1,0 1 1,0-1-1,-3 1 136,5 0 0,-4 0 0,2-1 0,5 1-113,-15 0 0,5 0 0,2 0 0,0 0 0,0-1 0,-2 1 0,-3 1 8,2-1 1,-4 0 0,-1 1 0,2-1 0,5 0-62,-7 0 1,6 0 0,2-1 0,1 0-1,0 0 1,-3 1 0,-3 0 0,-6 0-45,4 0 1,-7 1 0,0 0 0,7-1-15,4-1 0,6 0 1,6-1-1,1 0 1,-1 0-1,-5 1 1,-8 1-66,-3 0 1,-7 1 0,0 0 0,5 0-3,6-1 0,5 0 1,4-1-1,1 0 0,-3 1 1,-4 1-96,5 0 1,-5 1 0,0 0 0,5 0 5,-12 1 1,3 1 0,2-1 0,1 0 0,0 1 0,-3 0 0,-2 0-72,2-1 0,-4 2 0,-1-1 0,2 0 0,4 1 96,1 1 1,6-1-1,2 1 1,1 0-1,-2 0 1,-5 0-1,-6 1-40,11-1 0,-8 2 0,7-1 84,-12 1 0,5-1 1,4 1-1,-1 1 0,-1-1 1,-5 0-52,2 0 0,-4 1 1,-1 0-1,5 0 41,5 0 1,5 0 0,1 0 0,-1 1 0,-5-1-48,-5 0 0,-3-1 1,-1 1-1,4 0 147,0-1 0,4 0 0,0 1 0,-1-1 1,-4 0 35,10 0 0,-5 0 0,4-1 90,-9 1 0,3-1 0,2 1 0,1-1 0,1 1-145,-4 0 0,3 0 1,0 0-1,0 0 1,-1 0-1,-3 0 18,-3 0 1,-2 0 0,-1-1 0,0 1-1,4 0-19,6 0 1,4 1 0,3 1 0,-3-1 0,-4 0 0,-8-1 0,-4 0 0,-8 0 0,7 1 18,6-1 0,9 1 0,2 0 0,-1 0 0,-7-1-29,4 0 0,-6 0 0,4 0 23,1-1 1,4 1 0,1 0-1,-4-1-1,-10 0 0,-1-1 0,-2 1 0,-2-1 22,5 0 1,-3 0 0,1 1 9,8-1 0,1 0 0,1 0-11,1-2 0,0 1 0,-2-1 3,-9 2 1,-2-1 0,5 0 19,6-2 1,7 1 0,-2-1 0,-9 0 475,-2 1 0,-1-1-473,1 0 1,8 0 0,0 0 0,-9 0-11,-5 1 1,-1 0 15,14-2 1,7 1 0,-6 0-2,-10 0 0,-4 1-17,10-1 0,1 0-12,4-2 1,-4 0 0,3-1 667,-5 0 1,2 0-638,-15 1 1,-2 0-15,-6 1 1,0 0 590,11-2 1,-2 2-642,-7 1 1930,7 0-1857,-27 3 1367,-9 1-862,-5 3 303,-1-1-814,0 1 169,0-1-113,0-2 196,1 5-134,5 1-28,1 5 56,2 6 124,-3 6-102,-2-1 611,-6 26-544,-2-20 1,-2 12 0,0 2-723,0 1 565,2 10 1,5 4-34,6-19 1,6-1-534,5 20 0,5-1 463,-1-19 0,4 0-16,5 0 1,4 2-1,-1-2-587,0 3 1,0 1 580,2-5 1,1 3 0,-21 2 42,-33 4 0,-24 5 1,-11-2-1,3-7-222,-2-6 1,-3-8-1,-6 2-5,10-5 1,-6 3 0,-4 1 0,1-2 0,2-4 0,7-6 0,-8-5-1,5-7 1,4 0 0,-1-1 0,-1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3:42:29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2609 4318 21629,'-3'60'192,"0"0"0,3 1 0,1 5 0,1-3-1739,2-13 1,0-1-1,1 1 1554,-1-2 0,0 1 0,0 2 0,-2 2 17,-1-3 1,-1 3 0,0 0-1,-1 1 1,-1-2-304,-1-1 0,0-2 0,-1 1 0,0 1 0,-1 4 286,1-4 0,0 4 0,-1 1 1,0 1-1,0 0 0,-1 0 1,0-2-108,-2 3 1,0-1 0,0-1-1,-1 1 1,0-1 0,0 0 102,0 2 1,0-1 0,0 1 0,0-1-1,0 1 1,0-1-194,0 0 0,1 0 1,-1 0-1,1-1 1,-1 1-1,1 0 188,1-1 0,-1 0 0,1 1 0,0-1 1,0 0-1,0 0-51,1 0 1,0 0 0,0 0-1,0 0 1,0 0 0,1 0-30,0-1 1,0 0 0,1 1 0,-1-1 0,1 0-1,0 0-170,1 0 0,-1 0 0,1 0 1,0-1-1,1-1 0,-1-2-259,0 12 0,0-4 0,0 1 0,1 1 511,0-3 0,0 4 0,1-1 0,0-5 0,0-8 0,-1 3 0,1-5 0,1-2 0,-1-1 0,1 1 0</inkml:trace>
  <inkml:trace contextRef="#ctx0" brushRef="#br0" timeOffset="641">2595 4508 8248,'-2'-4'807,"1"1"1579,1 3-1372,112-23-1959,-76 19 0,3 1 1162,9-3 0,9-2 0,2 0 0,-8 2-631,3 3 1,-1 1 513,7-2 1,5 0 0,-1 0-502,-9-1 1,-1 0 0,3-1 433,-1 1 1,3 0 0,2-1-1,0 1-8,-8 0 1,1-1 0,0 1 0,1 0 0,1-1-355,3 0 0,1 1 0,0-1 1,1 0-1,0 0 340,-7 1 0,0 0 0,0-1 1,1 1-1,0 0 0,0 0-141,2-1 1,1 1-1,-1 0 1,1-1 0,1 1-1,-1 0 145,2-1 0,0 1 0,0 0 0,1 0 0,1-1 0,2 1 3,-8 0 0,4 0 0,0 0 0,2 0 1,-1 0-1,-1 1 0,-2-1 0,-3 1-109,3-1 1,-4 1 0,-1 0-1,-1 0 1,2 0 0,4-1 94,-2 1 1,3 0 0,2-1 0,1 1 0,0 0 0,-1-1 0,-2 1 0,-3 1-18,2-1 0,-4 1 1,-2 0-1,1 1 0,0-1 1,3 0 27,1 1 0,2-1 0,1 0 0,1 1 1,1-1-1,-1 1 0,-1-1-7,0 1 1,0 0 0,0 0 0,-1 1 0,1-1-1,0 0 1,-1 1-5,0 0 1,0 0 0,0 0 0,-1 0 0,1 0 0,-1 1 0,0-1-4,-1 0 1,-1 1-1,1-1 1,-1 1 0,1-1-1,-1 1 1,-1 0-4,8 0 0,0-1 0,-1 1 0,0 0 1,0 0-1,-1 0 5,-2-1 1,0 1 0,-1 0 0,0 0-1,0 0 1,-1-1-4,-2 1 0,0-1 0,0 1 0,-1-1 0,0 1 0,-1-1-1,9 0 0,0 0 0,-1 1 0,0-1 0,-1-1 4,-1 1 0,-1 0 1,0-1-1,0 1 0,0-1 5,-2 1 0,0-1 0,0 0 1,0 0-1,-1 0-24,0 0 0,-1 0 1,0 0-1,-1 0 0,1 0 1,-2 0 0,0 1 1,0-1-1,0 0 1,-1 0 1,12 0 1,0 0-1,-1 0 1,-4 0-5,5 0 0,-4 0 0,5 1-412,-11 0 0,6 0 0,1 0 0,-3 0 0,-7 1 429,-2-1 0,-6 1 0,2-1 0,17 1 0,3-1 0,-13 1 0,-7 0 0</inkml:trace>
  <inkml:trace contextRef="#ctx0" brushRef="#br0" timeOffset="1207">12136 4054 18705,'1'40'1569,"0"-10"-1255,4 25-107,-2-1-154,-1-15 0,-1 4-966,1 4 0,0 4 946,-1-5 1,-1 3 0,1-3-717,-1 6 0,-1 0 700,-1-1 0,0 3 0,-3 0 3,-1 0 1,-1 0-1,-1 0-3,0 4 0,-1 0 0,0 5 4,1-12 0,0 3 1,-1 2-1,1 0 0,0-3-6,0 1 1,1-2-1,1 0 1,-1 4-378,-1 4 0,1 3 0,-1 3 0,1-2 0,0-2 353,0 0 1,0-2 0,1 0 0,-1 2 5,0-4 1,0 3 0,0 1 0,0-3-1,-1-3 1,2-5 1,-1-4 0,0 0 0,-1 2-2,-2 12 0,-2 2 0,0 0 1,0-2-395,1-8 0,-1-3 0,0 2 0,-1 3 387,0-2 1,-1 5 0,-1 2-1,-1 0 1,1-2 0,1-4 2,-2 7 0,1-5 0,0 1 0,-3 6-181,3-10 1,-3 7 0,-1 2 0,0 0 0,1 0 0,0-5-1,3-7-1324,-5 14 1,2-8 0,-2 5 1511,2-4 0,-3 8 0,-1 0 0,3-5 0,2-11 0,2-2 0,2-7 0,-1 1 0,0 0 0</inkml:trace>
  <inkml:trace contextRef="#ctx0" brushRef="#br0" timeOffset="2026">2164 9041 9128,'4'-44'2152,"0"-1"0,0 1 0,2-12 0,-2 8 84,-3 10-1850,0 24-106,-1-2-269,0 14 515,0 31-94,0 9-278,0 0 0,0 3-585,0-10 0,-1 3 472,-1 8 0,-1 6 1,1-4-742,-1-6 1,0 1 702,-1 11 1,-2 6 0,1 0-17,1-4 0,0 0 0,-1 0-40,1 2 1,1 1-1,-1-1-11,1-1 1,-1 0 0,2-2-438,0-2 1,1-1 0,1-1 500,3 17 0,1-4 0,-3-15 0,0-4 0,2-4 0,1 1 0</inkml:trace>
  <inkml:trace contextRef="#ctx0" brushRef="#br0" timeOffset="2692">11274 8703 12914,'0'-7'6766,"0"2"-6016,12-25 1,5-4 241,-5 13-841,4-15 0,-1 5 225,-9 26 32,-7 12 164,-8 13-197,-10 21-277,5-13 0,-2 3-396,-1 6 1,0 3 308,0 6 0,0 0-3,5-8 1,1 2-409,3 3 1,1 5 0,1-2 284,1 9 1,2 1-614,-1-2 1,0 5 0,0-1-99,0-5 1,1-1 0,-2 0-1554,-1 2 1,-1 0 0,-1-1 2378,0-6 0,-1-1 0,1-4 0,-2 2 0,1-6 0,-3 6 0</inkml:trace>
  <inkml:trace contextRef="#ctx0" brushRef="#br0" timeOffset="3574">2688 10616 9374,'-8'-2'4711,"2"0"-3941,-26-9 0,-7-2 961,12 2-1188,-13-3 0,4 0-274,25 6-264,14 5 91,14 1 5,20 6 0,6 1-1571,16-1 1495,-8 1 1,4 1 21,-5-3 1,0 0-15,8-1 1,5 1-3,-10-1 1,3 0 0,0 0-1,5-1 1,2 1 0,-3-1-14,-11 0 1,-1-1 0,6 1 27,-6-1 1,7 0 0,3 0 0,0 0 0,-3-1-1,-6 1-990,9-1 1,-7 0 0,8-1 959,-5 1 1,8-1 0,5 0 0,0 0 0,-2 0 0,-6 0 5,6-2 0,-5 1 1,-1-1-1,4 0-283,-10 0 0,2 1 0,2 0 0,0 0 0,-1-1 0,-2 1 266,1 0 1,-4-1 0,1 1-1,2 0 1,5 0-142,-8 0 1,5 0-1,3 0 1,3 0-1,0 0 1,-1 0-1,-2 0 1,-4 1-1,-5-1 144,17 0 1,-10 1-1,2-1 1,9 1 1,-17-1 0,7 1 0,5-1 0,2 0 0,3 0 0,-1 1 0,-2-1 1,-3 0-1,-5 1 0,-7 0-137,12 0 1,-10 0 0,0 0 0,8 0 142,-5 0 0,7 0 0,5 0 0,2-1 0,0 1 0,-3 0 0,-4 0 0,-8 0 1,5 0 0,-8 1 0,-1-1 0,7 1 10,-5-1 0,5 1 0,4-1 0,1 1 1,-1-1-1,-2 1 0,-5-1 17,2 1 1,-4 0 0,-2 0 0,1 0 0,2 0-2,0-1 0,1 1 0,1 0 0,1-1 0,0 1 0,-2-1 20,10 0 1,-1 0 0,0 0 0,-1 0 0,1 0 34,-3-1 1,1 1 0,-1-1-1,-1 0 1,-2 0-60,-1 0 1,-2 0-1,0-1 1,4 0 24,-2-1 0,6 0 1,2-2-1,0 1 1,-5 0-1,-6 1 2,4-2 0,-7 2 0,7-2-58,-8 1 0,8-1 1,2 0-1,0-1 1,-2 1-1,-7 0-3,10-2 1,-7 0 0,3 0 116,-5 1 1,3 0 0,-1-1 0,0 1-132,-5 0 1,0-1-1,0 1 1,0 0-62,3 0 0,0 0 0,0-1 0,-5 2-152,18-3 1,-3 0-2083,-14 3 0,2 0 0,-7 1 2304,10 0 0,-8 1 0,-26 3 0</inkml:trace>
  <inkml:trace contextRef="#ctx0" brushRef="#br0" timeOffset="4383">5630 6125 21310,'-24'-38'700,"0"0"0,0-1 0,-2-8 1,-2 10-528,-7 22 1,-3 8 83,-24 7-1013,13 9 0,-1 2 773,16-3 0,1 1-9,-10 11 1,5 3 182,5 13-202,6 11-1,16-10 12,20-6 0,7 0 0,13 5-14,-2-6 0,1-2-14,12 1 8,-8-8 1,0-1 8,2 2-6,3 2 0,-1 0 1,-10-4 38,10 15 363,-31-21-290,-48 21-78,13-19-912,-12 1 1,-2-2 900,-2-4 170,-2-2 1,-3 0-180,17-6 0,1 0-39,-11 2 0,2-2-536,-2-7-3813,36-8-348,17-1 4739,25-8 0,-18 13 0,2 0 0</inkml:trace>
  <inkml:trace contextRef="#ctx0" brushRef="#br0" timeOffset="4591">5841 6197 25858,'-13'-21'-162,"4"27"-45,11 27-740,5 23-2000,4-18 2947,5 9 0,-7-20 0,-1-7 0</inkml:trace>
  <inkml:trace contextRef="#ctx0" brushRef="#br0" timeOffset="4766">6089 5977 18050,'0'-7'4257,"0"2"-3971,0 5-443,0 0-611,-34-46-1236,32 48-444,-25-35-2128,38 59 3728,1-1 0,-9-17 0,0-2 0</inkml:trace>
  <inkml:trace contextRef="#ctx0" brushRef="#br0" timeOffset="5559">6585 6152 18705,'1'-6'5036,"0"1"-4465,-6-56 482,-17 29-893,8-5 0,-5 3-3,-37 16-107,10 15-19,13 7 0,0 3-26,-6 6-11,-1 13 1,2 3 11,8 1-18,4 7 1,8 1 6,23-7 5,4 6 11,13-19 28,21-10-33,-13-4 55,9-6 1,0-3 72,-3-5 51,16-10 22,-33 3-95,-9 5-11,-5 3 78,-4 6-184,-1 7 5,0 11-12,-1 15 12,-2 18-11,-3 15-292,2-26 0,0 3 269,-2 5 1,0 1-1388,0-7 0,0-1 1367,-1 0 1,-2 3-205,-8 4 1,-5 5-1,0-4-545,-5 1 0,-2 0 677,0 2 1,-4 2 0,1-9-303,-2-12 1,1-9 91,-14 2-56,12-27-810,21-25 1,7-10 207,5 4 0,5-5-65,0-4 1,2-4-1,3 2-3,6-3 1,6 1-966,7-2 0,6-2 0,0 4 1391,6 1 1,1 2 185,-8 8 1,2-1-1,-2 4 450,3 2 0,1 3 633,7-7 0,0 1 1389,-15 12 1,0-1-18,16-12 1,-3 1 31,-5 6 685,1 1-1675,-18 14 2073,19-7-2594,-20 14 2875,9 0-3042,-16 15 772,0 9-996,0 14 260,-2 15-362,-3 10-22,-6-23 1,-2 0-1,-2 18 3,-3-17 0,-2-1 19,-3 0 130,-4 6 123,8-27-28,4-14 78,13-30-152,6-3-80,0 7 0,3-2-4,2 5 1,2 1-23,3-2 1,1 0-20,2 2 0,1 1-23,0 2 0,0 3-8,0 3 0,1 3-5,26-2-23,-3 11-34,4 27 12,-22-2-135,-2 31-61,-26-19-2348,-10 7 1,-4 1 1717,-4 10 0,-5 6 0,8-34 0</inkml:trace>
  <inkml:trace contextRef="#ctx0" brushRef="#br0" timeOffset="6072">7955 6265 21103,'15'-42'1898,"0"1"1,-2 0-1476,4-11 0,-2 0 137,-7 7-173,2-7-102,-2 11-111,-3 14-140,-2 12-57,-2 11 40,-5 43 5,-1 5-28,1-3 1,1 1-6,-2 15-20,12-8 0,4-2 26,5-6-1,14-1 1,6-5-680,4-21 690,0-5 1,3-4 2,-6-13 1,-1-4-9,24-5 0,-22-4 0,-4-3-56,-2-14-207,0-11-969,-12-6 453,-11 21-1685,-8-3 262,-3 26 2202,-3-2 0,2 9 0,-1 1 0</inkml:trace>
  <inkml:trace contextRef="#ctx0" brushRef="#br0" timeOffset="6483">8803 5997 15863,'3'-7'4291,"0"2"-1269,-3 5-2742,0 0-2404,13 76 2203,-8-31-33,1 6 1,2 13 0,-3-6-82,-2-17 1,-1 0 39,0 13 1,0 7 0,0-4 5,-2-13 1,0-3 0,0 1-9,1 8 1,0 2 0,0-2-209,0 15 0,2-5 213,-1-14 1,0-6 2102,-1 6-2038,-18-49 1459,2-28-1518,1 0 0,-1-7 19,0-18 1,2-3 167,3 16 0,1-2-192,-1-1 1,0-5-1,2 3 5,1-5 0,1 0-11,2 9 1,1-1 0,1 1 7,4-20 1,6 2-4,4 4 0,5 5-5,-3 11 0,6 4 2,7 5 1,6 1 0,-3 5-12,14-7 283,2 6 0,2 7-294,-2 18-1458,-12 12 1,-1 6 1430,8 8-40,-17 7 0,-8 5-521,-22 27-4311,-24-11 1,-9-1 4142,14-16 1,-1-4 0,-13 4 0,2-8-1,19-16 1</inkml:trace>
  <inkml:trace contextRef="#ctx0" brushRef="#br0" timeOffset="11074">10970 5836 14880,'-5'-2'-45,"-6"-26"0,1-10 387,7-13 102,0 8 1,0-8-1,3 6-1303,3 6 1,4 0 1143,1-3 1,3-3 0,0 4-130,0 7 1,4-1 85,9-8 1,7-9-1,2 0 1,-3 6-173,3-2 0,5-1-518,-9 14 1,6-7 0,4-2 0,0 0 0,0 2 0,-3 5 465,1 0 0,-1 5 0,0 1 1,3-3-5,5-4 1,3-2-1,2-1 1,-1 2-1,-2 2-265,-5 4 0,-2 2 1,0 1-1,5-1 259,-1 2 1,4-1-1,3-1 1,-1 1-1,-2 2 1,-4 2-401,8-4 0,-5 3 1,8-3 397,-11 8 0,7-4 1,4-1-1,1-1 1,-1 2-1,-4 2 1,-6 3-6,10-4 1,-7 4 0,6-1 0,-3 3 0,8-3 0,3-1 0,0 1 0,-4 1 0,-8 5-1,0 0 1,-6 3 0,5 1-6,4-1 1,8 0 0,2 0 0,-2 3-1,-4 3 13,8 6 1,-5 4-1,0 1-4,1-4 1,0 0 0,1 8 31,-6 9 1,2 7 0,-3 2 0,-8-3-7,-6 1 0,-3 4 186,4 5 1,6 8 0,-1 1 0,-9-6-188,-6-1 1,-3 1 22,1 5 0,4 7 1,0 1-1,-5-6-17,-2 1 1,-2 0 13,0 5 0,3 7 1,0 1-1,-5-8-19,-2-3 0,0 1 4,-2-1 0,4 7 0,-1 0 0,-3-7 553,3 5 0,-2-2-566,-1-4 1,-1 2 0,-1-4 977,-2-7 0,-5-1-720,-11 11 0,-7-3 489,-8-5-648,-10-4 0,-6-3-21,3-18 1,-2-4 2,-9 3 1,0-3-42,8-3 0,1-2 204,-9-3 0,2-5 1457,-4-10-1438,-10-14 1107,26-11-1246,5-9-90,8 6-1507,3 5 0,-1 0 1558,3 5 346,-12-27-273,12 41 42,-1 1-177,3 9-90,3 4 17,3 3 3386,2 10-3358,3-1 17,10 28-22,-3-14 19,5 8 0,0 3 30,7 10-140,-6-12 0,1 0 147,13 16 5,4-8 34,6-11 72,9-12 45,8-16-115,-25-8 1,1-3-554,4-6 1,0-3 524,2-6 1,0-1-26,-8 4 0,-1 0-181,12-12 0,-3 0 360,5-9-183,-16 15 0,-4 0 133,-4-5 131,-13 8-277,-7 8 974,-3 6-1024,0 4-121,0 5-2316,2 1 2506,7 7 1,-4-3-1,5 3 1</inkml:trace>
  <inkml:trace contextRef="#ctx0" brushRef="#br0" timeOffset="17728">14020 6346 20089,'-5'58'628,"0"1"1,3-13-1,-1 6 1,1-1-1,0-5-561,0 6 1,1 4-983,-1-13 1,0 8-1,0 5 1,0 2-1,-1-1 1,0-5 923,-1 12 1,0-3 0,-1 0 0,0 6-162,2-15 1,-1 3-1,-1 3 1,1 1-1,0 0 1,-1-1 0,0-1 154,0 5 1,0 0 0,-1-1-1,1 1 1,-1-1 0,1 1-82,0 1 0,0 0 0,0 1 0,0 0 0,1-2 0,0-3 72,-1 1 1,1-3-1,1-1 1,-1 0-1,1 4-162,2-7 0,-1 3 0,1 1 0,0 1 0,0-2 0,1-2 0,0-3 71,0 13 0,2-5 1,0-1-1,0 4-36,0-9 0,-1 4 0,1 0 0,0 1 0,0-2 0,0-4-523,2 9 1,-1-4 0,1-2 0,-1 1 655,0-3 0,0 1 0,0-3 0,-1-4 0,1 10 0,0-6 0,-2-9 0,1-1 0</inkml:trace>
  <inkml:trace contextRef="#ctx0" brushRef="#br0" timeOffset="19078">14133 6516 17591,'30'-12'250,"0"0"0,5 0 0,2-1-219,19-2 0,2 0-1044,-16 4 0,1 0 994,1 0 1,4 0-1,-2 0-48,7 0 0,1-1 20,4-1 0,6-1 1,-4 1-489,-15 3 1,-3 1-1,3-1 515,3-1 1,3 0-1,2-1 1,-4 1-4,2 0 1,-3 1 0,3 0 20,-3 0 1,1 0 0,2-1-1,-1 2-4,1-1 1,-1 1-1,1 0 1,0 1 5,0-1 0,0 2 0,0-1 0,0 1 2,0 0 1,-1 0 0,1 1 0,2 0-1,-3 0 0,3 1 1,0-1-1,-1 1 0,-3 0-444,10-1 0,-2 0 1,2 0 441,2 0 0,5-1 0,-1 1 0,-4 0 9,-3-1 0,-4 1 1,3 0-281,-4 0 1,1 0-1,1-1 1,0 1 277,-2-1 0,0 1 0,0-1 0,1 0-3,-3 1 1,2-1-1,0 0 1,-2 0 0,-2 1-215,10-2 0,-4 0 0,4 1 225,0-1 1,3-1-1,0 1 1,-4 0 6,-5 1 1,-3 0-1,3-1-155,3-1 0,4 0 0,0-1 1,-5 1 150,-2 0 1,-4 1 0,3-1 31,5-2 0,4-1 1,-1-1-1,-8 3 316,-5-1 1,-1 1-328,1-1 0,6-1 0,0-1 1,-8 3-26,-3 0 0,-3 0-1,9-1 0,5-1 0,-7 1-11,-14 3 1,1 0 25,13-1 1,7-2-1,-7 1-14,-14 4 0,0 0 19,31-6 1,-1 1 820,-9 2-809,5-2 1470,-15 3-1252,-11-1 2743,-15 4-2715,-1-4 1380,-10 3-668,-1-2-409,-2 4-247,-5 0-212,-2 3-6,-8 1-78,2 1 55,-9 7-95,11-1 12,-6 11-23,12-9 22,-2 19-22,4-12 11,1 21 23,3-1 27,4 19-36,-1-23 1,2 4-557,6 17 0,0 2 556,-2-15 0,-1 2 8,1 2 1,1 4 0,-1-2 5,2 10 0,0 1-19,-2-8 1,-1 3 0,1 0-538,0 2 0,-1 1 0,0 2 532,-1-3 0,-1 2 1,-1 1-1,0-4-565,0-1 1,0-3 0,-1 4 554,-1 1 1,0 4-1,0 0 1,-2-4 9,-1-3 0,-1-2 0,0 4-487,0 4 0,-1 6 0,0 0 1,0-5 471,-1-2 0,0-3 0,-1 4 4,-1-4 1,-1 4-1,0 2 1,-1-2-1,1-9-255,-2 12 0,-1-1 258,1-8 0,-1 7 0,0 0 0,0-4 34,0-6 0,1-4 1,0 3-45,-1 4 0,0 3 0,0 1 0,0-4 8,1-3 1,0-3 0,0 3-1,-2 13 1,0 2 0,-1-2-10,0-11 0,-2-3 1,0 1 10,-1 1 1,-1 0-1,0 0-7,0-4 0,0 0 0,-2 0 5,-5 3 1,-3 0 0,3-6-6,2-7 0,-1-2-10,-3 6 1,-4 3 0,3-6-8,-13 12-21,6-16 1,-5 3 0,3-5 15,-17 11 16,15-15 1,-4 2-1,1-5 248,-1-5 1,0-3-249,-14 5 0,-3-2 17,-7 0 1,-2-1-11,15-6 1,-2 1 0,-1-1 247,-5 1 0,-1 1 0,-5 0-239,13-2 0,-4 2 0,-1-1 1,1 1-1,3-1-11,1-1 0,4-1 0,0 1 1,-7 1-3,-4 1 0,-6 3 0,-4 0 0,0 0 1,4-1-1,7-2-339,-6 2 1,7-1-1,-8 2 330,15-5 0,-7 2 0,-3 1 0,-3 1 0,-1-1 1,3 0-1,3 0 0,6-3 3,-6 2 1,7-1 0,-1-1-1,-7 2 0,8-3 0,-6 2 1,-5 0-1,-2 2 0,-1-1 1,0 0-1,3-1 1,3-1-1,7-1-220,-15 3 1,9-3 0,0 0 0,-7 2 229,11-3 0,-5 1 1,-3 0-1,-2 1 1,0-1-1,1 0 0,2-1 1,4 0-113,-10 0 1,5 0 0,2-1-1,-2-1 1,-4 1-14,3-1 1,-4 0 0,-2 0 0,0 0-1,0-1 1,2 0 0,5 0-142,-3 0 1,5-1 0,1 0 0,-1-1 0,-2 0 264,-4-1 0,-4-1 0,-2 0 0,3 0 0,6-1 0,11 0 0,-4-1 0,7 0 0,2-2 0,0 1 0,0 0 0</inkml:trace>
  <inkml:trace contextRef="#ctx0" brushRef="#br0" timeOffset="20162">16266 7492 18537,'-17'-54'1634,"0"1"0,2 6 0,0 7-1074,1 14-381,4 14-151,5 14-11,3 8 50,-1 47-56,2-14-418,-1-3 1,-1 7-1,1-1 387,1 4 1,0 1-19,0-2 1,1 3 0,0-3-5,1 1 0,3-3-70,3 6 0,4-4-329,6-13 0,3-3 259,0-3 0,2-4-83,6-5 0,1-9-279,23-23 303,-9-9 81,-13-4 1,-1-6-346,4-7 0,-1-3 566,0-1 1,0-1-20,-3 1 0,-2 0 507,-5-2 0,-5 4-196,-2-4 530,0-9-687,-12 33 127,-10 11-233,-2 14 1077,-5 6-1122,2 13 316,3 9-361,4-4-5,5 22-6,3-26 5,19 25 0,5-31 6,19 3 12,-9-15 49,22-20-38,-29 0 80,1-10 1,-3-4 165,-7-13-90,-7 10 0,-3-1 6,-6-8 117,-15-7 90,-16 5-190,-10 3-56,-13 3-51,2 20-67,10 7 11,-8 10-39,24 8-33,-5 12-130,19 11-240,9 10 78,6-7-563,9-6 1,4-3-340,7 0-726,13-1 1,7-4-1369,-12-15 1,1-3 3320,12 3 0,-1-2 0,5-6 0,-21-2 0</inkml:trace>
  <inkml:trace contextRef="#ctx0" brushRef="#br0" timeOffset="20795">17551 7519 20655,'-8'-42'1305,"-1"-1"0,-5-1 0,-4 9-728,-10 18-5784,-20-2 5280,20 14 1381,0 6-1426,11 11 837,5 6-854,-1 16 6,8 8 11,2 8-28,7 5 6,6-3 3397,9-9-3398,8-10-3285,9-12 3353,-12-11 11,2-4 79,-9-12-51,6-6-62,0-1-11,3 1-22,-7 9-11,-2 12 3363,-4 2-3358,9 29-16,-5 2 2,-3-6 0,0 2-467,0 2 1,-1 1 432,-1 6 1,0 1-4,-3-8 1,-3 2-77,-4 3 1,-4 5-1,-2-3-889,-8 7 1,-4 0 916,1-4 0,-2 3 0,-3-3 40,-10 6 1,-5-6-1208,-6-8 0,0-7 1263,14-12 1,0-8 30,-34-18-130,40-35 91,12 3 0,5-3-20,3 4 0,6-3-439,7-9 1,5-5 0,0 5 436,-1 5 0,2 0-11,3-3 1,4-8 0,2 0 0,-3 5 12,-2 8 0,-1 3 0,1-2 20,9-14 0,1-4 0,0 4 442,-8 13 1,-1 1 0,0 1-434,2-4 1,-1 0-1,-1 2 8,0 0 0,-2 2 36,5-11 0,-4 5 157,-7 8 283,2-19-359,-15 35 2575,-6-9-2501,-5 23 1612,-3 2-1725,2 3 974,0 12-1046,4-2-1,-1 19-16,6 3 5,3 14-28,7 6-1783,3-20 1,2 0 1625,8 11-170,-1-15 0,1-2-1712,10 5 2056,9 2 0,-18-15 0,-4-6 0</inkml:trace>
  <inkml:trace contextRef="#ctx0" brushRef="#br0" timeOffset="20994">18016 7092 25494,'-15'31'-2458,"2"-9"0,39 5 1,-15-17-1</inkml:trace>
  <inkml:trace contextRef="#ctx0" brushRef="#br0" timeOffset="21320">18278 7205 21231,'5'-10'3434,"-1"3"-2605,-4 7-207,0 0-521,40 42-90,-23-19 0,10 11 0,1 3 29,-8 7-26,-7-9 0,-2 0 131,2 9-55,-5-3 95,-8-44-124,-1-9 242,0-43-180,-1 20-613,2-4 1,1 0 657,2-3-289,9-4 1,2 1 193,3 4-68,3 4 1,3 3 0,8 12-46,27 7 40,-15 13-59,1 14 1,-1 7-105,-1 8-856,2 16 0,-4 5-766,-10 6 1785,-8-3 0,-4-3 0,-10-14 0,-3 1 0</inkml:trace>
  <inkml:trace contextRef="#ctx0" brushRef="#br0" timeOffset="25578">4926 12742 19652,'-21'-45'1230,"1"1"1,0 2-1,4 9-989,10 25-84,2 6-95,10 17 5,7 16-22,8 21-23,-2-3-438,-5-2 0,-2 2 419,-6-11 0,-1 0-3,3 17 0,-3-1 17,-3-19 0,-2-2 86,-5 7 1,-4-4 142,-8 0 12,-12 5-62,1-32-79,0-21-33,-1-23-31,15 5 1,1-4 78,-1-15 1,1-2-105,3 6 1,0-4-535,3 6 0,0-6 0,0-2 0,2 4 535,0 0 1,1 2 0,1-3-2,-1 0 0,0-3 0,1 0 0,2 4-278,2-1 0,2 3 1,2 2 285,2-11 0,3 4-11,2 11 1,2 4-4,20-16 483,-10 27-510,13 10 2073,-6 20-2090,8 13 5,-9 7-50,-3 28 30,-20-22 1,-3 4-18,-7 25 0,-4 3 62,-4-5 0,-3 0-8,-1-13 0,-2 1 0,0-5 8,-2 0 1,-2-3 33,-12 12 0,-1-5-14,6-10-14,4-6 0,2-4-25,13-18 22,5-1 0,8-5-5,4 1 1177,17-2-1194,4-1-23,21-4-72,6-4-255,-24 1 0,2 0 27,3 0 1,0-1-309,2 0 1,0 0-477,-1-2 1,-1-1-866,-1 1 1,-1-2-1855,-3-1 0,-2 0-3312,13-6 7149,-14 3 0,-19 11 0,-5 3 0</inkml:trace>
  <inkml:trace contextRef="#ctx0" brushRef="#br0" timeOffset="26578">5394 12621 7136,'-8'-7'8940,"2"2"-5519,6 5-1730,0 0-793,-30-13-943,23 10 431,-18-11-364,38 12 1186,12-7-1191,9-7-17,-2-1 8,-7-2 1,-1-3 35,7-13 12,-11 9 0,-3-2 135,1-21 94,-12 0 141,-13 2 61,-9 5-262,-3 13 296,-21 2-286,5 18-73,-15 3-72,11 13-62,9 15-34,13-3 12,9 18-29,15-2-61,8 13 12,4-8-354,10-3 0,3-2-591,2-2 157,4 1 1,4-2-1550,15-7-313,-6-14 0,1-4 1322,-15-4 0,0-4-1312,20-10 1,-1-8 2000,-19-1 0,-3-5 364,9-7 1,-2-3 1155,-6 0 0,-4-2 1734,-6 1 0,-6-1-244,-5 2 0,-5 0-773,-5 2 1,-4 1 416,-12-28-671,-11 6-359,-10 10-219,-6 9-228,-2 13-108,-6 14-313,16 10 484,-4 19-478,21 11-34,2 17-1,6 10 218,9-27 1,2 0-257,9 26-1,12-10 81,6-15-42,-2-14 68,-3-10 325,-6-28-162,-8-6 33,-3-25-28,-3 1 167,1-1-290,1 7-67,2 9-23,5 13-34,-3 12 7,14 19 38,3 17-47,-8-4 0,1 3-547,4 7 0,1 2 518,4 7 1,1 1-45,4 4 0,0 5-107,-9-9 1,0 6 0,0 0 0,-3-4 69,-2-5 1,-2-2-1,-2 5-293,-1 3 1,1 6 0,-1 3 0,-4-2 0,-7-6 397,-8 0 0,-6-4 1,0 1 27,5 4 0,0 2 0,-6-7 44,-16 3 0,-7-14 31,-15-24-31,11-20 0,1-8-25,-12-16-339,17-8 1,6-7 307,12 6 0,6-3-47,0 7 1,2-2 0,2-1 24,3-2 1,3 0-1,1-1-16,5-8 0,2-1 0,0 3 18,1-1 0,3 0-17,3-4 1,5-5 0,-4 8 30,-6 15 1,-1 1 11,1 0 1,1-3 0,-5 3 384,-6 2 0,-4 3-282,-3-8 191,-14-1 33,1 29-2145,-6 1 1871,8 8 854,0 4-927,10 1 420,0 0-381,7 3-45,5 6-11,3 1-39,18 19-5,-11-11-214,4 5 1,0 2-101,-1-1-676,2 5 1,-1 1-423,-5-3 906,13 23 0,-25-36 0,3 3 0</inkml:trace>
  <inkml:trace contextRef="#ctx0" brushRef="#br0" timeOffset="26745">6583 11756 16341,'-8'-2'2991,"3"0"-957,5 2-4207,0 0-2255,-29-16 4428,32 16 0,-29-16 0,36 21 0</inkml:trace>
  <inkml:trace contextRef="#ctx0" brushRef="#br0" timeOffset="27046">6938 11685 26222,'-40'-22'101,"1"1"0,1 1 0,14 11-124,27 14 35,13 18-18,-3-9-5,23 17 22,4-8-20,-2-4 1,1-1-753,19 6 755,-14-7 1,-1 1-17,5 7-324,-24-2 0,-2 2 206,0 10-437,-25 1 1,-8 1-1081,-15 7 35,3-13 0,-2-2-881,-9 1-5271,-6-14 7053,18-18 0,2 1 0,12-4 0</inkml:trace>
  <inkml:trace contextRef="#ctx0" brushRef="#br0" timeOffset="27197">6926 11812 24839,'-26'-3'280,"7"0"-356,21 34 0,9 13-797,7 13-2167,-4-14 0,1-1 3040,-2-11 0,-1-3 0,4 8 0,-6-17 0</inkml:trace>
  <inkml:trace contextRef="#ctx0" brushRef="#br0" timeOffset="27430">7255 11335 23987,'-27'-43'967,"1"-1"0,3 5 1,4 9-811,7 19-141,7 8-10,6 12 28,18 31-40,-6-11 0,1 2-542,10 16 0,2 3 500,3 5 0,0 0-640,-4-9 1,3 2 214,4 3 1,4 4 0,-2-5-628,-6-9 0,2 0-995,0-2 1,6 6-1,0-2 1,-4-6 1720,-1-2 1,-2-4 0,8 7-1,-5-5 1,-10-12 0</inkml:trace>
  <inkml:trace contextRef="#ctx0" brushRef="#br0" timeOffset="29544">7497 11946 21104,'-30'-50'563,"1"1"1,4 1 0,8 6-536,22 10-61,28-21-96,4 16-540,-8 9 0,4 1 557,-2 4 0,1 3 16,2-2 1,-1 2 55,-1 0 1,-2 0 283,22-14-182,-21 9 618,-13-3-232,-18 12 117,-8-1-257,-5 10 899,-8 8-462,-1 6-193,3 0-238,4 0-230,10-4 39,3-2-78,17-1-23,6 0-11,20 0-11,9 3-5,-6 1-188,-6 2 1,0 3 187,2 2-15,1 5 0,-1 5-19,-9 12 11,-11-6 0,-5 2-142,-15 28 142,-19 4 39,-15-8 11,-9-14 17,1-17-16,13-15 33,2-16-34,18-10-5,5-14 5,24-21-16,8 1-1104,-5 19 1,1 1 1097,12-13-444,-7 11 1,1-1 448,-10 11 1,-1-1-84,9-10 0,-2 0 106,5-13 67,-14 14-34,-10 14 2301,-11 9-2099,-10 8 1180,-4 3-1342,-5 5 202,6 4-264,4 3 0,3 4-22,3-2 5,2 17-11,3-11 6,2 33-6,7-17-22,4 15 6,3-22-7,15 5-21,-1-19 27,15 2 1,-2-17-12,-1-13 0,-2-12 11,-6-11 12,-7-11-297,-12-8 324,-9-7-16,-6 29 0,-3 0 2,-2 0 1,-1 0 33,-1 2 1,-2 1 97,-9-20 39,1 17-11,2 13-55,4 12-1,3 5 258,5 3-353,3 0-6,2 1-5,0 4-17,0 4-11,-1 4 33,0 2-16,1-5 5,-2 0-28,2-6 62,-2 0-62,2-2 11,-2-1 34,0 1-56,-6 5 17,-1-1-6,-4 5 1,4 0-1,-1 1 11,0 3 17,-2 2-16,0 1 16,-3 3-28,0 0-22,0 3 39,0 1-6,0 4 6,-4 17-5,6-12 5,-3 21 11,7-19-17,0 9-16,3-5 11,3-11-12,7 6 12,4-15-11,8 4 16,10-11 12,-6-7-29,13-6 1,-8-9 5,7-8 0,-2-8 23,-4-4-12,-4-6 23,-10-17 0,-4 15 0,-7-17 16,-5 24 7,-8-10-12,2 16 39,-13-9-50,13 21 39,-7-10 5,10 12-10,-1-2-7,4 5-38,2 4-40,2 3 40,3 12 5,3 4-16,6 15-1,7 12 12,-5-12-12,10 15 6,-10-24-22,33 21 5,-21-26 6,24 9-34,7-23 34,-7-9 5,-14 2 0,0-5-1704,-6-7 0,-3-2 1710,8-9-214,-14-1 1,-4-2 213,-6 1-17,-3 0 0,-1-4 11,-6-2 1,-4-3 27,-4-14 0,-3-3-254,-1-3 1,-4-1 247,-1 14 1,-3-1 0,1 4-3,0 3 0,0 3 22,-7-8 1,1 4 2941,-3 4-2932,-1 2 542,11 16-588,8 10 34,7 11-34,2 3 779,8 22-779,10 13 0,1-1 0,2 5-925,2-1 1,1 0 924,0 1 0,2 0-40,3 1 0,4-1-134,9-3 1,0-3 64,-7-5 0,1-1-408,15 7 1,1-5 124,-23-15 0,-1-2-292,3 1 1,-1-1-1205,6 6-839,-19-12-903,-22-12 678,-21-9 4652,0-1-782,-25-7 1418,8 3-437,11 6 0,-1 0-482,-9-4-11,-5-1-381,27 6-286,2-6-666,11 4 0,16-10-23,13 0-10,30-16-40,-11 9-20,1 3 0,0 0-404,-4 1 416,-2 3 0,0-1-20,3-8 84,-6 3-12,-13 4 108,-15 9 162,-11 4 184,-2-1 275,-9 1 21,2 4-632,2 0 163,5 4-297,7 1 22,-2 5-11,3 6-16,4 12-29,2 0-44,17 24-1,-7-20-217,21 24-763,0-12-437,-1-2-4,-2-6 1472,-10-12 0,-16-13 0,2-1 0</inkml:trace>
  <inkml:trace contextRef="#ctx0" brushRef="#br0" timeOffset="29727">9357 10571 22856,'-8'-3'2694,"1"2"-2341,-23-12 0,-4-1-336,15 6-57,-16-7 1,5 4-123,27 11-292,11 9-2766,19 13-6611,8 2 8316,1 1 1,-13-14 0,-17-8 0</inkml:trace>
  <inkml:trace contextRef="#ctx0" brushRef="#br0" timeOffset="30087">9842 10630 21859,'-4'-7'4207,"1"1"-3451,3 6-185,0 0-386,-84 18-163,51 6-14,-14-9 1,4 3-48,30 21 5,15-12 23,5-1-6,27 1-22,12-17 44,8-1 29,-9-12-23,-14-13-11,-17-14 39,-7-5-22,-9-1 56,-26-13-28,8 25 27,-7-3 1,-1 2-28,3 6 39,-22-9-89,31 21-57,-2 3-28,14 8-223,7 11-1115,13 12-858,7 4 130,5 0 1308,8-1 0,-24-20 0,7 4 0</inkml:trace>
  <inkml:trace contextRef="#ctx0" brushRef="#br0" timeOffset="30428">10103 10587 27701,'-5'-8'106,"7"12"-100,15 24-6,11 20 0,-7-13-28,4 6-28,1-6 39,-13-22 39,5-16-16,-12-9 11,4-48 11,-2 9-294,-2 13 1,2-3 287,-1 6 0,1 1-11,2 1 1,1 2 5,16-20-17,7 14-6,-4 17 12,26 12-43,-16 18 1,2 6-284,1-1 1,1 2-1244,-6 2 1,0 4-1,-3-1 1563,2 5 0,-5-2 0,12 11 0,-20-15 0</inkml:trace>
  <inkml:trace contextRef="#ctx0" brushRef="#br0" timeOffset="36871">12031 13629 16572,'-21'-45'956,"0"1"0,0 0 1,-7-9-1,7 5-5709,12 2 4865,6 29 1403,4-2-1235,9 24 848,5 14-1015,3 6 27,7 31-98,-13-25 0,0 5-528,5 14 0,2 9 1,0-3 481,-2-9 0,-1-2 1,2 2-6,0 0 1,1 3-1,0 0 1,2-5-5,1-1 0,1-3 0,2-3 537,0-2 1,1-2 0,2-2-542,14 9 1,0-5 16,-9-10 0,3-3-13,4-3 0,5-2 0,-4-3 18,-11-4 1,1-3-5,10 3 1,5 0 0,-3-4-336,-3-6 0,-1-4 345,6-4 0,3-4 0,-2 1-11,4-1 0,0-3-344,1-5 1,3-3 0,0-1 341,2-2 0,0-2 0,-2 1 67,-7 4 1,-2 0 0,3-1-68,4-2 1,4-1 0,1-1-1,-4 2 4,0 0 0,-2 1 0,2 0 6,-4 1 1,2-1-1,2-1 1,1 0-208,-2 2 0,2-1 1,1-1-1,-2 1 1,-2 2 199,-4 1 1,-3 1-1,0 0 1,3 0 4,3-2 1,4 0 0,1-1-1,0 1 1,-5 2-2,-3 3 1,-4 1 0,1 0 0,6-1-194,3-1 1,7-2 0,4-1 0,-1 1 0,-1 0 0,-6 2 185,3-1 1,-6 2 0,1 0-1,3 0-66,1-1 0,5 0 0,0-1 1,-2 2-1,-4 1 63,-6 2 1,-5 2 0,0 0 0,3 0-104,2-1 1,2-1-1,2 0 1,-1 0 0,-3 1 104,5-2 0,-3 1 0,0 0 1,4-1 3,1-1 0,4-1 0,1 0 0,-2 0 0,-4 0-31,-5 2 0,-4 0 0,-1 0 0,0 1 32,1-1 1,-2 1 0,3-1 0,3-2 37,1-1 0,6-3 0,3-1 0,-1 0 0,-3 1 0,-7 3-24,6-3 1,-6 3 0,6-4-1,-5 3 0,5-4 0,5 0 0,-1-1 0,-2 1 0,-6 2-7,-3 0 1,-4 3 0,-2-1 0,5-1-2,-3 1 0,4-2 1,1-1-1,0 1 1,-1 0-1,-4 1-6,6-1 1,-4 0 0,0 1 0,3-2-1,1 0 0,2-1 1,2-1-1,-1 0 1,-3 1 5,3 0 0,-3 0 1,0 0-1,0-1 6,1 1 0,-1-2 0,1 1 0,-2 0-5,-2 2 1,-1 0 0,-2 0 0,-1 0 38,7-4 1,-2-1 0,-3 1 203,7-7 0,-1-3-151,-4 2 0,2-4 0,-1-2-17,-4 0 0,-2-1 0,-1-2-28,-3 3 0,-2-1 0,-3-1 14,-6 0 1,-3-1 0,-6 3 540,-3 6 0,-8 2-555,-10-6 0,-8 4-33,-12 6-18,-14 0 1,-3 1-73,-7-2-435,-7-3 1,-3-3-2879,19 8 0,3 0 3380,-5-1 0,3 2 0,-5-12 0,29 27 0</inkml:trace>
  <inkml:trace contextRef="#ctx0" brushRef="#br0" timeOffset="37421">17664 14368 18990,'-17'-42'925,"0"1"0,0-1 1,-3-3-1,-1 1 0,4 9-645,3 9 542,-9-8-766,20 42 205,7 16-210,7 27-35,-3-14 1,2 4-592,0 11 1,1 3 460,-4-13 0,1 2 0,-1 0-484,1 5 1,0 0 0,0 2 597,3 6 0,-1 1 0,0-6 0,-2-4 0,0-3 0,1-5 0,0 1 0</inkml:trace>
  <inkml:trace contextRef="#ctx0" brushRef="#br0" timeOffset="38903">17481 14288 9699,'-2'-3'7746,"1"0"-4441,1 3-3059,-11-61 29,8 44-264,-8-44 84,12 71-67,1 2-67,0 28-62,-1-9-1100,-4 20 0,-1 2-659,1 1 1009,-1 9 1,1-3 0,2-30 0,1 13-1</inkml:trace>
  <inkml:trace contextRef="#ctx0" brushRef="#br0" timeOffset="39128">17483 15336 16605,'-6'7'4005,"2"-1"-3042,4-6 91,0 0-1004,29-58-168,6 25 56,-12-2 1,2-2-456,5 13 0,2 1-721,8-10 1,1-2-1365,5-5 0,1 0 1019,1-2 1,-1 1 1582,-4 2 0,-5 5 0,-8 7 0,-1 1 0</inkml:trace>
  <inkml:trace contextRef="#ctx0" brushRef="#br0" timeOffset="39662">18780 13769 23047,'-16'-61'1030,"0"0"1,4 9-1,-1 13-923,-1 26-90,8 17 11,8 28-17,3-5 3,6 16 0,2 3-1236,4 5 1141,2 5 0,2 1-31,-9-26 0,0 1-1324,11 19 0,3 10 0,-1-7-133,-6-14 1,0 1 1433,6 9 1,2 5-1,-5-11 1,-3-8-1,0-2 1</inkml:trace>
  <inkml:trace contextRef="#ctx0" brushRef="#br0" timeOffset="40003">18833 14603 21677,'-14'-58'269,"-1"-1"0,12 15 0,4-2 0,7 8-258,12 10 0,6 4-1979,2-9 0,2 1 1948,-3 7 1,3 0-106,3-2 0,4-3 0,-2 1 41,1-2 1,-1-2 21,1 0 0,3-3 0,-6 2 388,-8 3 1,-6 1-210,4-16-4,-16 18 352,-22 8 1752,3 13-1159,-19-8 774,16 6-992,-4-7-337,13 6-470,4 3 23,12 7-45,-1 6 17,20 21-28,-9 6-84,9 22-44,-14-14-730,-5-9 1,-1 0-4362,3 8 5219,3 10 0,-8-28 0,-3-12 0</inkml:trace>
  <inkml:trace contextRef="#ctx0" brushRef="#br0" timeOffset="40186">19343 13469 22884,'21'21'-856,"5"19"1,-18-30-1,2 10 1</inkml:trace>
  <inkml:trace contextRef="#ctx0" brushRef="#br0" timeOffset="40961">19628 13675 25309,'20'-38'13,"0"-1"0,-6 4 0,3 11-2,29 39-11,-18 9 12,6 29-1,-21-14 1,-14 23-1,-13-21 11,-9 6 62,-1-15 28,6-21-95,9-14 22,6-24-22,6 3 39,2-7 0,2-3 67,3-21 20,0 8 0,1 0-54,-1-6-22,-2 20 1,1 3 5,3 2-34,6-2-17,3 9 1,14 6-18,-8 8-5,16 5-5,-14 11-3387,13 15 3392,-17-3-17,4 18 22,-19-10 18,-2 7-23,-5-3 22,-7-7 29,0-10 3385,-2-9-3385,0-9-1,1-8-16,1-11-6,2-7 5,2-7 35,8-8-63,-2 14 12,14-9-6,0 17-16,11-3 21,5 7-10,7 7-12,3 6 18,11 10-7,-19-1 1,8 8-6,-23-6 22,4 1 6,-11-6 17,5-16-28,-13 0 39,8-25-17,-4 0 17,-1-15 34,-5-3 33,-8 23 0,-2 1-28,-1-10 118,-12-7 11,5 29-39,-1 0-84,5 11-62,4 7-39,2 7 0,4 14 0,4 11-45,13 26-5,-1-16-228,5-8 1,3-3-132,5-8-411,4-4 0,4-3-2901,-6-8 1,0-4 3720,6 2 0,-2-1 0,12-2 0,-21-1 0</inkml:trace>
  <inkml:trace contextRef="#ctx0" brushRef="#br0" timeOffset="114635">18833 4989 23030,'-28'-38'285,"1"1"1,9-15 0,13 3-191,26 6-1325,2 1 1,5-9-1,-2 5 1247,-3 6 0,2 0-6,-1 0 0,5-5 0,1-1 1,-1 3-5,4-4 1,0 3-1,5-3-336,-4 5 1,4-3-1,2-1 1,0 1 0,-3 3 322,-2 3 0,-2 2 1,0 1-1,6-3 3,0 1 0,6-3 0,2-2 1,-1 1-1,-1 4 0,-6 4-1,2-1 1,-4 6-1,4-3 1,0 1 1,5-4 0,2-1 0,0 2 0,-5 4-113,5-1 1,-4 3-1,4 0 105,-1 1 0,4-1 1,-1 1-1,-3 2-239,-4 3 1,-2 2 0,0 1 251,6-2 1,2 2 0,-7 5 974,17 3-994,4 4 21,-30 8 18,-10 6-7,-17-2 1911,0 4-1731,-5-5 2174,1-1-1990,-8-2 1359,-2-1-1655,-31-4-50,11 0 2,-3 0 1,-5-1 61,0 0 0,0 0-285,-24-4 296,19 2 0,2-1 9,7-1 229,-15-13-190,28 4-57,-1-15-94,16 14-17,9-7 16,1 17 306,20-3-322,0 8 0,33 12 11,-16 0-157,-6 4 1,2 1 136,-7-2 1,1 0-496,18 8 1,1 1 413,-16-7 1,-1 2-693,17 13 0,-6 2-310,-14 0-1950,-10 2 1,-5 2 3052,-14 6 0,-1-5 0,-7-15 0</inkml:trace>
  <inkml:trace contextRef="#ctx0" brushRef="#br0" timeOffset="115198">21679 2540 22408,'16'-57'485,"0"-1"1,-5 10-1,4 5-418,9 11 1,3 5-823,15-9 755,-8 10 0,2 1-78,11 0 113,-3 8-248,-24 10-483,-7 5 393,-10 3 292,-6 5 22,-2 1 28,-9 7-5,5-4 738,-19 24-632,14-13 92,-4 9 1,0 2-99,4-1-17,2-1 1,2 3 106,2 27-360,5-28 0,2 2 156,2 5 0,4 1-40,4 4 0,3-1-58,7 16-54,-7-24 1,2 0-1992,3-2 0,2-2 2123,-1-4 0,0-1 0,13 23 0,-9-24 0</inkml:trace>
  <inkml:trace contextRef="#ctx0" brushRef="#br0" timeOffset="115607">22437 2434 25416,'-19'43'16,"-1"1"1,2-4 0,6-3-28,16 0-28,13 6 10,4-22 29,14 4 7,-8-17 54,16-15-27,-21-3 162,22-27 11,-27 4 34,2-17-129,-16 17 134,-17-11-173,3 22 140,-26-18-135,10 24-16,-15 0-45,15 11-17,-5 10-45,5 13-39,4 7 0,5 4-717,16 14 212,9-20-3214,31 23-2473,-8-30 6276,25 6 0,-34-18 0,0-2 0</inkml:trace>
  <inkml:trace contextRef="#ctx0" brushRef="#br0" timeOffset="115831">22920 2169 20162,'-3'-10'2307,"-9"-26"1,-1-4-1445,1 14-608,-2-13 0,0 4-26,4 24-173,5 8-61,3 10 10,2 11 1,3 19-23,3 16-8,-1-19 0,0 2-358,2 5 1,0 1-182,1 4 1,0 1-568,0 3 0,1-2 372,-2-10 0,2 0-4157,8 8 1,2-4 2708,-1-9 1,8 8 0,-21-37 0</inkml:trace>
  <inkml:trace contextRef="#ctx0" brushRef="#br0" timeOffset="116790">23298 2262 18924,'-6'-5'2036,"-27"-6"0,-6 0-1627,9 6-68,-22-3 1,-3 5-163,14 15-83,-12 11-68,26-1 28,6 21-56,14-18-23,3 33 6,15-26-5,12 12 0,2-22-85,32-3 46,-23-14-107,5-4 0,2-3-135,7-13 132,-8-2 1,1-4 136,-9-2 0,-2-3-1640,-2-1 1,-2-1 1729,8-17 6,-20 11 425,-7-8-78,-5 17 16,-5-10 96,-13 25-392,2 5 45,-9 6 3325,7 5-3471,1 2 28,-3 13-62,13-8-44,5 21 27,14-11 1,14 6-17,11-13-29,8-8 40,4-11 40,-3-10 10,-8-8 51,-13-8 16,-13-3 1,-13-3 33,-11-2 107,-14-4-146,4 14 84,-10-2-67,15 20 128,-12 0-206,13 9 21,-16 14-32,18-3-24,-11 30 18,13-7-12,0 20-22,8-5 12,11 1-7,1-13-162,33 6-83,0-23-1402,-10-8 1,2-3 1350,16-4-868,-2-16 0,0-5 756,-2-3 76,3-6 0,-1-4 296,-22 9 0,-4-1 59,6-6 0,-1-2 84,-6 3 0,-4-2 252,7-24-95,-14 15 745,-7-7-617,-3 25 623,-5-11-751,1 22 2532,-3-1-2773,4 10 981,0 8-964,2 1 450,1 27-451,2-1-32,4 19 10,-1-17 17,5 12-11,-3-24 17,2 6 11,-4-22 101,2-13-96,-1-5 23,19-31-39,-10 13 16,8-8 1,2-1-6,-1 3 20,8-3 0,1 3-15,-4 6-1696,2 4 1,-1 3 1674,-8 9 10,20 9-22,-21 19-6,3 4-652,-13 9 0,-5 2-1005,-2 1-4096,-4 28 5759,-14-28 0,6-17 0,-2 0 0</inkml:trace>
  <inkml:trace contextRef="#ctx0" brushRef="#br0" timeOffset="118232">22024 2331 5979,'7'8'8844,"-2"-2"-7025,-5-6-418,0 0-125,-68 11-906,45-6 476,-23 4 0,3 1-622,29-6 348,-10 6-471,19-9 841,0 2-897,4-3 134,6-5-134,8-6-17,4-3 6,16-12 10,15-11-307,-23 18 1,1-1 270,6-3 1,-1 0 2,8-5 51,1-1-34,-19 14 297,5-5 190,-16 12-414,-6 1-56,-14 7-51,-4 4 34,-20 9 587,5 1-604,-10 5-22,13-4-6,10-4-6,8-5 18,5-3 10,2-2 1,0 0-12,-3 4 12,-3 2 22,-3 4-22,-2 0-6,-8 5 5,9-7-10,-5 2-7,14-9 1,2-2 11,2-8 34,0 0-17,1-7 11,-1 4-12,-1 2 52,-2 0 10,-1 3 12,-2-2-57,1 4 135,2 0-50,0 2 118,1 0-225,-1 8 6,2 1 11,3 15-23,-1-5 26,5 15 0,0 4 8,4 19-273,-2-7 1,1-1 261,0 14 0,-4-23 0,0 0-11,0 2 0,1-1-15,0-1 1,1-1 5,1 4 1,1-3 8,4 10 22,-3-11-28,-4-14 23,-3-8 375,-3-7 296,-1-5-621,-5-16-56,0 1-11,-4-17-9,-2-4 1,0-3-9,-7-25-79,3 10 1,-1-2 89,4 14 0,1 2 6,-6-20-210,-3-1 249,4 14-33,3 10 10,0-1-38,10 25-12,-1-1 11,3 8 671,2 5-676,10 12 252,0 0-246,22 35-12,-7-6 8,-7-10 1,0 0-6,-4-3 0,0-1 14,6 16 8,-8-14 1,-1 0-15,0 7 18,1 13-1,-9-23 11,-4-11 79,-1-9 17,-4-7-51,-6-11-22,-10-11-23,1-4-3,0-7 1,0-4-12,6 6 1,1-2 13,-8-24 1,3-1-406,7 23 0,2 1 400,1-9 0,1 4 11,2 9-34,2 5 6,0 12-11,2 12 5,4 11-22,7 13 17,8 17 22,6 16-101,-12-24 1,0 1 16,0 5 1,-1-1-66,-3-7 1,-1 2-2003,2 17 1,-2 0 1523,-1 7 1,-3-23 0,-1-4-1,-1-7 1</inkml:trace>
  <inkml:trace contextRef="#ctx0" brushRef="#br0" timeOffset="154223">22040 4197 10709,'33'-41'666,"0"0"1,0 0 0,0-1 0,5-5-1,-2 2 1,2 4-1146,-4 10 0,2 3 1,4-1 599,6-4 1,5-2 0,1 0 0,-4 3-452,-4 2 0,-3 2 0,8-4 322,-9 7 0,7-4 1,3-3-1,4 0 0,0-1 1,-1 1-1,-3 2 0,-5 3-374,13-7 1,-5 5-1,-1 0 1,3-2 367,-6 4 0,2-2 0,2-1 0,0 1 0,-3 0 0,-2 4-47,7-4 1,-3 3 0,-2 2 0,-6 2-56,8-4 0,0 0-11,3-1 0,6-4 0,-9 5 457,-16 8 1,-2 0-460,22-10 0,-12 2 903,-34 17-953,-6 2-17,-36 18-476,-5 6 0,-11 7 0,0-1 142,6-2 1,-1-2-1,-4 4 67,3-2 0,-4 2 1,-3 1-1,1 0 1,4-2 157,-10 5 1,2-2 0,-2 2-7,10-6 1,-3 3 0,-1 0 0,1-1 0,4-1 310,-6 2 0,4-1 0,-7 4 0,4-2 0,-6 4 0,-4 1 0,0 2 0,2-3 0,7-2 0,5-3 0,6-3 0,-1 0 0,-7 5 41,4-2 0,-6 4 0,-4 2 1,-2 2-1,1-1 0,1 0 1,4-2-1,7-3 275,-5 3 1,6-3-1,2 0 1,-4 1-585,-2 2 1,-5 2-1,0 0 1,4-1 0,7-4 709,-8 8 0,9-3 498,6-2 0,5-1-811,0 3 1007,1 7-138,33-32 1079,21-18-1292,0-3-371,19-17 0,6-5-283,-20 14 1,4-2 69,6-3 1,10-6-1,5-3 1,0 1 0,-4 3-113,-5 3 1,-2 2 0,0 1 0,3-3-64,1 0 1,5-3 0,0 0 0,-1 1 0,-3 2-196,-4 2 1,-2 2 0,0 0 0,3-1 189,1-1 0,4-2 1,1-1-1,-1 2 1,-5 1-15,7-3 1,-5 2-1,9-4-12,-17 10 0,6-4 0,4-2 0,2-1 0,0 0 1,-1 1-1,-5 2 0,-5 2-295,5-2 0,-5 3 0,-2 0 0,4-1 284,2-1 0,4-3 1,1 1-1,-3 1 0,-7 3-40,11-6 0,-7 2-908,-3 1 1,-5 2-8540,3-5 9503,8-6 0,-43 27 0,-5 7 0</inkml:trace>
  <inkml:trace contextRef="#ctx0" brushRef="#br0" timeOffset="176924">21166 2311 17417,'-23'-48'1715,"6"7"-1508,19 37 151,1 0-319,-2 3 124,0 5 16,-1 4-5,0 14-141,0-5 29,3 14-17,1-15 156,14 30-83,-3-11-51,6 12 0,-7-11 59,-3-1 0,0 1-20,4 23-410,-2-11 1,1 2 336,-4-12 1,1-1-6,1 1 0,1-1-11,8 22 2,-5-25 1,0-1-9,5 6 14,9 8 1,3 3-7,-11-20 1,0 0-1200,10 13 1,-2-1 1190,7 7-1168,-17-14 0,-1-1 1185,3 11-668,-4 7 0,-1 0 668,-8-7-539,-1 2 1,0-1 543,-2-11 72,2 2 0,1-3-77,1-6 637,5 5 0,3 0-575,6 0-45,-5-6 0,1-1 22,11 7-39,-9-8 1829,2 3-1773,-5-2 2647,-1 0-2681,-2 2 2105,-9-11-2127,1 3-56,-3-10-140,3 1-527,-1-8-2677,3-6 2524,1-5 0,-4 1 0,-1 1 0</inkml:trace>
  <inkml:trace contextRef="#ctx0" brushRef="#br0" timeOffset="178231">20694 2312 13911,'30'-30'349,"-1"0"0,-6 4 0,1 4 245,28-2-241,-8 3-565,-10 4 1,2 0 320,0-1 0,0 0-22,7-5 0,1 1-37,-8 3 0,2-1-427,4-3 1,4-1-1,-1 1 566,5-4 0,1 1-877,-10 5 0,1-1 0,-1 2 833,4-3 1,1 1-6,0 0 0,4 0 0,-5 1-115,-6 3 0,2-2-476,8-1 0,10-5 0,0 0 0,-11 5 459,-9 4 0,-1 1-126,13-6 1,7-2-1,-6 3 2,-6 2 0,-1 1-240,2 0 1,2-2 0,-2 2 234,1-1 1,0 0 41,-6 3 1,3-2 0,-4 3 516,-2 0 0,-2 1-433,9-4 1,0 1 2,-5 1 1,-1 0 19,-3 1 0,-2 0 22,17-7 762,-14 5 0,0-1-764,-9 3 0,0 1-14,15-8 0,0 0-37,-14 7 1,0 0 25,17-7 0,-1 2 5,2-1 6,-3 4 0,2-1 330,-13 5 0,0 1-269,6-2 0,-1 1-42,-7 2 1,-2 1 204,25-6 2667,-34 10-2505,13-2 896,-13 3-1086,10 0 5,-3 0-146,-3 1 622,14-1-526,13 1-124,4 2-27,-24 1 0,1 0 106,14 4 50,-7 3 199,-8 6-193,-5 3-73,-10-3 118,7 8-168,-12-10 84,20 14-135,-15-12 40,26 15-57,-21-14 34,31 19-33,-29-18 34,31 18 5,-29-16-17,9 7-17,-20-12 146,-2 7-17,-4-5 50,8 11-145,-5-10 17,11 7-29,-9-12 6,13 11 6,-2-1 17,15 12-57,-13-7 43,-4 2 0,-3 3 24,-6 3-44,8 16 90,-19 3-68,-2-22-16,-1 8 0,1 2-29,-1 16 0,1-6 1,1 0-506,1 11 506,0-18 0,0-1 10,0-3 6,-1 0 1,-2 0 5,-2 0 3,-3 2 0,-5 1 25,-11 4-122,3-13 0,-2 1 83,-1-7 0,-2-1-737,-2 1 0,0-1 720,-15 12 153,10-11 1,0-1-137,-13 9-12,11-9 1,-2 0-192,4-4 0,-2 0 186,-14 8 0,-2-1-602,14-8 0,-1 1 613,-3-1 0,-3 2 1,3-3-1,8-3 0,-2 0-4,-16 9 1,-6 4-1,6-4-1,15-6 0,0-1-1,-11 8 1,-5 4-1,9-5 911,5 2-913,7-4 0,2 0-9,4 0 6,-2 1 0,0 1-5,-3 2-175,-9 5 1,-4 1-373,11-13 1,-1 0-2258,-14 9 0,-2 0 2809,10-9 0,4-2 0,-11 5 0,19-10 0</inkml:trace>
  <inkml:trace contextRef="#ctx0" brushRef="#br0" timeOffset="179839">23366 4316 22027,'-5'-33'182,"0"1"0,-2-17 177,42 82-309,-15-9-14,4 14 1,0 3-604,-8 2 547,-4 12 1,-4 2-4,-7-4-2,-10 5 0,-4-2 36,-6-10 59,-9-2 0,-3-4 9,0-12 16,2-6 0,-1-3 28,4-10 531,-19 0-407,24-9-46,-6 0-72,17-1-101,4 3 11,2 2 490,-1 11-501,2-5 73,5 13 0,7-16-17,4 3-17,5-8 191,40-14-169,-5-9-442,-7 3 0,1-4 401,-7-3 0,-3-1-26,-6 3 1,-2 0 2,-2 1 0,-1-2-1488,2-7 1,-2 1 1552,5-7 36,-4-7 1,-4 1 24,-11 6-95,2-14-6,-13 33 17,-4 7 245,1 5-916,-2 1 2420,3 13-6129,1 9 4365,3 7 0,-2-5 0,1-7 0</inkml:trace>
  <inkml:trace contextRef="#ctx0" brushRef="#br0" timeOffset="180323">23400 5594 23567,'-59'-18'487,"0"-1"0,3 4 1,6 9-320,1 31-123,13 0 28,0 14-51,20-8-16,-1 13-18,15-6 7,10 0 5,3-10-17,15 4 6,-8-14-15,12 3 1,3 1 3,11 4 16,-7-5 1,-1 0 22,7 7 22,-17 0-11,-24 2-17,-26 4 0,-18 5-22,14-17 0,-2-1-278,0 0 0,-1-2 163,2-3 0,0-1-137,-13 3-2678,8-14-475,24-10 3416,4-11 0,8 7 0,2-1 0</inkml:trace>
  <inkml:trace contextRef="#ctx0" brushRef="#br0" timeOffset="181048">23591 5349 25942,'-12'47'32,"0"1"0,2-1 0,5 0-32,11-9 0,4-1-645,-2 4 1,2-1 549,0 1 0,1-1 8,-3-9 0,1-1-188,3 4 1,0-2 324,2 1-1198,12 17 1126,-16-33-45,2 1 56,-18-27 106,-4-8 672,-6-7-599,0-6-67,4 5 297,-1-11-253,9 18 219,-1-11-246,4 18-90,2-2-17,4 6-22,5 0 5,10-4-22,10-4 11,0 0-22,3-3 0,1-1 22,6-3-1166,7-8 1,0 0 1194,-9 3 38,-4 1 0,-4-1 102,-15 6 10,-6-6-78,-17 19 236,-32 8-51,-1 12-152,9-3 1,0 2 2319,-12 11-2350,15-3 0,1 3-37,-2 10-22,-7 16-22,23-10 0,14-6-1,13-6-10,13-8 10,12-10-5,10-9 11,5-10 29,-2-10-7,-14 0 174,-3-16-123,-23 16 107,-1-22-85,-20 18-11,-7-5-27,-9 9-40,-4 7 0,2 4-6,3 4-50,8 3-190,7 1-51,6 1-1725,12 1 510,1 0 636,25 0 0,-21 0 0,10 0 0</inkml:trace>
  <inkml:trace contextRef="#ctx0" brushRef="#br0" timeOffset="181398">24361 5329 23248,'-4'0'2420,"0"0"-2241,4 0-145,8 6-29,4 1-16,28 21 6,-15-9-12,0 10 0,-2 4 11,-11-4 6,-7 34 28,-26-30 40,-14 0-7,4-13 337,-14-17-320,29-9 62,-9-28-112,25 12-28,8-25 11,1 21-27,13-16-29,-6 17-283,6-5 1,4-1-643,10-7-1199,-5 8 0,1 1 634,8-2 1498,-2 8 0,-2 3 1,-12 5-1,23-9 1</inkml:trace>
  <inkml:trace contextRef="#ctx0" brushRef="#br0" timeOffset="182189">24861 5128 24671,'-2'54'235,"6"-7"-39,12-35 107,2-4 10,5-9-111,-2-12-124,-5-3 68,5-13 5,-5 0 96,4-19-163,-9 15 190,-4-16-179,-10 29 68,-7-8-35,-6 17-32,-10 3-52,-10 11-10,-5 10-12,-3 11-27,7 6-1,11-5-22,12 11 6,15-11-90,16 21-123,10-12 50,6-1-246,17-3 128,-19-19 1,1-1 75,0 0 0,3-2-421,9-2 0,5-3 0,1-3-755,-3-5 1,1-3 0,-1 1 1204,1 1 0,0 1 1,-1-2 58,-4-3 1,-2-2 0,-2-1 96,3-7 0,-5-2 496,12-15 294,-20 6 0,-6-3 243,-14-15-106,-16-12-482,-5 19 286,-7-11-67,0 13 73,-15-3-483,-2 20-144,-2 14-12,3 18-12,9 6 1,0 6-40,-1 3 1,2 2-1279,-2-1 1,2 0 1272,-11 26-1896,27-4 1885,8-18 433,14 1 0,7-4-438,17-11 16,17 6 11,3-32 8,-29-5 1,-1-4 2,-1-2 1,-1-2-716,-3-2 0,-4 0 744,-2-21-3,-13 9 1,-5 0 18,-1-16 89,-5 7 1,-3-8 0,1 6 529,1 16 1,0 1-583,-3-9 1,-2-5 0,1 8 46,-2-2 14,1 9 1,-2 2-166,-3 0 2007,0-1-2007,9 19 3141,10 16-3141,4 4 0,12 23 0,0 0-10,2 6 0,5 10 1,-1-1-894,2 7 0,0 3 608,-1-6 0,1 3 0,-1-3-444,0 7 0,-1-1 739,-5-12 0,0 2 0,-2-7 0,7 20 0,-7-18 0,1 1 0</inkml:trace>
  <inkml:trace contextRef="#ctx0" brushRef="#br0" timeOffset="182615">26857 4334 26004,'-18'37'-13,"0"-1"0,3 2 0,6-1-127,27 21-286,-7-23 0,2-2-1954,7 15 2380,-7-16 0,0-2 0,1 2 0,-4-6 0</inkml:trace>
  <inkml:trace contextRef="#ctx0" brushRef="#br0" timeOffset="182956">26855 4082 21187,'-5'-2'2380,"0"0"-1876,5 2-470,-34 29 0,33-10-18,-27 18 68,54-13 40,-5-15 105,8 1 85,-8-14 55,-5-14-257,-8 0 113,-2-17-18,-9 8 0,-2-8-5,-3 4-28,-2 8-124,2 10-67,-3 7-89,4 14-331,-4 11-913,5 14-2067,5 7-862,6-5 4279,9 1 0,-6-23 0,1 0 0</inkml:trace>
  <inkml:trace contextRef="#ctx0" brushRef="#br0" timeOffset="183298">27290 4163 18548,'5'-10'3294,"-2"1"-1165,-3 9-2023,0 0 630,10 33-719,2 2-6,-1-2 0,0 2 47,0-5 0,1-1-63,10 27 1240,-5-17-1056,3-4 151,-12-25-38,3-11-203,-7-12 59,0-17 1,0-4-76,1-2 5,1-3 1,1 0 44,3-3-78,5-3 287,3 12-309,3 13-35,-3 11-212,34 13-16,-23 3-348,4 3 0,1 4-2566,5 18 2475,-16-5 1,-2 1 0,3 3-1,-10 3 1</inkml:trace>
  <inkml:trace contextRef="#ctx0" brushRef="#br0" timeOffset="184499">23903 7696 24307,'-33'-39'401,"1"-1"1,6 2-1,0 14-154,-10 39-175,6 10-58,6-1 0,0 2-2,-9 20-12,7-1 0,1 4-37,9-12 1,1 1-1317,-4 18 0,2 0 1207,7-20 0,6-2-657,9 10 1,11-4-212,10-15 0,5-3 642,-3 4 0,2-4-65,8-7 0,2-8-857,5-5 0,0-6 1064,-8-3 1,0-3-907,15-5 0,-3-2 1290,-20 2 0,-3-3 773,2-7 0,-4-2 714,-4-4-89,1-10-886,-20 25 2482,-17 6-2790,2 11-107,-4-1-144,10 4 3329,6-2-3374,1-1 84,8-7-96,1 0 17,32-29 6,0-4-1197,-9 7 0,1-2 1124,-10 9 0,-1-3 9,1-10 0,0-6 1,-4 4-372,-5 9 1,-2-1 381,4-19 1,-1-9-1,-4 9 31,-6-10 30,-6 7 0,-4 2 7,-14 3 130,-10-2-83,4 22 195,-11 7-195,18 15 1938,-3 0-2090,15 6 952,4 19-919,1 10-22,2 5 1,1 3 0,3 14-90,2-10 0,3 1 134,14 14-1681,-6-20 1,1-1 1618,14 18-173,-3-18 1,2-3 100,17 5 39,-12-14 0,0-3-22,11-4-18,-13-16 1,-2-5 73,1-5-965,0-10 0,-2-3 1009,-7-2 1084,-4-5 0,-2-2-1039,-9-2 84,1-15-56,-11 23 637,-6-4-306,0 13-146,-2 0-230,5 9 3353,1 8-3408,3 8-51,2 1-34,10 24-134,3-4-515,14 16 84,-5-15-4543,23 10 5198,-8-14 0,-3-1 0,-13-13 0</inkml:trace>
  <inkml:trace contextRef="#ctx0" brushRef="#br0" timeOffset="184690">24855 7140 19949,'-5'-4'1630,"1"1"-341,4 3-3423,8-27-454,1 26 2711,20-11 1,-17 21-1,7 5 1</inkml:trace>
  <inkml:trace contextRef="#ctx0" brushRef="#br0" timeOffset="185623">25193 7253 25942,'25'46'482,"28"-32"-443,-9-47-17,-13 9 1,-2-3 22,2-19-12,-14 0 18,-18 1 16,-16 5 6,-15 10 16,-13 12-38,5 9 66,-11 8 51,9 9-145,4 2-18,8 9-5,19 5 0,6 8 0,6 9-11,4-6-112,18 22-207,6-19-775,-4-10 0,2-2 606,15 3-143,-12-15 1,2-4-961,20-1-134,10-9 996,-19-7 244,-14-14 1,-5-5 585,-4-1 94,-3-5 1,-2-3 476,-10-12 48,-3 10 0,0-2 591,0-19-79,0 0 1182,0 33-2072,-1 12-107,-1 9 24,1 6-164,4 7 11,5 8-39,6 9 213,5 6-246,-3-6-6,10 10-17,-14-19 140,15 8-34,-20-19 124,4-3-141,-13-16-22,1-13-22,-1-12-22,0-5 16,0 2-17,1 12 29,3 3-7,9 10-16,4 3-22,7 5-6,-4 8-34,17 14 34,-16-3 12,21 19 4,-18-15-5,23 4 1,6-4-12,8-7-429,-4-2 1,-2-7 405,1-27 35,-13-17-4,-26 17 0,-4-2-2,2-22 27,-15 3 1,-5-2-11,-7-7-5,-2 13 1,-5-6 0,0 3 14,-4 5 1,-1 1 5,2 4 0,-2-3 0,0 4 34,-4-2 0,0 4-9,5 7 1,1 3 80,-10-10-38,12 15-79,10 14-17,10 15-11,14 31 0,-1-6-185,2 0 1,3 2 178,-3-8 1,2 1-15,8 7 1,2 1-23,3 2 0,3-2 9,4 0 0,0-2-253,1-2 1,-1 0-494,-2-3 1,-2-2-1362,-3-4 0,-3-2 1383,15 12 0,-19-16 1,-10-10-1</inkml:trace>
  <inkml:trace contextRef="#ctx0" brushRef="#br0" timeOffset="185914">26173 6587 23976,'-39'-4'1235,"-1"-1"0,-19-9-1055,70-8-18,22-8-95,-5 10 0,4 1-470,8-2 0,2 0 470,3 0 1,0 1 24,-1 1 1,-2 1 2,-7 3 0,-2 1 293,14-7-270,-20 6-62,-15 7-39,-7 5-398,-4 1-159,-1 2 1,0 0-1</inkml:trace>
  <inkml:trace contextRef="#ctx0" brushRef="#br0" timeOffset="192898">25739 1676 18067,'5'-44'633,"1"-1"0,1 3 0,3 5-499,9 10 12,7 3 0,3 2-79,6-3 5,14-4 1,2 2-28,1 3-1898,-9 8 0,6-1 0,-4 2 1861,-11 6 0,0 1 12,19-4 1,9 0 0,-7 2 527,-14 4 0,-1 0-537,5 0 0,7 0 0,0 0 1,-7 1 183,0 1 1,-1 1-203,3 0 0,7-1 0,0 2 0,-7-1 4,-3 2 1,0 0 0,1 1 1,7 1 0,1 0-1,-5 1 13,10 4 1,0 2-663,-3 0 0,4 0 1,-4 2 664,-2 1 0,-2 3 8,-2 1 0,3 2 1,-6-2 825,-9-2 1,1 0-812,14 5 0,8 3 1,-7-3-8,-16-6 1,1-1 53,16 5 0,8 1 0,-8-3-39,-16-5 0,-1-1-529,14 4 1,7 1 0,-8-2 522,-18-3 0,-1 0 70,30 12 1,-4 1 316,-15 2-250,-5 6 0,-5 4-36,-13 0 20,-5 8 0,-5 2-76,-6-4 25,-6 10 0,-2 1-31,-1-6 767,1-11 1,0-3-801,0-4 607,-2-4-540,4-12 3270,-8 5-3281,5-14 67,-19-4-123,7-1 797,-39-13-814,9 4-6,10 3 1,-1 0-1,-16-1 9,10 3 0,2 0-9,-1-1 37,-1-2 0,2-1-20,17 3 6,-12-7-34,32 13 6,3-1-23,3 3 6,4 1 0,1 1 6,15 11-6,-7-3 16,39 21-4,-23-17-4,6 0 0,2-3 4,3-4 18,8-3 1,6-3-14,-3-6 0,2-2-469,10-1 1,-1-2 445,-10-2 1,-4-1 16,-15 2 0,-1-2 34,3-4 0,-2-1 61,16-13-75,-19 13 0,-1-1 199,12-23-40,-17 14-42,-7 1 1,0-1-37,1-8 830,1-3-936,3-3-1,-11 23-5,11-17-33,-14 23-130,0 0-122,-3 5-3379,-3 4 3664,-4 7 0,-1 2 0</inkml:trace>
  <inkml:trace contextRef="#ctx0" brushRef="#br0" timeOffset="193581">29508 2801 14997,'1'3'4594,"0"0"-926,-1-3-2928,-39-62-572,16 46 70,-28-17 0,-6 6-115,-2 33-1267,16-3 0,2 1 1144,0 8-1644,15 9 1610,14-5-2190,13 42 2208,10-32-10,6 4 1,3 0-215,21 1 234,1 0 0,-12-13 1,1 0-6,2 2 0,1 0-12,1 0 1,1 0-23,2 4 0,-1-1-50,13 13 73,-19-9 11,-14-5 16,-22 2-5,-6-9 609,-20 0 1,-6-2-588,-5-5 17,-13-2 1,-3-5 886,-1-15-1287,18 3 0,3-5-2798,-2-27-6672,21-11 8676,16 11 0,6 12 0,0 22 0</inkml:trace>
  <inkml:trace contextRef="#ctx0" brushRef="#br0" timeOffset="194748">29767 2757 19518,'0'7'2201,"0"-1"-1193,0-6 28,0 0-571,21 14-157,5-10-201,13 8 77,12-19 7,-7-8 27,7-7 12,-24 1 0,-4-1-140,3-6 61,-3-17-22,-23 21-62,-3 0-6,-11-2-21,-7 7 27,-12-2-22,-3 8-40,7 6-16,-5 7 0,19 4-28,-10 15 33,17-5-11,-5 42 0,10-14 1,1 16-1,6-18-28,21 10 11,9-10-266,5-8 1,5-4 277,-15-11 0,1-4-43,20 2 1,1-4-15,-16-7 1,-2-3 19,8-2 0,0-2 15,16-5 7,-23-6 1,-4-3 25,-4-3 5,-5-5 0,-6-3 12,-11-10 11,-9-16 0,-7 20 128,-20-8-44,14 24 459,-8-5-571,19 18-51,4 4 40,3 2 27,0 1 1,0 3 16,4 5-11,1 0 12,0 2 33,-1-6-28,-3-3 425,0-2-408,-3-9-45,1 5-5,-2-8 10,3 8-16,-1-1 22,0 1 12,1-6-18,0 4 12,0-4 0,0 6-23,-1 0 6,1 2 23,-1-1-23,0 1 16,0 0-10,0-1 56,-3-1-23,-2 1-34,-1-1-10,0 2-1,2 1-5,-3 0 0,3 1 5,0 0 1,4 1 5,1-1-6,1 1 17,9 3 0,5-1-5,21 0-6,-2-4 22,11-6-10,-9-3-1,-10-1-11,-5 0 50,4-7-39,-12 7 6,9-10-11,-15 13 100,2-4-67,-5 6 73,0-2-61,-3 6-51,-1 0 28,8 3-28,-1 0-11,16 7-6,5 3 6,13 8-40,5 5 6,-9-3-151,0 10-1182,-15 14 667,-5-12-1283,-10 15-1081,-9-33-6756,0-7 8517,1-7 0,2-9 0</inkml:trace>
  <inkml:trace contextRef="#ctx0" brushRef="#br0" timeOffset="195039">31065 2548 24452,'-18'-22'140,"7"14"-129,15 31 1,9 11 4,-1-13 7,29 27-1,-12-22 51,18 12-6,-23-26 135,-2-8-57,-7-14-5,8-18-84,-4-7-5,5-15-11,-5 1-24,-5 8-4,0 2-119,10-13-565,-5 20-2913,12-14-5870,-15 33 9455,-3 9 0,-8 3 0,-3 1 0</inkml:trace>
  <inkml:trace contextRef="#ctx0" brushRef="#br0" timeOffset="195664">31713 2518 22128,'-9'5'2856,"2"-1"-2362,7-4-360,0 0 12,23 4-118,-9-4 78,26 0-56,-21-3 79,20-18-73,-16 0-33,7-15 10,-15 10-10,-9-12-18,-13 16 6,-10-7-16,-13 15-1,-15 7-11,12 7 1,-10 8 21,23 2 23,-18 25-22,22-16-29,-10 23 7,22-15 10,16 14-16,9-7-1648,8-1 1658,2-12-329,1-5 1,2-2 345,4 2-8,4-1 1,0-3-10,-10-7 7,27-6 27,-33-4-11,23-18-11,-33 7-28,6-41 44,-19 17-4,-1-15-1,-7 20 67,-1-12-1601,3 20 1556,-2-16 525,12 15-502,10 1 22,6-2-62,0 11 1,-3 9 0,15 6-39,-7 6 5,10 2 3403,-13 7-3391,11 20 10,-14-8-44,0 6 0,-2 1-107,-7 0-1128,-6 7 0,-3 1-2569,-10-3 3843,-9 25 0,6-43 0,0-1 0</inkml:trace>
  <inkml:trace contextRef="#ctx0" brushRef="#br0" timeOffset="196155">29597 3662 14456,'-52'17'985,"0"0"1,0 1 0,0-2 0,1 1 0,11-5-420,7-4 1066,-6 2-1408,27-8 341,21-8-352,9 0 86,37-11 1,8-2-244,-28 9 0,1-1-967,6 0 1,7-2 0,1-1 0,-5 3 932,5-1 1,3 0-2,-8 2 0,9-2 1,6 0-1,1-1 1,-4 1-1,-6 2-443,7-2 0,-5 2 0,8-3 426,-14 4 0,8-2 0,4-1 1,3 0-1,0-1 0,-1 1 0,-3 0 1,-6 2-282,3-2 1,-4 2 0,-2 0 0,-1-1 0,3 1 269,9-3 0,3 0 1,0 0-1,-1 0 1,-4 0-106,-1 1 1,-4 1 0,0-1 0,1 0 118,-4 1 1,1 0 0,1-1 0,-2 1 0,-4 1-3,5-1 1,-4 1 0,6-1 1,3-3 1,9-1 0,2-2 0,-5 2 0,-11 2-3,-3 0 1,-3 0 7,6-3 0,3-1 1,-12 2 14,-13 1 95,1-8-129,-22 14-160,-10-6-933,-7 11-4546,-23 0 5645,3 7 0,4-2 0,7 1 0</inkml:trace>
  <inkml:trace contextRef="#ctx0" brushRef="#br0" timeOffset="197331">29003 2997 16066,'-8'-43'1183,"0"0"1,0 0-1,-3-24 1,2 13-871,8 33 581,-1-6-900,1 29 273,0 3-228,1 10 259,0 38-248,0-18 6,0 10 0,0 1-205,0 7 195,2-10 1,1 6 0,0-4-22,0-6 0,0 2 8,2 4 1,1 7 0,1 1 0,-1-8-9,1-1 0,1-1 6,4 16 1,3 7 0,0-7-7,0-11 1,1-3-813,-2-4 0,2 2 0,-1-4 795,-2-5 1,1-3-1183,0 5 1,-1-3 1235,-3-4 677,1 12-252,-9-34-39,-4-11-392,-2-22-33,-1-5-12,0-10-20,2-10 1,1-5-17,-1 9 0,1-2 318,0-3 1,0-6-1,-1 3-293,0 8 0,0 2 0,0 1 3,-1-10 0,-1 1-6,1 4 0,-2-1-3,-2 7 1,-1-3 0,1 3-370,-2-4 0,0 1 375,-1-1 0,0-4 0,0 6-84,2 11 0,1 2 78,-3-11 1,2 1-34,2-8-17,2 15 0,3 3 620,6-3-726,27 1 134,8 18 16,13-1 2863,0 12-2860,-7 5 1,1 0 986,15 1-982,-12 0 0,8-1 1,-4 1-629,1-2 1,1-1 624,-8 0 0,4-1 0,2-1 0,-2-1-524,4-2 0,-1 0 0,0-2 531,0 1 0,-1-1 0,-2 0 0,10-4 0,1-2-5,-15 3 1,4-1 0,0-1 0,-2 1 6,1-1 0,-3 1 0,4 0 0,-2-1 1,4 0 0,0-1 0,-6 3 0,11-4 0,-3 0 6,-11 4 0,1-1 1,-3 1-10,-2 1 0,2-1-12,5-2 1,9-1 0,1-1 0,-9 3 11,-5 1 0,0 1-5,0 0 1,7-2 0,-1 2 0,-6 1 1,-2 1 0,-1 2-751,15-3 0,7 0 1,-6 2 747,-12 1 0,2 1-7,2 1 1,9-1-1,0 0 1,-8 1-234,0 1 1,-3 1 245,-2-1 0,1 1 0,-5 0 746,16-3-740,-7-3 1162,-20 2-1143,1-1 1,2-2-21,3-2 23,23-8-22,-8 5-12,1 0 17,-4 3 151,-10 2 3009,-11 2-2921,-8 0 1120,-9 1-863,0-3 96,-5 3-66,1 0-88,-3 4-125,0 2-34,0 1 99,2 1-3,1 2-150,6 10-434,-2 4-140,3 13 0,-5-5-88,-3 24 76,-2-7 140,-2-9 0,0 1 62,-1 0 1,0 1-861,0 5 1,1 0 894,-1-7 1,0 2 62,5 24 1,1 2 5,0-14 0,1 0 35,-1-3 0,0 4 0,0-2-17,0 10 1,-3-3-179,-4-3 1,-7-3 220,-4-6 1,-6-4-37,-10-5 1,-7-5-709,-11-4 1,-6-5 703,10-8 1,-2-1 0,-2-2-72,-6-1 0,-1-1 1,-1-1-540,-2-2 1,-1 0 0,2-1-1156,10-1 1,3-1 0,-1 0 1778,-21-1 1,9-1 0,12-1 0,5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3:51:18.7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1601 2615 21562,'-12'-49'814,"0"-1"0,1 2 0,-3 9-439,-2 19-179,-9 2-128,-6 11-7,-25 32-33,27-7 0,0 3-540,-2 4 0,1 3 523,-2 7 0,3 3-6,7-5 1,2 2-6,-1 6 0,2 0 8,6-3 1,7-2 204,20 24-174,4-28 112,27-12 79,-7-28-17,-8-9 0,1-4-90,-4-3 0,-2-3-75,1-2 0,-3-1 47,-2-4 0,-3 1 39,6-18-72,-12 20 0,-1 0 55,5-19 29,-8 9 670,-3 19-827,-4 8 62,-2 15-90,-4 9 11,-3 11-5,-1 15-197,3 23-212,11-2-186,3-1-549,20-3-464,4-17-219,19 1-11,-15-24 1,2-5 548,-3-7 0,-1-4 941,-1 0 0,0-3 443,-3-8 0,-3-4 1321,10-15 673,1-11-6,-15 0 268,-11-5-1746,-8 17 341,-3-6-258,-3 21-285,-2 3-320,0 7-39,-1 16 34,2 10 225,0 6-248,1 15-5,1 2-9,4-11 1,2 1 19,11 18 39,12-2 6,-3-28-3135,22-13 3202,-21-12 29,4-8 1,1-7 149,5-18-160,-11 8 1,-1-1-31,4-14 61,-13 7 1,-3 0-79,-2-5-67,1-17 5,-10 31 3254,-3 14-3371,1 4 97,-2 8-394,0 12-1300,2 21-2721,3 9 4003,4 9 1,-1-22 0,0-11 0</inkml:trace>
  <inkml:trace contextRef="#ctx0" brushRef="#br0" timeOffset="216">2866 2303 25836,'-2'-50'515,"1"-1"0,0 5 1,-1 15-550,-1 29 12,1 20 16,2 5 0,-1 36-14,-1-24 1,0 2-323,-2 15 0,0 5-446,-1-3 0,-1 4 0,1 0 499,0 0 0,0 0 1,1-3-1,-1-9 0,1-3 1,0-3-1,2 3 0,-1 0 1</inkml:trace>
  <inkml:trace contextRef="#ctx0" brushRef="#br0" timeOffset="1150">2580 3026 21343,'-11'-54'1210,"-1"0"0,2 5 0,3 5-1115,9-2-61,26-8-152,13 22-1009,-5 8 0,4 2 867,3 5 0,3 2-48,4-1 0,3-2 7,-5-2 0,2-3 1,-3 1 258,-2 0 0,-1-1 36,10-10 1,-5-3 103,-26 8 0,-5-1 254,-3 1 0,-2-1 34,0-4 0,-3-1 454,-2-22-2571,-13 14 2117,0 15 516,-7 4-634,7 14 429,-2 1-692,6 17-16,5 31 28,0-3 14,1 19 0,1 3-249,-4-26 1,0 0 204,0 11 0,0 6 0,-1-3 7,-3 5 1,-2 0 1,2-3 0,0 2 1,0-3 8,-1 8 1,0-3-1,0-6 1,2-4 16,1 1 3086,0-27-3018,2-5 61,9-40-123,-4 7 0,10-26 22,1 5-5,5-5-149,-7 18 0,1 1 143,17-22-39,-2 14-22,-4 14 951,-2 14-968,-3 15 5,0 13 6,-3 15-16,-1 10-32,-5-16 0,1-1-41,6 12-12,9-1-291,15-18 328,-3-12-121,19-3 185,-13-19 51,-7-11 27,-6-12 57,-9-7 44,-8-4 11,-9 0 29,-4 2-23,-4 5-28,-6 5 0,0 4-62,-3 6 6,2 4 11,1 7-39,1 4-11,1 6-45,0 3-6,0 1 1,1 0-40,-3 2 34,1 2 22,-2 0-11,2 2 11,1-3 0,1-1 17,1-1-16,-1-1-12,-1 0-17,-2 0 17,3 0 5,-1 0-10,2 0-18,-1 3 18,-1 3-6,-3 6-6,0 5 17,-3 4-11,-1 4 11,-2 2-6,1-1 12,3-1 5,3-1-56,6 2-162,10 1-404,10 1-868,16 1-2453,18-2 3084,1-6 0,-27-11 0,-17-7 0</inkml:trace>
  <inkml:trace contextRef="#ctx0" brushRef="#br0" timeOffset="1789">4432 2588 21422,'-2'-4'4044,"1"0"-2560,1 4-1416,-9-36 16,9 41 0,-8-18-12,10 56-4,-3 10-29,-5 6-17,-4 1 1,-2-5-3404,3-11 3386,4-19 68,3-10 73,4-16 89,10-24-190,-3 9-17,8-21 28,-2 5-11,2-5-1,7-8-21,1 5-6,0 10-1,0 8 3382,2 10-3376,9 8-22,-8 6-8,3 12 0,2 4 8,8 14-3,-6-4 0,0 0-2107,6 8 2093,0-4 17,-1-8 23,-1-7-29,6-3 0,-7-12 12,-5-16 0,-2-13-1,-2-18-228,-16 17 1,-1-4 227,0-6 1,-2-2 619,0-9 1,-1-2-612,0-6 0,0-1-432,-2-2 1,0 1 467,-1 7 1,-2 2 30,-3 10 0,-3 4 43,-5-11-124,-4 24 478,0 12-478,1 16 700,0 15-700,-2 23 0,5-12 0,2 4 143,1 8 1,1 4-144,4 6 0,2 2-675,5 6 1,3 1 655,-1-19 0,2 0 0,1 0-149,2-1 0,2-1 0,1 0-338,3 4 0,1-1 0,-1-3 44,1 0 0,-1-2-1412,2 5 1,-8-5 1873,-18-12 0,3-5 0,-10-13 0</inkml:trace>
  <inkml:trace contextRef="#ctx0" brushRef="#br0" timeOffset="2133">5060 2828 21842,'-3'-1'3484,"0"0"-2756,3 1-767,69-39 0,-31 27-38,4-3 1,10-4-1,-7 6-745,12 5 763,-4 0 1,1 0-21,6-7 56,-25 5 1,0-1 16,-3-1 1,-3-1 67,19-15 539,-12-11-472,-19 15 139,-9-4 85,-14 13 67,-1 2-22,-4-1 344,3 4-680,2 6 5,4 2-51,1 6 1,1 6-6,1 12 17,5 24-28,-2-11-56,7 27-196,-4-15-800,0 15-3048,-3 1 3252,-6-13 0,1-20 0,-3-15 0</inkml:trace>
  <inkml:trace contextRef="#ctx0" brushRef="#br0" timeOffset="2316">5885 2361 24827,'-21'11'-1403,"4"2"0,25 14 0,-4-12 1</inkml:trace>
  <inkml:trace contextRef="#ctx0" brushRef="#br0" timeOffset="3173">6506 2526 22190,'1'-5'3786,"0"2"-3114,-1 3-538,-75-16-33,20 35-82,3-17 1,2 3-355,21 17 0,7 3 335,-2 8 129,11 12-124,16-6-75,10-11 0,6 0-67,3-4 0,3-2-180,15 3 1,2-3-304,-9-8 0,2-2 15,15 2 0,2-2-87,-6-4 1,2-3-710,-3-1 0,4-2 1,-3-1 1302,10-4 0,-3-3 224,2-4 0,-5-4 83,-19-2 0,-5-1 217,7-14 388,-9-8 199,-14 4 406,-2-6-432,-12-3 2727,-6 14-3568,-3 4 459,-7 15-465,0 8 32,-15 10-122,0 9-33,-8 16-23,13-3 6,1 14 6,15 2-23,5-2-11,15 0 17,11-22 22,3-10-11,10-9 17,-2-14 28,15-13-12,-7-5 23,1-7-17,-18 12 68,-2 0 206,-10 12-229,0 3-22,-6 6-51,-8 16 12,1 2-23,-1 16 16,11-7-4,12 2-12,5-12 0,20-2 11,3-7 5,-8-8 1,2-4-14,-5-1 0,0-3 0,5-7 0,-1-6 11,-2-13 0,-5-5-1699,-9 12 0,-2-2 1693,2-11 1,-3-4-4,-8 5 1,-2-4 0,0 1-378,-2 4 0,0 1 0,-1-3 377,3-16 1,-1-5-1,-1 4 6,-2 14 1,-1 1-1,-2 3-186,-1-13 0,-3 5 248,1 14 0,-2 4-17,-6-5 29,-2 27 2511,0 27-2596,-6 24 0,8-7 0,1 4 0,0 10 0,1 3 0,0 9 0,2 2 20,3-16 0,1 1 0,1 1-32,1 2 1,1 1 0,2-1-8,0 1 0,2 0 1,2-1-29,2-1 0,1-2 1,2 0-61,0-4 1,2-1 0,1-1-124,8 12 0,1-3-385,-1-8 0,0-4-94,-4-9 1,0-4-250,6 3-2683,-8-20 3021,-14-28 1,2 16 0,-5-9-1</inkml:trace>
  <inkml:trace contextRef="#ctx0" brushRef="#br0" timeOffset="3532">7502 2641 25394,'-40'-20'420,"-1"0"0,2 2 0,18 4-392,35 11-12,19 3-10,27 6-20,-18-1 0,4 1-1267,8 1 0,0 0 1255,-8-1 1,1-1-1,-4-2 0,2 0 0,-3-3-32,2-6 0,-3-1 55,4 3 0,-2-4 9,-11-7 0,-6-5 16,-4-15-112,-1-13 202,-11-2 101,-7 7 129,-7 9-141,0 13 2137,-3 5-2209,3 10 843,0 0-921,2 8 157,-2 3-270,-11 32 1,-2 11-225,5 3-348,-4 6 0,2 0 242,13-11-107,6-5-957,12-1-1221,8-5 2677,16 2 0,-17-18 0,0-10 0</inkml:trace>
  <inkml:trace contextRef="#ctx0" brushRef="#br0" timeOffset="3699">8339 2143 18992,'-4'-7'3713,"1"1"-2867,3 6-578,-38-61-290,24 44-101,-8-19 0,1 10-589,13 34-1321,2 10 2033,3 30 0,1-23 0,2 11 0</inkml:trace>
  <inkml:trace contextRef="#ctx0" brushRef="#br0" timeOffset="4081">8716 2397 18386,'7'0'5562,"-2"0"-4615,-5 0 235,0 0-1025,-40-34-51,2 35-75,3-12 0,1 5-9,-15 38 28,13 11-3358,14 15 3325,11-16 6,15 16-187,13-31 0,6-2 265,20 15-65,-14-19 0,0-3 43,10-9 72,-3-21-39,-2-12 17,2-18-1128,-21 8 0,-3 0 1033,2-15 8,-9 13 0,-4 1 2151,-8-7-2137,-2-4 423,-4 14-507,-5 11 6,5 13-40,-8 11-50,3 12 3191,-6 13-3942,3 10-1248,6 5-3306,11 2 4569,10-8 0,-1-16 0,2-10 0</inkml:trace>
  <inkml:trace contextRef="#ctx0" brushRef="#br0" timeOffset="4432">9054 2366 27320,'4'11'50,"-2"14"-44,0 36 0,-3 2 10,-1-9 7,0-12 22,-1-16 83,1-12 35,1-16-68,2-12-33,6-16 27,12-28-70,-6 29 1,2 1-14,0-2 0,2 1-1,4 1 1,2 3-1,17-8 1,13-1 0,0 16 10,-5 10-27,-5 16-50,-6 10-102,-6 15-458,-6 13-1500,-7 12 2121,-11-22 0,-1-1 0,-1 5 0,-1-3 0</inkml:trace>
  <inkml:trace contextRef="#ctx0" brushRef="#br0" timeOffset="5032">10058 2080 25718,'-36'13'78,"1"-1"1,1 6 0,8 3-40,22 19 28,6 8 79,17-5 100,4-18-61,3-8 151,0-21-95,-6-10 50,5-22-67,-10-12-135,-7-2-49,-11 9-1,-4 17-6,-3 5-16,0 6-34,-3 2-117,-4 10-135,0 14-22,0 3-1070,-5 24-2594,5 6 3107,-2 9 0,7-19 0,6-14 0</inkml:trace>
  <inkml:trace contextRef="#ctx0" brushRef="#br0" timeOffset="5348">10095 2574 22212,'-3'-2'2901,"0"1"-1943,3 1-650,-65 10-235,46 0-34,-16-1 0,5 3 62,31 7-39,4-4 44,11 2 45,17-5-11,5-3 56,10-6 56,-11-12-140,-13-1 107,-4-12 66,-13-5-161,-8 1-57,-11-4-56,-16 8-95,1 9-375,-7 3-185,13 9-4358,-5 8 4154,9 2 0,2-1 0,7-2 0</inkml:trace>
  <inkml:trace contextRef="#ctx0" brushRef="#br0" timeOffset="5914">757 3267 21741,'19'47'707,"0"1"1,9-2 0,9-9-589,2-21 1,8-7 0,2-2-1544,7 4 0,4 0 0,2-2 1478,-7-2 1,2-1-1,2 0 1,2-1-343,-4-1 1,2 0 0,1-1 0,1 0 0,2 0 315,-4-1 0,2 0 0,0-1 0,2 0 0,1 0 0,0 0-87,-9 0 0,-1-1 1,2 0-1,0 0 0,1 0 1,0 0-1,1 0 0,0 0 75,-2-1 1,1 1 0,0 0 0,0-1 0,2 0 0,-1 1 0,1-1 0,0 0 0,0 0-110,-2 1 1,1-1-1,-1 0 1,1 0-1,1 0 1,-1 0-1,1 0 1,0 0-1,0 0 1,1-1 118,2 1 1,0 0 0,0 0 0,1-1 0,0 1 0,0 0 0,0-1 0,1 1 0,-1-1 0,1 1-23,-5 0 0,0-1 1,0 1-1,0-1 0,1 1 1,-1-1-1,1 1 1,-1-1-1,1 0 0,-1 1 1,1-1 19,0 1 1,0-1 0,0 1 0,0-1 0,0 1 0,0-1 0,0 1 0,0-1 0,-1 1 0,1-1 0,0 1 2,-1-1 0,0 0 0,0 1 0,-1-1 0,1 1 0,0-1 0,0 0 0,-1 1 0,0-1 0,1 0 0,-1 1 1,5-1 1,-1 0-1,1 0 1,-1 1-1,1-1 1,-1 0 0,0 0-1,0 1 1,0-1-1,-1 0-2,-1 0 0,-1 0 1,0 1-1,1-1 1,-1 0-1,-1 0 0,1 1 1,-1-1-1,0 0 1,0 0-3,4 0 0,-1 0 0,1 0 1,-1-1-1,-1 1 0,1 0 0,-1 0 1,-1-1-1,1 1-1,3 0 1,0-1 0,0 1 0,-1-1 0,0 1 0,-1-1 0,0 0-1,-1 1-11,3-2 1,0 1 0,0 0 0,-2 0 0,0 0 0,-1-1 0,0 1-6,2-1 1,0 0-1,-2 0 1,0 0-1,-2 0 1,-1 0 4,2-1 0,-2 0 1,-1 0-1,-2 0 0,-2 0 22,-1-1 0,-1 0 0,-3 0 0,-4 0-342,15-3 0,-9 0 308,3-3 0,-41 9 0,-7 2 0</inkml:trace>
  <inkml:trace contextRef="#ctx0" brushRef="#br0" timeOffset="15803">8033 4930 17692,'12'-50'1198,"-1"0"1,0-1 0,2-8 0,-2 4-583,-4 7 0,-1 4-388,0-15 32,-3 27 1,0 1 115,4-11-23,-3 19-241,-1 18 258,-4 42-264,-3-1-56,-4 2 1,-3 10 0,1-4-622,-2-5 0,-1 1 571,-5 12 0,-4 7 0,1 1-40,6-10 1,0 3 0,0-2 0,1-2 13,-1-1 0,1-2 0,1 2-4,-3 14 0,1 3 0,7-9-121,8-15 0,5-5-410,15 22-443,9-29 0,6-9 321,27-15 498,-15-16 0,-2-8-1183,-15-2 0,-4-2 1345,2-2 1,-2-3 25,2-3 0,-2-2-12,1-3 1,0-2 95,-3 3 1,0-3 0,-1 1 97,3-7 0,-2 1-59,-3 5 0,-4 2 462,-1-7 755,-14 24-1035,-7 6 211,-22 36-491,10-7 0,-10 25 3329,19-17-3341,2 14 153,3 1-180,7 7 11,10-9 23,23-12-7,-9-12 43,7-20 0,0-7-25,-6-3-1,-3-1 1,-1-4 246,3-31-28,-12 5-117,2-10 128,-17 6-45,-10 15-50,-6-6 28,-12 8-162,8 15 0,-7 7-46,11 17-27,-2 10-62,3 14-722,5 27-1294,10 3 1438,12-12 1,3-2-1,-3-3 1,17 4 0</inkml:trace>
  <inkml:trace contextRef="#ctx0" brushRef="#br0" timeOffset="16446">9256 4914 24083,'-36'-43'526,"0"-1"1,5 7-1,1 13-442,-18 40-72,18 7 4,1 26-10,9 5-12,10-19 1,2 3-1,2 5 1,3-2 5,3 13 5,21 5-3290,-2-45 3369,7-1 117,0-27 18,-3-13-49,-4 1 1,0-2 87,12-22-141,-2 3 74,-9 16-62,-11 18-107,-1 4 3376,-4 11-3337,-3 48-50,-1 9-19,-2-3 0,-1 6-517,0-19 0,-2 1 0,0 2 459,-2 9 1,-2 2 0,0-2-507,2-7 0,-1 0 1,-2 2 438,0-2 0,-2 5 0,0-2 0,0-4-790,-3 14 0,-3 0 755,4-14 0,-3 4 0,-1 0 0,0-3 115,-5 0 1,-1-3-1,0-2 104,-4 15 0,-2-7 89,-5-11 0,5-20-40,13-44-44,9-37-45,12 28 1,3-3-24,9-22 1,5-5 11,-6 24 0,1 0 0,1-3-16,4-5 1,3-4 0,0-1 0,-1 4 13,0 2 0,-2 2 0,4-2 10,4-5 1,4-4-1,1 2 1,-5 8-7,-3 5 1,2 2-3,6-9 0,4-4 0,-3 5 5,-10 14 1,0 1-6,8-11 0,0 0 539,-12 16 1,-2 0-428,16-24 45,-12 16-11,-6 7 1739,-11 15-1577,-4 9-185,-2 6 39,-9 17 1465,-3 8-1621,-2 5 242,2-1-225,4 10-51,4-7-3599,5 23 3347,4-27-1283,8 7-537,-5-24 2100,10 5 0,-12-13 0,4 0 0</inkml:trace>
  <inkml:trace contextRef="#ctx0" brushRef="#br0" timeOffset="16634">9779 4759 26161,'-40'-32'-3126,"11"23"3126,36 70 0,-3-25 0,1 0 0</inkml:trace>
  <inkml:trace contextRef="#ctx0" brushRef="#br0" timeOffset="16962">9940 4901 19764,'1'-3'4324,"-1"1"-2716,0 2-1423,17 52-28,-10-18-71,2 2 1,0 2 249,-8 5-224,-3-17 151,-9 2-162,5-20 118,-5 0-12,8-9-78,2-10-23,7-9 28,10-12 6,12-9-22,11-5-227,-16 22 0,2 1 137,1 1 0,1 2-16,16-10-4,-10 16 0,-1 3-13,13 4-1,-13 7 1,0 4-57,16 22-201,-8 22-303,-22-15 1,-4 4-1589,-4 8 1,-2 2 1495,-3-2 1,-1-1 0,-2 15-1,-2-24 1</inkml:trace>
  <inkml:trace contextRef="#ctx0" brushRef="#br0" timeOffset="17528">11559 4516 21719,'14'-49'1327,"0"0"1,-2 9 0,-3 8-953,-4 18-246,-5 23-2023,-5 24 1,-2 10 2011,-4 14-77,2-12 0,-1 7 0,-2 0-442,0-6 1,-1 1 0,-2 2 398,1 0 1,-2 3 0,-1 2 0,-1 0-208,2-7 1,-1 1 0,-1 0 0,0 2 0,-1 2-410,0 2 1,-2 4 0,0 1 0,-1-1 0,2-1 0,1-3-1162,-3 7 0,1-4 0,1 0 0,0 2 1779,1-2 0,-1 5 0,1 0 0,1-6 0,5-11 0,2-4 0,3-6 0,0-1 0,0 1 0</inkml:trace>
  <inkml:trace contextRef="#ctx0" brushRef="#br0" timeOffset="19145">12152 4857 25987,'-33'45'95,"15"-17"1,0 3-102,-2 15 0,2 2-672,-3 2 1,-1-2 688,0-1 1,1-2 7,2-8 1,-1-2 103,-10 14 514,7-24-480,9-26 141,6-22-236,5-23-43,5 13 1,2-2-463,2-6 0,2-3 462,4-5 1,2-2-3,4-4 0,2 0 5,2-1 0,2 0-218,1 3 0,2 2 218,0 5 1,1 3-4,-1 5 1,1 4-9,-1 5 1,2 3 10,-3 7 0,2 2-22,24-2-11,-4 19 6,-6 19-18,-7 19 9,-22 0 0,-5 3 231,-3 22-225,-15-9 0,-9 2-181,-8-13 1,-5-1 184,4-7 0,-3 0 0,-1 0 9,-1-3 1,-1-2 0,-1-2-880,-2-2 1,0-3 0,2-2 898,1-1 0,2-4 104,-26 4-500,45-23 411,5 0 380,16-9-386,36-1-34,-13 4 0,24-2-11,-13 13-1,5 7-38,13 6 395,-29-4 1,0 1-500,3 2 0,-1-1-160,3 1 0,1-2-95,2 0 1,2-3-88,1-2 0,0-2 42,0-4 1,0-5 173,7-7 0,-4-4 319,8-5 34,1-14 3178,-45 9-2786,-7 0 1175,-13-7-1035,-8 8 146,-18 5-544,11 10 347,-8 5-425,19 5-84,2 7 5,9 10-38,6-2 10,8 11-11,9-9 12,10 2-18,8-6 1,-6-7 11,17-13 5,-18-9 17,10-12 12,-17-7 33,-8-5 39,-9-9-17,-9 8-3369,-4-2 3330,-1 20 62,-5 4 56,-24 20-180,15 1 12,-27 20-17,31-5 0,-8 17-11,10 1-70,8-5 0,2 3-306,3 26 62,6-1-352,19-6-180,12-17 204,-10-17 1,5-3 44,11-4 0,3-5 1746,-4-7 0,1-4-1295,8-5 1,-3-2 192,-14-1 0,-2-2 194,10-10 0,-2-2-29,-1-2 90,-4 0 1,-2-3 469,2-11-176,-14 10 1,-2-2 142,2-18-403,-9 5 173,-18 16-178,-7 15 566,-14 3-852,8 11-6,-6 12-23,14 11 7,-5 21 10,9-1-16,2 6-12,12-15 28,3-9-5,2-11 39,4-7 196,-1-19-162,-3 6 16,1-13 185,-7 6-212,-2 7 27,1-5-82,-2 11-24,0 0 0,0 10 0,-1 11 0,-2 36 0,1-7-548,-1-1 0,0 5 525,-1-5 1,0 4-145,0 7 1,-2 7 0,0-4-362,3-16 1,-1-3 0,-2 5 59,-3 9 0,-3 7 1,0-1-1,-1-9 146,0-5 0,-4-2 112,-4 6 1,-4 4 0,-2-10 324,0-15 0,-3-9 204,-9-6 1,2-8-191,-4-13-29,21-22 1,7-7-45,15-13-31,2 1 1,4-4-185,3 6 1,4-3 152,3 0 0,4-4 1,0 4 2,0-3 0,5 0-4,-1 9 0,6-4 0,0 0 0,-2 7-21,5-4 0,0 3 43,2-2 0,4-2 0,-2 4-27,3 3 1,-3 5 14,-8 7 0,1 2-1,3-2 1,-1 1 31,11-11-1679,3-6 1729,-20 10 207,-12-2 140,-11 9 276,-2-2-52,-3 3 105,0 11-592,0 1 3252,-2 14-3420,0 2 23,-2 22-29,3-8 23,-2 27-6,3-21 0,1 18-44,1-9-51,1 9-571,1 4-2342,-3-6-6834,-2-9 9176,0-14 0,-1-14 0,2-4 0</inkml:trace>
  <inkml:trace contextRef="#ctx0" brushRef="#br0" timeOffset="19303">13874 4784 21343,'-2'-6'3031,"0"0"-2594,2 6-997,0 0-1188,-5-17 1748,13 37 0,-11-31 0,12 35 0</inkml:trace>
  <inkml:trace contextRef="#ctx0" brushRef="#br0" timeOffset="19727">14213 4879 27706,'-6'-36'56,"11"16"-72,15 69 16,2-11-12,12 14-44,-9-4 11,-13-17 1,-2 1-29,-4 0 0,-5 0-196,-10 5 1,-5-3-52,-7 10-131,-1-18 1,-4-7-1645,-18-14-448,-13-31 1843,16 2-904,20-5 1,7-2 1519,8-1 213,1-11 1014,7 1 1,1 1-416,-1 1-392,1 1 0,1 4 784,-4 14-279,1 5-550,-1 2 169,1 7 1887,9 17-2307,-2 0-18,9 12 627,-1 10-822,-1 11-512,-2 4-1233,-7-14 0,-3 1 1092,0 13 0,-2-7 1,-1-17-1</inkml:trace>
  <inkml:trace contextRef="#ctx0" brushRef="#br0" timeOffset="19978">14748 4539 26105,'-6'-42'673,"0"0"1,0 6 0,3 8-578,3 21-24,3 19-10,5 20-6,4 25-45,1 0-583,-5 2 1,-2 5 507,-3-13 0,-2 3-237,-1 7 0,0 6 1,-1-5-81,0-4 0,-1-3-332,0-6 0,0 1 0,1-5-2629,1-9 1,0-3 2737,-1 2 0,0-3 0,1 3 0,-2-20 0</inkml:trace>
  <inkml:trace contextRef="#ctx0" brushRef="#br0" timeOffset="20996">14683 5076 24032,'-32'-42'819,"1"-1"1,4 6 0,5 7-753,10 18-50,16 8-28,16 8-28,21 7-29,-10-3 1,2 0-491,7 2 1,2-1 425,3-1 1,2 0 27,0-2 0,1-3 0,-1-1 1,-1-2 35,-4-4 1,-2-2-1401,-5-1 1,-4-3 1563,13-15 60,-21-4 74,-14-2 50,-11-1 39,-2 3 279,-2 7-145,-6 0 3219,0 11-3470,-8 1-96,-2 9 12,-9 14-90,10-3 17,-10 18-29,14-2-21,0 10 22,8 3-12,11-1 6,6-9-16,26 8-18,-1-19 68,15 2 6,-12-18 5,-7-10-23,-12-4 46,-7-21-29,-13 6-39,-6-15 6,-9 10-6,-8 2 0,8 12-11,-9 3 23,7 12-1,-6 3-5,-3 8-17,-2 6 22,1 8-27,-2 21 5,15-13 11,2 13-28,13-12 23,4 3-6,6 9-17,9-3 28,10-2-22,9-6-6,6-6-1671,-11-15 1,0-4 1698,13 2-87,-11-9 0,1-4 70,14-9 18,10-10 4,-5-5-16,-7-3 6,-9 0 0,-9 0 5,-10-2 17,-10 0-6,-5-3 3323,-10 0-3323,-3 0 262,-6 5-223,-1 6-27,1 7-17,4 7 11,3 3 18,4 5-46,3 1 0,1 1 0,4 0 0,2 0 0,5 0 0,5 4 0,4 3 0,5 3 0,1 2 0,2 0 0,0-5 0,-2-2 0,1-9 0,-2-3 0,-1-8 0,-1-2 0,-4-1 0,-7 7 0,-3 4 0,-7 7 0,0 3 0,-1 7 0,0 18 0,0-4 0,2 25 0,3-6-189,-1-12 1,1 3-3900,1 6 1,0 0 4087,-1-1 0,1-3 0,0 15 0,-2-22 0</inkml:trace>
  <inkml:trace contextRef="#ctx0" brushRef="#br0" timeOffset="35143">1196 9064 13250,'1'-6'7477,"0"1"-6698,5-29 0,1-8 190,-4-2-614,3-9 1,-2-2-179,-10-1 350,-4 5-90,-5 11-123,-7 15-34,-4 13-229,-8 21-1,-12 23-36,10 6 0,0 4-496,10-10 1,0 2 482,1 1 1,-1 4 0,3-3 1,4 1 0,3 1-20,-1 13 0,3 0 9,5-19 0,7-1-63,17 7 0,9-7 71,19-20 5,-5-7 1,1-6 5,-6-12 0,-1-6 0,1-6 1,-2-3-642,-5 4 0,-2-1 635,-2-1 1,-1-1 16,-3-2 1,-2-1-196,-1-1 0,-1-2 198,1-6 1,0-1-1,-4 4 0,-2 1 927,3-20-789,-6 21 8,-3 19-149,-5 14 1547,-1 15-1558,-2 14-5,-2 16 5,2 12-22,2 8-27,2-29 1,2 0-101,2 2 1,2 0-314,2 0 1,3 0-416,3-2 1,5-3-197,2-3 1,4-5 109,4-6 0,2-6 288,2-8 0,1-8 428,0-6 1,0-5 409,-2-7 0,-1-5 1033,4-16 0,-4-3-849,-11 19 1,-2-1-15,2-9 0,-4 0 833,-5-2-247,-5 4-174,-1-1-196,-8 13-246,-3 11-202,-5 13-50,0 15 525,-2 14-592,2 17 38,0 10-16,5 6-17,6-2 11,10-6 0,8-11 17,11-10 12,6-16 44,4-14 11,1-17-39,2-16 5,1-12 65,-15 7 0,-2-3 9,6-17-877,-15 24 1,-3 1 809,-8-1 38,-5 5-22,-5 7-6,0-1-78,-5 10-56,0 7-56,1 13 1281,2 7-2513,3 12-2482,14 6 3826,2-4 0,-3-14 0,-4-12 0</inkml:trace>
  <inkml:trace contextRef="#ctx0" brushRef="#br0" timeOffset="35370">2592 8637 21371,'0'-10'2246,"0"-36"1,1-6-1833,-1 19-114,0-21 0,0 2 47,-2 33-224,1 4-89,-3 19-18,-9 57-16,3-14-367,1-4 1,0 3 332,0-4 0,1 1-704,-3 7 1,1 4 287,1-7 0,0 2 1,1 1-1054,-1 3 1,1 0-1,1 0-1524,1 1 1,1 0 0,1-3 2682,0-6 0,1-2 0,1-3 0,1 1 1,0-7-1,1 2 0</inkml:trace>
  <inkml:trace contextRef="#ctx0" brushRef="#br0" timeOffset="36203">2393 9461 19385,'-13'-49'935,"1"1"0,0 0 1,-2-14-1,3 7-834,5 2-17,18 9-67,15 10-12,-4 12 1,3 1-51,6-1 1,4 0-105,17-6 1,0 1-253,-15 9 0,0-1 334,18-8 0,0-2 42,-19 9 0,-2-3 60,1-3 0,2-4 1,-4 2 95,0-2 1,-4 0 53,3-8 0,-6 3 368,-16 7-32,-10 5 98,-3 13-132,-3-1 75,1 7-427,-1 8-107,2 4 690,-4 37-707,3-12 11,0 5 1,0 5-20,1-7 0,1 2-3,-2 3 0,0 4 0,0-1-470,-2 13 0,0-1 464,-1 8 1,0-4 16,2-24 0,1-5 28,-4 19 40,4-31 122,1-20-139,3-17-51,4-13 12,4-3-12,8-5 6,5-4-6,12-11-3,-14 29 1,2 1-7,4 0 1,0 3 1099,10-5-1108,9 7 23,-20 20 11,9 36-28,-16-12-11,-6 7 0,-2 2-17,-1 11 39,0 0 0,5 5-3397,11-9 3386,-4-10-1411,34-2 1411,-30-26 5,20-5-5,-11-19-5,4-8 19,-13 8 0,0-1-9,-1-1 1,-1-1 22,0-5 0,-3 1-17,4-8 2774,-5-2-2667,-21 28 1956,-6 5-2063,-12 16-5,-4 12-1,1 8-5,8-2-22,7 4 33,29 3-11,-7-12-28,20 3 6,-5-22 16,-6-2 0,13-1 18,-12-10 4,4-14 18,-14-8 0,-8-13-12,-10 10 40,-17-19-29,3 18-16,-9-12 22,6 19-5,6 10-40,4 8-50,4 7 6,6 6-68,-1 2-817,8 10-1720,8 3 2655,17 8 0,-13-12 0,5-2 0</inkml:trace>
  <inkml:trace contextRef="#ctx0" brushRef="#br0" timeOffset="36702">4156 8858 27505,'5'-11'-45,"17"62"28,-9-3-25,2 8 0,-2 3-749,-9-21 0,-1-2 735,1 7 0,-1 0 36,-2-8 1,-2-3 495,-4 7-443,-11-18 220,4-25-258,-2-13 50,9-18 22,9-11 0,5-3-11,10-1-39,7 4 390,10 3-401,-2 13-9,-2 12 0,2 1-25,22-4 3,-14 8 0,2 0 25,-6 3 0,-1 1 0,-2 1 0,-1-1 73,21-11-40,-24 6 12,-14-6 84,-18 5-51,0 3 96,-5-1-17,3 8-90,-1 1-28,2 5 368,0 8-402,0 10 12,-1 15-11,1 13-40,1 7-112,0 4-346,1-1-35,1-16-2873,0 3 3400,0-26 0,0 1 0,-1-13 0</inkml:trace>
  <inkml:trace contextRef="#ctx0" brushRef="#br0" timeOffset="36844">4796 8746 18795,'0'0'0</inkml:trace>
  <inkml:trace contextRef="#ctx0" brushRef="#br0" timeOffset="38743">5100 9125 15221,'-2'-4'6257,"0"1"-4492,2 3-724,2-65-358,7 28-414,-3-8 1,2 0 116,13 5-184,1 8-113,0 9-61,2 10-33,3 6-7,7 9 12,4 10 6,4 12-23,-2 13-28,-8 10 14,-25-5 1,-7 3 21,-4-13 1,-3 0-163,-9 12 0,-4-3 165,-13-3 40,0-10 22,5-10 89,4-5 74,2-4-23,10-11-56,9-10 280,9-7-358,6-5 11,29-9-68,-15 16 1,5 6 0,1 5 10,-1 17-27,18 13 0,-19 18 28,-10 16-43,-20-10 1,-7 3-568,-7-3 0,-3 0 590,-2 1 0,-4-2 6,-8-2 0,-2-6-149,10-14 0,-1-3 149,-2 1 0,0-4 42,-9-3 5,15-39-56,13 0 14,10-7 1,5-3-14,14-25 129,-3 18 1,3 0-123,4-2 1,4 0-11,5 0 0,3 0 13,4 2 1,2 1-1,2 1 1,1 3-9,0 1 0,0 3-3,-3 2 1,-1 2-1,-4 2 1,-2 1 16,-5 2 0,-2 1 323,16-17-334,-16 4 22,-12 4 34,-10 4 23,-6 4 55,-7 4-78,-1 7-39,-4 5 901,-10 12-890,-7 12-23,-13 17 3,16-13 1,2 2-1694,-1 9 1,2 1 1667,-5 11 17,10 12 0,20-31 11,5 0-17,28-24 23,-13-7-22,17-15 16,-23 1 0,7-12 34,-2-1 61,3-14 3337,-12 17-3320,-3-2 0,-10 21-22,0 1-79,-1 6-27,-1 5 10,-1 6 29,-2 20-23,2-4-28,-1 24 17,11-13 0,16 18-9,8-30 1,4-4-3,18 11-203,-7-23 0,2-9 225,-18-6 0,1-5-3,17-12 1,-1-3-9,-15 8 0,-1-4 7,1-6 1,2-6-1,-7 4-15,-9 6 0,-2-1 15,4-8 0,0-5 1,-2 1-313,-4-6 0,-2-2 320,-1 0 0,1-2 0,-1 2-10,-2-1 1,0 1 19,0-17 0,-3 6 14,-6 21 68,-5-17-12,-4 41-56,0 2-44,-4 23 22,-2 17-34,3-1 0,1 4-173,-7 26 178,7-12 1,1 6-10,3-9 1,2 3 0,1 1-10,-1 4 0,1 0 0,0 2-326,1-6 1,1 3 0,1-1-1,1-2 156,2 7 1,2-2-1,1-2 49,1 7 0,3-2-219,4-2 1,3-5-769,6 2-531,-2-7 387,-14-32-63,-17-25 1409,-6-9-360,-20-19-233,11 15 0,-1 1 966,-17-17 101,13 12 0,1 2 615,-2-4-106,-1-3-324,13 7-331,15 4-302,18 7-34,20-1-11,22 5-31,-11 6 0,2 0 2,-3 0 1,-1 1-11,1-1 0,-2 0 16,19-6-33,-27 3 0,0-1-149,21-10 191,-18 6 0,-2-2 36,5-6 202,-8-3 156,-18 5 303,-4-6-173,-11 6-421,-2 6 3277,-3 7-3265,0 7 134,1 4-263,-5 9 17,-6 30-29,5-11 1,-5 21-51,12-9-627,0 19-784,6 0 50,0-4-8425,8-14 7373,-5-26 0,2 1 1,-6-16-1</inkml:trace>
  <inkml:trace contextRef="#ctx0" brushRef="#br0" timeOffset="38905">7336 8618 20106,'-2'-10'4688,"0"2"-4400,-10-24 1,-3-4-182,6 16-135,-8-21 0,4 13-410,13 36 7,3 2-3523,20 34 3106,4-1 0,-3-6 0,-4-10 0</inkml:trace>
  <inkml:trace contextRef="#ctx0" brushRef="#br0" timeOffset="39261">7894 8813 18863,'7'-3'6132,"-2"0"-5229,-5 3-142,0 0-486,-71-29-63,18 36-178,3-16 0,0 5 5,-1 37-6,23 0-10,14 3-6,15-2-6,14-1 0,15-4-22,10-5-17,-4-9 33,17-6 35,-19-15 27,11-9 45,-21-15-39,-10-7-6,-10-4 34,-12-1-29,-6 5-49,-6-1-57,7 18-22,1 3-5,10 15-203,2 7-839,4 7-2280,8 10 3383,15 12 0,-11-14 0,3-1 0</inkml:trace>
  <inkml:trace contextRef="#ctx0" brushRef="#br0" timeOffset="39602">8285 8830 22043,'0'-4'3575,"0"0"-1235,0 4-2284,-12-37-33,7 51 22,-9-18-40,8 64-30,0-19 0,-1 0 19,-2 15 9,0-18 0,1-4-14,-1-2 22,1-5 28,4-14 17,11-19-11,9-14 0,15-16-34,-11 13 0,2-1-221,2-2 0,0 0 232,2 1 1,0 0-9,1 4 0,-1 1-8,27-11 16,-2 12 12,-1 11-29,-4 14-16,-2 10-6,-7 16-134,-3 9-823,-6 11-5512,-7 6 5999,-7-7 1,-7-18 0,-5-15 0</inkml:trace>
  <inkml:trace contextRef="#ctx0" brushRef="#br0" timeOffset="40227">9587 8887 22380,'6'-50'1118,"1"0"1,-1 6-1,-3 7-670,-9 17-190,-4 11-90,-7 10-51,-5 13-38,-3 10-34,2 11-17,2 12-12,10-15-10,4 12-6,13-21 78,15 5-38,-6-14 77,15-9-22,-16-17 12,6-11 22,-5-7-6,-5-3 6,-8 1-23,-7 3-56,-3 6-27,-2 7-62,3 7-40,0 9-145,0 12-616,-2 12-1412,-3 17 1404,-1 20 0,6-27 0,0 1 0</inkml:trace>
  <inkml:trace contextRef="#ctx0" brushRef="#br0" timeOffset="40509">9678 9281 19559,'10'-1'5557,"-2"0"-4535,-8 1-439,0 0-460,-18-1-112,11 16 42,-11 3-14,16 14 60,8-5-27,3-6 136,1-9 83,-1-9-90,3-14-72,2-10 17,4-12 44,1-13-134,-7 15 34,-3-5-79,-12 24-392,-12 2-5001,-22 16 4534,-8 6 0,21-3 0,13-4 0</inkml:trace>
  <inkml:trace contextRef="#ctx0" brushRef="#br0" timeOffset="41619">8031 11411 21826,'-10'-48'852,"1"0"1,0 0 0,-2-11 0,-1 9 71,-10 2-318,6 35-550,-4 14-39,8 18-3,4 9 0,2 8-12,-3 22 1,-1 5-1373,4-15 1,-1 1 0,0 1 1346,0 3 1,1 0-1,-1 1-253,0 7 0,0 2 0,1-1-725,0-8 0,1 0 1,0 2-114,1-7 1,0 3 0,1-1 0,0-3 172,-1 3 0,1-3 0,2-1-1625,3-1 1,2-2 0,1-5 2144,8 15 0,1-10 1,-6-30-1</inkml:trace>
  <inkml:trace contextRef="#ctx0" brushRef="#br0" timeOffset="41895">7757 12337 11916,'-12'-58'1710,"0"0"1,0 0-1,0 1 1,1 0 0,0 1-1273,3 6 1,0 2 0,1-1-692,1 1 0,1-1 0,2 1 475,0 1 0,2 1 1,1 1-68,2 1 0,2 1 0,1 0 13,5-17 0,4 2-62,2 7 0,4 2-53,1 5 1,2 5 185,3 7 0,1 5-228,3 6 0,1 5-11,3 5 0,0 6-3,2 6 0,-1 6 10,0 6 0,-1 5-38,-3 6 0,-3 6-3,-4 5 1,-4 3 16,-4 3 0,-7 1 17,-9 0 0,-8-1 14,-8-3 0,-7-2-302,-12-4 1,-6-4 326,-7-2 0,-4-5-3,-2-2 1,-1-5-1,-4-4 1,2-4-54,19-2 0,4-5-258,-1-5 1,8-8 274,30-41 0,-7 26 0,19-16 0</inkml:trace>
  <inkml:trace contextRef="#ctx0" brushRef="#br0" timeOffset="42528">8577 11516 25926,'31'27'436,"5"-13"-374,17-39 0,-2-7 33,-6-5-23,-24 10 1,-2-1-50,3-11 61,-6-20 17,-19 22-51,-3 0 45,-24 0-33,-2 21 33,-17-3-33,6 18-34,4 10-6,5 11-33,7 11 11,4 11 17,6 6-17,7 4 11,6 0-28,10-1-5,8-2 10,12-3 1,5-5 6,4-8-7,0-12 7,-2-12 10,0-17 12,7-18 17,-13 1-23,7-18 17,-15 8 6,3-11-23,-5 8 50,12-18-21,-4 18-21,-7 11 1,2 1 30,16-8-11,4 10-11,1 11-16,22 19-1,-17 12-1487,5 8 1476,-24 3-17,-4 6 11,-5 4-44,1 12-168,-9 0-970,-5-2-2687,-2-6 3875,0-13 0,-1-13 0,-1-10 0</inkml:trace>
  <inkml:trace contextRef="#ctx0" brushRef="#br0" timeOffset="43119">9568 11286 15031,'4'0'6979,"0"0"-2890,-4 0-3635,11-37-146,-7 25-112,8-26-168,-10 36 5,1 4 7,1 8 21,4 11-27,0 13-17,0 8-1,-3 7-3391,-8 13 3381,0-20 44,-10 19 23,9-42-11,-4 5-6,7-22 44,6-17-94,0 4 11,10-21 5,1 2 6,4-11 0,2-4-5,-3-2-1,1 0 40,6-3-51,-7 19 3409,9 0-3420,-4 20-6,9 1 6,6 8-11,15 23 11,-16-2-1699,-7 11 0,-2 4 1699,-8 3 8,-2 0 1,-1 3-223,-4 19 208,-6-22 1,-1 1-4,-1-2 1,-1 0-23,1-4 1,-1 0 13,5 19-22,-1-14-213,-3-16-1596,-1-14 105,-2-8 1743,3-15 0,-4 10 0,0-6 0</inkml:trace>
  <inkml:trace contextRef="#ctx0" brushRef="#br0" timeOffset="44380">10145 11549 22750,'-4'-38'940,"1"-1"1,-3-21-627,11 49 655,-1 2-823,-2 4 84,1 0-135,-2 5-22,0 10 11,0 13-17,-1 8 6,1 11 16,-1-3-10,-1 1-29,-1-9-3336,-3 13 3314,1-23 79,-4 18-12,4-27 112,-1 3-84,3-12 129,2-7-162,0-6 3380,3-11-3419,0-1 55,10-28-78,-4 20 14,6-11 0,1-1 9,5-1-1719,-4 8 0,0 2 1707,3 5 0,4 1-28,-8 15 6,14-4 17,10 10-23,7 6-39,10 11 17,-17 3-1,-12 5 1,-2 3-17,5 16 11,4 8-163,-26-13 0,-5 2-88,-10 14-52,1-15 1,-1 0-784,-9 10-774,6-12-957,16-16-840,14-14 3624,15-16-1210,6-12 2100,1-11 157,-13 5 2127,-2-11 668,-5-6-2184,0-1-443,2-7-258,-6 16-520,-6 11 279,-1 2 45,-5 10-470,-2 4-168,-1 5-28,-1 15-6,2 9-28,0 4 23,6 27-51,-4-9-11,3 21-134,-3-9-572,2 1-6542,9 8 7276,-2-17 0,0-8 0,-8-21 0</inkml:trace>
  <inkml:trace contextRef="#ctx0" brushRef="#br0" timeOffset="44547">11008 11058 22823,'-12'-22'0,"1"4"0</inkml:trace>
  <inkml:trace contextRef="#ctx0" brushRef="#br0" timeOffset="44891">11431 11136 23259,'-2'-5'3143,"1"1"-2051,1 4-1042,-64-35-39,46 34 0,-17-10 1,4 6-1,30 36 0,11 11 17,12 2-28,19 1-6,-13-22 1,3-1-391,3 0 0,2-1 385,1-1 0,-1 0 8,-3-1 0,-2 0-36,15 18-51,-25-3-167,-34-1-583,-30 0 192,10-18 1,-4-2-559,-5-1 0,-2-3 189,-1-3 1,0-4-477,3-4 0,3-5-1768,5-3 0,4-3 3261,-10-16 0,21 8 0,13 7 0</inkml:trace>
  <inkml:trace contextRef="#ctx0" brushRef="#br0" timeOffset="45060">11278 11180 10665,'4'-5'9825,"0"1"-7485,-4 4 136,0 0-2145,29-49-141,-32 52 18,16-25-124,-42 72-81,13-19 0,1 1-54,0 3 1,1 1-523,1 1 0,2 0-1354,2 2 0,1-2 1288,2-4 0,1-3 1,-1 9-1,3-17 1</inkml:trace>
  <inkml:trace contextRef="#ctx0" brushRef="#br0" timeOffset="45399">11824 11085 23786,'6'-52'952,"-1"1"0,1 5 0,-3 10-627,-2 23-224,-1 8-67,-1 7 5,-1 16-22,0-2 11,0 21-23,5-4 12,10 10-17,14 2 11,-7-23 0,5 1-14,25 13 1,4-2-4,-21-11 1,0-2-249,17 9 0,-1-1 232,-2 7 5,-15-2-56,-13 8-117,-41-2-93,-1-20 0,-6-2-513,-16 3 1,-2-4 183,14-5 0,0-2-1100,-10 1 1,2-5-8120,-2-13 9127,-1-2 0,21-1 1,12 3-1</inkml:trace>
  <inkml:trace contextRef="#ctx0" brushRef="#br0" timeOffset="45590">11864 11115 23730,'22'-42'935,"0"0"1,-3 5-1,-4 7-610,-7 20-224,-5 9 50,-13 26-123,3-1-1438,-5 11 0,-3 12 1,1-6 1314,-4 17-40,-1 2 1,1 1-1408,10-26 0,1-4-457,-1 17 1961,4-7 0,2-3 0,2-13 1,2 10-1</inkml:trace>
  <inkml:trace contextRef="#ctx0" brushRef="#br0" timeOffset="45813">12386 11162 27370,'-4'16'12,"2"3"-80,1 25-284,2 5-1065,6 11-2107,5-5 3524,9-8 0,-9-22 0,0-9 0</inkml:trace>
  <inkml:trace contextRef="#ctx0" brushRef="#br0" timeOffset="45998">12548 10919 25584,'-28'-45'257,"-1"0"1,4 5 0,6 10-297,15 22-874,12 27 89,-1-4-548,8 20 1372,9 1 0,-14-19 0,7 7 0</inkml:trace>
  <inkml:trace contextRef="#ctx0" brushRef="#br0" timeOffset="46409">12912 10984 21125,'0'-4'3562,"0"1"-1360,0 3-2001,-77 3-139,41 22-379,-12-9 0,4 6 328,29 8 0,7 3 0,-5 20 0,13-20 1,5 0 143,15 17-163,15-9 0,8-3-9,-6-12 0,1-4-182,8 4 0,0-6 193,-8-12 1,-3-5 10,0-6 23,11-13 28,-22-11 67,-4-27-33,-17-3 203,-7 20 1,-3-2-266,-4 3 0,-1 1-232,-11-21 229,8 24 0,-3 2 42,-16-11-48,5 15 1,-8 5-1598,-19 16 1,-2 7 1481,24-6 1,1 6-336,-15 18 0,13 7-347,33 2-1701,9 1 0,6 2 2479,22 11 0,-7-3 0,-1-18 0</inkml:trace>
  <inkml:trace contextRef="#ctx0" brushRef="#br0" timeOffset="46747">13462 11112 27566,'-1'-22'40,"-1"18"-40,-1 37-6,0 18-5,2-6-1,5-8 1,1-1 23,1 6 4,8 5 18,-9-39 72,2-8-78,-3-7 107,6-29-18,-1-3 35,7-22-29,2 4-39,9 3-45,0 16-6,2 17 1,5 4 5,19 4-36,-13 5 0,1 4-17,-6 8 0,-2 4-3,-1 3 0,-2 4-64,-2 5 0,-2 4-525,-4 5 1,-4 3-414,-4 4 0,-4 3 1019,-6 8 0,-2-1 0,-2 6 0,-6-3 0</inkml:trace>
  <inkml:trace contextRef="#ctx0" brushRef="#br0" timeOffset="63876">1152 10142 15395,'-48'1'252,"0"0"0,1 0 0,-15 1 1,6 0 662,20 0 1,6 2-92,-1-1-477,15-1 588,32 1-179,26 0-571,-2-1 0,10-1-1190,-5 0 1,7 0 0,1-1 0,-2 1 1013,2-1 1,-1 0-1,5 0 1,-1 0 0,5 0 0,2 0 1,1 0-1,-3 0-282,-10 1 0,-1-1 1,0 0-1,1 1 0,2-1 279,3 0 1,1 1-1,3-1 1,0 0 0,1 0-1,0 0-211,-6 0 1,2 1 0,0-1 0,0 1 0,0-1 0,-1 0 0,-2 0 215,1 0 0,-4 0 0,0 0 1,1 0-1,3-1 0,5 0-87,-8-1 0,4 1 0,4-1 0,3 0 1,2 0-1,0-1 0,-1 1 0,-1-1 0,-3 1 1,-3-1-1,-5 1 82,8-1 1,-6 1-1,-4-1 1,1 0-1,3 0 1,7-1-1,-11 1 1,5 0 0,4 0 0,2-1 0,2 0 0,1 0 0,1 0 0,-1 0 0,-1 0 0,-3 0 0,-2 0 0,-3 0 0,12-1 1,-5 1 0,-2-1 0,-1 0 0,0 1 0,2-1-1,3 0-5,-5 0 1,2 0 0,1 0 0,1 1 0,0-1 0,1 0-1,0 0 1,-1 0 0,0 0 2,0 0 1,1 1 0,-1-1 0,0 0 0,0 1 0,0-1 0,0 1 0,0-1 0,0 1-9,-1 0 1,0 0 0,-1 0 0,1 0-1,-1 0 1,1 0 0,1 1 0,0-1-1,1 1-73,-7 0 1,2 1 0,1-1-1,1 1 1,0-1 0,0 1-1,-1 0 1,0 0 0,-2 0-1,-2 0 1,-2 0-122,10 0 0,-2-1 0,-3 1 0,-1 0 0,0 1 0,2-1 0,3 1 196,-3 0 0,5 1 0,3 0 0,0-1 0,-1 1 0,-2 0 0,-4 1 0,-7-1 0,-7 0 0,8 0 0,-10 0 0,2 1 0,1 0 0,1 0 0,0 1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3:52:36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1771 2397 24284,'35'-21'58,"0"1"0,17-4 0,4 3-112,4 7 1,3 2-1140,-9 1 1,3 0-1,1 0 734,-1 0 0,1 0 0,2 2-1712,-11 1 1,2 2-1,0-1 1,-4 2 2170,0-1 0,-3 1 0,-1 1 0,14-1 0,-8 2 0,-18 2 0</inkml:trace>
  <inkml:trace contextRef="#ctx0" brushRef="#br0" timeOffset="293">2342 2337 19725,'-4'0'3652,"1"0"-2218,3 0-1429,-13-2 12,18 7-28,9 9-12,35 22-687,-13-9 0,1 2 696,3 6 0,-1 3-55,-10-4 0,-1 3 0,-2-2 13,0 2 0,-4 1-23,-1 15 1,-12-1 44,-16-20 1,-10-2 69,-22 14 0,-10-3-16,8-15 0,-4-4-304,-8 2 0,0-6 295,8-11 0,3-6-55,-6-4-295,12-3 0,1-5-9492,-8-32 8035,10 11 0,14-5 0,19 28 1</inkml:trace>
  <inkml:trace contextRef="#ctx0" brushRef="#br0" timeOffset="1001">3376 2502 20285,'0'-7'4055,"0"2"-3596,-7-56 522,2 35-810,1-9 0,0 4-71,-1 19-100,3 13 0,-2 12 12,1 4-7,-3 23 18,1 19-18,1-11-14,11 5 1,4-4 3,3-13-1,1-2 1,3-4 5,5-17 16,25-5 57,9-23-40,-23 4 1,0-2 11,17-23 73,-14-8-51,-21 18 185,2-21-196,-14 29 6,-6-7-46,-8 27-4,-8 12-12,1 2-6,-3 21-11,11-2-16,14 21 5,17-10 14,0-21 0,4-2-9,5-7 1,3-4-340,4-2 0,3-2 356,1-2 1,1-4 16,-2-4 0,-2-4-70,-5-2 1,-2-4 142,11-24 0,-20-9-50,-16 6 22,-17-14 14,-9 19 0,-4 1-325,-8-15 280,0 13 1,0 5 2,-5 6 629,-6 2-690,10 10 101,11 9-343,11 12-699,17 9-1675,19 10-7182,23 2 9073,-8-8 1,-7-9 0,-23-9-1</inkml:trace>
  <inkml:trace contextRef="#ctx0" brushRef="#br0" timeOffset="1417">4621 2370 25774,'27'-26'-13,"0"0"0,3 2 0,5 5-12,8 13 0,5 6-2920,8-4 0,-1 1 2830,-17 1 0,-1 0-305,9 0 0,-3 0-1425,2-1 977,-12 1 39,-17 1-969,-50 0 1742,6 1 344,-6 0 1,-2 0 904,-16 3 291,-10 1-189,11 1-338,14 1-307,11 2 2804,7 6-3101,6 7 1261,4 2-1379,2 14-173,5-11-29,0 8 1,1 4-26,1-6 1,1 1-585,1 20 0,0 3 4,2-3 1,0 2-2289,3 2 1,1 0 2859,-1-8 0,1-3 0,3 12 0,-3-29 0</inkml:trace>
  <inkml:trace contextRef="#ctx0" brushRef="#br0" timeOffset="1844">5722 2392 25903,'-19'-34'101,"2"16"-73,9 48-17,2 4 0,10 0-5,7-6 11,8-6 56,4-9 83,0-9 46,1-12 5,-4-8 118,-5-18-224,-7 10 67,-13-14-79,-8 16-5,-8-3-33,-4 6-29,1 9-33,1 6-56,2 13-96,2 11-346,2 17-1194,4 16-658,9-21 0,1 1 1682,5 7 1,0-3 0,0 6 0,6-5-1</inkml:trace>
  <inkml:trace contextRef="#ctx0" brushRef="#br0" timeOffset="2110">5953 2769 21399,'-6'0'3518,"1"0"-3232,-30 2 0,-9 2-655,6 5 411,-10-2 0,2 3 193,25 8-157,12-2 170,18 1-91,12-5-23,14-2-11,8-5 28,-1-7 45,-5-5 324,-11-6-375,-10-6-100,-9-3-67,-11-2-163,-11 3-526,-14 6-1754,-13 6 2465,-12 13 0,23-2 0,2 6 0</inkml:trace>
  <inkml:trace contextRef="#ctx0" brushRef="#br0" timeOffset="2444">1682 3580 19759,'-51'9'44,"0"0"1,0 0 0,0 0 0,-6 0 0,2 1-1,7-2 96,7-1 1,12 0 1173,19-2-720,60-6-337,2-2 1,10-2-1164,-6 1 1,6-1 0,2 0 1001,-5 0 1,2 0 0,2-1 0,1 1-339,-5 0 1,2 1 0,1-1 0,1 0 0,0 1 266,-5-1 0,0 1 1,1 0-1,1 0 0,2 0 1,2-1-153,-10 2 1,2-1 0,2 0-1,1 0 1,0 1 0,0-1 0,0 0-1,-3 0 1,-2 1 133,10-1 1,-4 0-1,-1 0 1,-1 1-1,3-1 1,4 0-119,-8 0 0,3 0 0,2 0 0,1 0 0,1 0 1,0-1-1,-2 1 0,-2 0 0,-3 0 121,9 0 0,-4-1 1,-1 1-1,-2 0 0,2-1 1,3 1-25,-8 0 1,1 0 0,1-1-1,1 1 1,0 0 0,0-1-1,-1 1 1,0 0-19,4 0 1,1-1 0,-1 1 0,-1 0-1,0 0 1,0 0 0,-1 0-352,5 1 0,0-1 1,-1 0-1,-1 1 1,-1 0-1,-3 0 383,1 0 0,-1 1 0,-2 0 0,-3 0 0,-3 1 0,8-1 0,-6 1 0,-6 0 0,-9 1 0,-1 0 0</inkml:trace>
  <inkml:trace contextRef="#ctx0" brushRef="#br0" timeOffset="4711">4925 4665 24133,'0'-43'631,"-1"-1"0,5 7 0,-6 10-440,-19 21-57,1 18-27,-21 23-96,10-3-384,5-2 0,0 2 342,6-4 0,1 0-126,-6 9 1,0 3-360,0 1 1,1 1-712,2-2 1,1-1-2718,2-5 1,3-1 3187,-7 11 1,13-25 0,8-14 0</inkml:trace>
  <inkml:trace contextRef="#ctx0" brushRef="#br0" timeOffset="4884">4490 4718 20666,'-1'-7'4968,"0"2"-4749,1 5 83,0 0-167,43-37-79,1 45-526,-9-20 0,1 2 470,-7 23 0,-1 6-12,2 2 1,0 1-157,1 3 0,0 1-908,7 6 1,0 2 1075,0 1 0,-4-2 0,4 5 0,-9-9 0</inkml:trace>
  <inkml:trace contextRef="#ctx0" brushRef="#br0" timeOffset="5260">5733 4674 26591,'-27'-19'0,"0"1"0,-8 12 0,3 10-101,-6 39-282,15-17 1,-1 2-161,-1 4 0,1 1-3590,-1 0 1,1 0 2362,5-6 0,0-1 1770,-3 4 0,5-6 0,12-16 0,1-3 0</inkml:trace>
  <inkml:trace contextRef="#ctx0" brushRef="#br0" timeOffset="5443">5305 4860 20464,'-14'-46'1307,"1"1"0,1 5 0,3 6-321,5 7-723,7 13-139,12 5 77,30 16-145,-5 2-22,20 9-222,-30-6 1,0 2 176,2 2 0,1 2-188,17 10 0,1 3-795,-10-3 1,-1 0-2096,6 6 0,-3 0 3089,-13-11 0,-4-1 0,7 7 0,-16-15 0</inkml:trace>
  <inkml:trace contextRef="#ctx0" brushRef="#br0" timeOffset="5650">6390 4618 23976,'-2'-3'2302,"0"1"-1971,2 2-331,-30 8-11,17 2-79,-34 21-302,18 8-412,7-11 0,-3 1-4112,-4 4 1,-2 0 4889,0-3 1,2-1-1,-11 8 1,15-16 0</inkml:trace>
  <inkml:trace contextRef="#ctx0" brushRef="#br0" timeOffset="5834">5918 4829 18683,'2'-8'2753,"4"-23"0,1-4-1599,-1 11-824,1-11 1,1 3-45,-2 19-197,3 8-72,6 6-11,11 11-6,13 10-23,-2 3-226,-2 0 0,2 2-639,-9-7 0,2 1 888,17 10 0,-1-2 0,-2-1 0,-6-6 0</inkml:trace>
  <inkml:trace contextRef="#ctx0" brushRef="#br0" timeOffset="6060">7183 4625 24643,'-3'-5'2218,"1"1"-1938,2 4-269,-50 15-5,31 1-18,-20 12 1,-2 6-588,19-6 1,2 1-141,-14 15 0,-4 2 513,-4 0 0,1-4 0,16-17 0,2-2 0,0-1 0,0 1 0</inkml:trace>
  <inkml:trace contextRef="#ctx0" brushRef="#br0" timeOffset="6250">6674 4665 23467,'0'-3'2828,"0"0"-2660,0 3-252,88 39-1644,-60-23 0,1 1 208,14 5 0,6 2 0,-6 0 1520,-5 0 0,-6-2 0,13 7 0,-20-13 0</inkml:trace>
  <inkml:trace contextRef="#ctx0" brushRef="#br0" timeOffset="6660">7652 4900 27589,'-24'-41'-481,"15"19"1,19 35 0,3 2 0</inkml:trace>
  <inkml:trace contextRef="#ctx0" brushRef="#br0" timeOffset="7084">7966 4653 27195,'43'3'-60,"1"1"1,-1 0 0,7 4-1,1 2 1,-8 3-274,-9 4 0,-5 2-2545,7 1 1,-3-1 2104,-5-2-3016,-13-8 3082,-8-5 771,-3-13 26,-5 0 465,-3-18 482,4 3 2352,3-7-2190,4 2 45,3 1-936,-2 11 151,0 3-252,-5 11-106,-2 3 28,-2 13 16,-8 15-103,-3 3 0,-3 4-36,-11 20-36,5-16 0,-4 5 0,2-4 1058,6-8 0,-1 0-1674,-4 9 0,-3 5 0,3-2 646,0 10 0,2-4 0,5-14 0,1-1 0,3-4 0,0 1 0</inkml:trace>
  <inkml:trace contextRef="#ctx0" brushRef="#br0" timeOffset="7477">8566 4714 22268,'-3'-4'3814,"0"1"-3242,3 3-281,0-33-151,12 30-11,9-19-79,7 37-16,4 6 16,4 9-39,3 9-160,-14-13 0,1 1-11,4 7 1,-1 0-982,-4-4 0,-1-2 684,-2-1 0,0-2-4718,15 15 5175,-13-20 0,-5-3 0,-8-11 0</inkml:trace>
  <inkml:trace contextRef="#ctx0" brushRef="#br0" timeOffset="7710">9204 4669 21859,'0'-4'3170,"0"1"-1181,0 3-1838,-58 42-140,32-14-6,-9 2 1,-3 6-20,8 9 0,1 4-163,-2-2 1,-2 2-438,8-11 1,-1 1-1,0 0-927,-2 2 1,-1 1 0,3-3 1540,0 0 0,2-3 0,1-2 0,3-4 0,2 1 0</inkml:trace>
  <inkml:trace contextRef="#ctx0" brushRef="#br0" timeOffset="8117">9316 4759 27034,'34'-12'-21,"0"-1"1,1 5 0,-1 7-53,2 18 0,-3 7-558,-5-6 1,0 0 229,5 5 1,0 1-2417,-2 1 0,0-1 2817,-4-3 0,-2-1 0,16 14 0,-28-24 0</inkml:trace>
  <inkml:trace contextRef="#ctx0" brushRef="#br0" timeOffset="8327">9915 4670 23175,'0'-4'3271,"0"1"-2442,0 3-706,-23 30-33,-4 16-62,-1-6 0,-4 5-1048,-2 7 0,-2 2 982,8-14 1,-2 1 0,0 1-888,-2 2 0,-1 2 1,2-3-83,6-7 1,0-1 0,1-1 1006,-11 19 0,6-6 0,8-12 0,4-4 0</inkml:trace>
  <inkml:trace contextRef="#ctx0" brushRef="#br0" timeOffset="9077">10130 4742 26385,'-9'-24'577,"1"5"-544,7 20 1,0 0-23,1 1 129,13 0-73,-2-3-5,12-1 44,7-9-11,2-4 141,8-7-152,-15 8 61,-6-1-33,-16 10-56,-1 0-45,-3 2-22,-1 2-17,-2 0 6,0 3-6,-1 2 5,-1 2 12,-2 0-90,-1 3 40,1-3-107,-4 0-23,3-1-16,-2 0 22,3 0 62,2 0-6,1-2-5,2 0-17,0-1-353,0-1 224,0-1 123,0 0 17,-1 0-85,-1 0 46,-2 0-95,-1 0-510,0 0-1064,1 0-2113,3 0 3961,1 1 0,3-1 0,0 0 0</inkml:trace>
  <inkml:trace contextRef="#ctx0" brushRef="#br0" timeOffset="9343">10123 4630 26110,'-1'-43'667,"6"17"-617,5 32 29,9 13-23,9 8-45,-3-4-28,18 15-11,-9-10-95,13 8-535,1-2-188,-3-3-728,-6-5-1848,-5-9 3422,-3-7 0,-16-7 0,-1-2 0</inkml:trace>
  <inkml:trace contextRef="#ctx0" brushRef="#br0" timeOffset="9517">10635 4718 25539,'1'-44'786,"1"0"0,0 3 0,-4 10-557,-3 24-133,-2 2-46,0 9-16,-5 14-6,-6 19-26,5-9 1,-1 5-9,-9 21 1,0 4-342,6-17 0,0 4-30,2-3 0,-2 7 1,1 0-1,1-7-1100,1 2 0,2 1 1477,-4 13 0,0 8 0,4-12 0,2-3 0,4-15 0,1-1 0</inkml:trace>
  <inkml:trace contextRef="#ctx0" brushRef="#br0" timeOffset="9933">10899 5013 28054,'-12'-35'-5864,"6"16"4448,14 37 1,-3-4 0,0-6 0</inkml:trace>
  <inkml:trace contextRef="#ctx0" brushRef="#br0" timeOffset="10560">11304 4816 23875,'-43'-5'851,"1"0"1,2 2 0,12-2-556,26 1-72,10 0-179,-2-1 62,25-2-68,2 2-3454,24-3 3427,-11 4-7,-12 2 1,1 0-365,25 1 350,-24 1 1,0 1-9,24 5 0,-19 4 1,-21 4 4,-22 5 3235,-22 5-3201,-22 4-1448,7-7 0,-1-1 1426,11-6 0,-1 0 5,-12 6 1,2 0 0,-4 5 16,-1 3-5,15-3-6,14-11-16,9-3 33,7-8 3414,8-3-3431,15-8-1710,8 0 1,3-2 1670,20-7-81,-14 6 1,6-1 0,-5 1-351,-10 3 0,1 1-32,7-2-1,5 0 1,-2 1 491,8 0 0,-3 2 0,-13 1 0,-3 0 0,30-2 0</inkml:trace>
  <inkml:trace contextRef="#ctx0" brushRef="#br0" timeOffset="11061">12156 4694 19748,'-5'0'3394,"1"0"-694,4 0-2538,-41-11 51,31 9-68,-28-9 163,46 11-22,13-2-224,-3-1 50,22-4-62,-12 2-39,7-1 28,5 2-33,16 3-6,5 5-133,-25-1 0,-1 3 122,11 12-17,-17 5 23,-15-2-7,-34 17 24,-9-8-10,2-8 1,-3-1-115,1-3 1,0-2 122,-1-1 0,1-2-11,-15 7 12,0 2-12,29-14 270,-4 5-225,18-12 67,5 1-45,3-3-11,16-5-61,29-9-68,-22 6 0,2 0-126,2-1 1,2 1-1404,16-2 0,0 1-1064,7 1 2666,-7 2 0,-4 0 0,-18 4 0,-1 1 0</inkml:trace>
  <inkml:trace contextRef="#ctx0" brushRef="#br0" timeOffset="11617">13099 4650 18386,'-5'0'4985,"1"0"-2022,4 0-2587,-56-4-91,43 2-83,-43-2-62,56 4 28,0 0-151,7-2 5,12 0 0,21-2-22,17 0-590,-23 2 1,-1 1 584,21 0 10,5 5-5,-32 3-11,1 6 17,-20-1-12,-21 16 6,-9-4 11,-22 14-14,17-19 1,-1-1 359,-4 1 0,0-1-346,0 0 0,1 0-11,-21 13 22,20-11-5,18 0 28,24-13 5,22 0-27,30-12-1626,-7-1 0,2-2 1600,-16 1 0,3-1-432,12-1 0,6-1 0,-8 2-1354,-19 2 0,-2 1-9,26-5 0,-2 2 1625,-10 0 0,-23 4 0,-2 0 0</inkml:trace>
  <inkml:trace contextRef="#ctx0" brushRef="#br0" timeOffset="12135">13759 4593 26782,'-39'-3'723,"12"-2"-650,36 1-23,14-3 0,15-1-27,16-2-29,-22 6 1,1 0 13,0 1 0,1 0-5,4 2 0,-2 1 3,7 5-1,-7 1-5,-30 8 0,-7-4 23,-9 9 10,-9 1-16,-13 6-62,-7 1 40,7-7 33,-5 5-12,20-10 1,-1 3-11,13-8 39,8-5-6,11-2-17,18-7-61,20-5-152,-19 2 1,5 0-376,19-4 1,-1 1 0,0-1 0,-21 6-1,0-1 1</inkml:trace>
  <inkml:trace contextRef="#ctx0" brushRef="#br0" timeOffset="14092">4546 5596 12135,'-50'-5'2500,"-1"1"0,-2 0 1,8-2-726,16-1-957,1-1-409,28 1-34,18 0-11,21-2-219,-5 4 1,5 0-934,14-1 0,5 0 827,-10 2 0,3 0 1,1 0-27,8 0 0,2 0 0,1 0-2,-11 1 0,0 0 0,1 0 1,1 0-650,2 1 1,0-1-1,1 1 1,0-1 644,1 1 0,1 0 0,-1 0 0,1 0-3,0 1 0,-1-1 0,1 0 0,-1 0-380,0 0 1,-1 0 0,1 1 0,-2-1 384,-1 0 1,0 1 0,-1-1 0,-1 1-190,-2 0 1,-1-1 0,0 1 0,-2 1 190,11-1 0,-2 0 1,-3 0-5,-6 2 0,-3-1 1,-2 2-31,6-1 1,-4 2 735,10 4-859,-34 2-796,-41 6-4810,-1-5 5601,-22 4 0,28-10 0,0-1 0</inkml:trace>
  <inkml:trace contextRef="#ctx0" brushRef="#br0" timeOffset="15327">4617 7134 14384,'-1'-49'1354,"1"-1"0,0 0 1,-1 3-1,0 0 0,-1 3-656,0-5 0,-1 2-629,-2 3 0,0 1 357,1 3 0,1 3 168,-3-22 215,3 21-714,1 18-100,2 17 66,-1 31-38,1-2-4,0 6 1,0 5-9,0-3 0,-1 3-290,0 12 0,-2 4 285,-2 5 0,-1 2-6,1-18 0,-2 0 0,0 1 9,-2 6 0,0 1 1,-1-2-2,-1 13 0,0-2 12,1-8-1,1-5 37,2 3 68,6-33 255,0-15-189,6-14 494,5-17-620,7-11 1,2-5-46,-2 9 1,1-2-344,7-15 0,1 0 332,-6 17 1,-1 3 2,0 4 0,-1 2 0,10-10 0,-3 12 817,-1 11-828,5 6 0,11 2-23,5 16-16,4 10-45,0 17-267,-25-13 1,-1 1 0,-3 3 0,-1 1-2410,0 7 1,-2 0 692,5 12 2024,-7-13 0,-1-4 1,-6-13-1,4 6 0</inkml:trace>
  <inkml:trace contextRef="#ctx0" brushRef="#br0" timeOffset="16467">5274 7137 16997,'0'-5'5714,"0"1"-3105,0 4-2598,-21-41 17,21 36 18,5-23-46,17 38-6,18 3-34,16-11 29,-18-5 16,0-1 1,0-2 29,9-15-7,6-8 112,-11-13-51,-19 13 102,-8-13 5,-18 14 0,-7-7 50,-15 1-190,4 13 45,-16 4-23,6 17-16,-22 17-51,8 7-5,2 7-20,24-1 0,5 1 8,4 1-16,-2 25-68,22-16-308,25 11 37,-11-24 0,2-2 6,1 0 0,4-2-292,7-2 0,3-4-533,-2-6 0,2-1 437,10 0 1,3-3 101,1-4 0,-1-5 321,-4-3 1,-2-5 327,-3-6 0,-4-3 927,10-19-381,-17 0 611,-26-4 78,-8 4 23,-8-20 205,-2 13-731,-16 0-158,10 28-459,-15 14-73,15 10-5,-8 9 11,-7 20-22,7-1-3415,-4 19 3392,16-21-28,10 8-22,10-21 33,8 4-27,1-17 55,9-10 57,4-19 3346,-5 4-3318,9-23 77,-12-4-38,-2 0 56,-3-5-90,-10 23 168,-4 5-230,-2 15-61,-1 1 28,-1 15-34,0 8-11,-1 4-107,2 15-531,13 5-331,5 4-431,18 5-1446,11-15 1491,-3-11-359,-10-15 0,3-4 48,-3-3 0,0-3 738,9-1 1,2-5 682,6-7 0,-2-2 2133,7-8-897,-26 8 0,-5-4 2840,-16-14-2453,-4 2-795,-4-8 638,-13-7-174,-4 19-660,-18-6-102,-7 20-83,-11 16-110,16 9 1,1 3-43,-13 10-8,17-1 0,3 3-3,3 12 0,5 10-16,13-3 3363,19-6-3397,12-10-118,26-8 118,-12-13 17,9-9 16,-11-14 73,10-23-16,-10 3 41,-13-4 0,-6-6-333,-11 11 1,-2 0 273,1-6 1,0-3-960,-4-2 1,-1-3 0,0 6 1065,0-18-8,1 0 0,-1 5 75,0 17-39,-2 4-67,1 16-79,-3 11 392,0 21-420,1-2-10,-2 31 10,3 6-14,1-14 1,2 4-147,3 17 1,2 0 1261,-2-15 1,2 0-1420,1-1 0,2 4 0,1-4-618,4 2 0,3-2-885,4 8 0,5-1 1826,5-5 0,0-6 0,4 4 0,-1-16 0</inkml:trace>
  <inkml:trace contextRef="#ctx0" brushRef="#br0" timeOffset="17025">7223 7157 18425,'1'-7'5932,"-1"2"-5322,0 5 1144,0 0-1681,-13-51-57,9 38 1,-9-35-6,19 54-27,15 3 10,0-3 6,12-1-45,10-11 51,-9-4 16,12-8 6,-23-8 28,-10-5-28,-8 4 107,-24-23-91,7 27 35,-24-20-6,11 29-29,-8 3 1,0 8 6,2 13-35,2 9-4,3 13-12,5 13 0,6 11-223,10-25 1,3 2 208,5 0 0,3-1-3,2 0 1,4-1 4,5-2 1,3-2-19,4-4 0,2-2 5,2-3 0,2-3-15,1-5 1,1-2-11,27-2 44,0-21 12,-22 1 16,3-22 1,-18 2 38,2-12 29,-5-3-51,-7 10 109,-2 5 1,0 1-115,-1 7 460,8-21-455,-8 37 27,15-3-32,4 7-29,7 0 12,23 22 6,-9 7-377,-12-3 1,1 3 305,-6 0 1,-1 3-303,-2 1 0,-2 1-1560,-4 3 0,-3 1 1119,7 24 1,-14-20 0,-10-15 0</inkml:trace>
  <inkml:trace contextRef="#ctx0" brushRef="#br0" timeOffset="18025">7903 3965 7610,'-5'2'5808,"1"0"-4447,4-2 1776,-61 22-1793,29-12-812,-7 4 0,1-1 364,13-5-414,10-2-185,8-3 202,7 1 117,7 0-11,8 3-45,17-1-163,22-1-299,-14-4 0,4-1-703,14-3 1,4 0 626,-13 0 0,2-1 1,1-1-690,8 0 0,2-1 1,1 0 664,-11 1 1,1 0-1,0-1 1,2 1 2,3 0 1,1-1-1,0 1 1,1 0-2,2-1 0,1 1 0,0 0 0,0 0 1,-1 0 0,1 0 1,-1 0-1,2 1 1,-10 0 0,1 0 1,0 0-1,-1 1 0,-3 0-757,16-2 1,-5 2 0,-1-1 757,-6 1 1,-2-1 0,-6 2 29,-10 0 1,-9 1 173,-10 0 35,-5 1 597,-13-1-677,-2-1 1495,1-3-1808,9-8 3173,1 4-8225,25-7 4355,-6 7 0,-3 2 0,-10 3 0</inkml:trace>
  <inkml:trace contextRef="#ctx0" brushRef="#br0" timeOffset="19352">9090 3467 21730,'4'-47'557,"-1"1"0,1-1 1,-1-10-1,6 3-341,20 0 0,8 4-2697,-6 15 1,3 2 2494,-2 2 1,3-2 0,1 4-7,13-4 1,1 5 136,2 2 0,-1 3-145,-12 5 0,2 2-592,18-6 1,-2 2 591,0 1-3,1 1 1,-1 2-407,-11 5 431,8-1 1682,-38 9-1687,-24 3-17,-4 0-1248,-39 0 1276,17 1 22,-7 0 1,-2 0 1538,-3 1-1527,-8 1 687,22-3-396,21 0-291,1 0 83,8 0 2966,12 0-3095,4 0 903,22-1-908,10 9-6,-4 0-10,15 16-12,-12 5 6,1 2-93,-11-1 1,-1 2-1074,7 16-131,-14-12 1,-3 1-8524,-2 21 9150,-12-18 1,-8-15 0,-2-18 0</inkml:trace>
  <inkml:trace contextRef="#ctx0" brushRef="#br0" timeOffset="19867">10546 2538 24004,'0'-3'1446,"0"0"-1222,0 3-202,61 81-718,-45-55 0,1 3 699,8 9 1,4 5 0,-6-3 7,-8-4 1,-4-2-10,-3-2 1,-1-2 431,-1 21-423,-9-11 239,-2-12-144,-2-13 6,-2-13-89,3-6 797,-11-26-797,1-5-23,3 6 0,-1-1 11,-7-18-9,6 13 1,1-3 5,-1-9 1,1-2-594,1-1 1,1-2 598,0-9 0,4 1 19,6 14 1,5 2-107,4 4 0,3 2 67,3 4 1,4 2 5,4 5 0,2 3 0,3 4 0,1 4-9,3 3 1,1 3-12,1 3 1,0 4-32,28 8-21,-10 14 10,-14 17 51,-17 14-17,-23 11-255,-7-27 0,-6 0 269,-7 1 0,-4-1-3,-4 0 1,-1-1-26,-1-4 0,-1 0-575,-4 2 1,3-2-442,-3 3-713,3-2 1771,41-24 0,-3-3 0,5-1 0</inkml:trace>
  <inkml:trace contextRef="#ctx0" brushRef="#br0" timeOffset="20649">11501 2506 22470,'-60'0'793,"0"-1"0,6 2 1,8 5-604,8 19-78,11 4-22,9 3-29,8-1-5,9 1 29,14 4-40,-1-12 56,13 1 95,-7-18 50,4-7-72,-1-13-46,-1-10 12,-1-9-5,-4-6-18,-2-1-5,-2 0 23,-1 6-1,-2 8-44,-3 11-62,-3 7-17,-2 6-22,-1 8 11,-2 8 5,-1 12-10,-1-1-34,2 22 22,3-23-118,15 33 1,7-30-40,16 9 18,4-22 49,3-16 62,2-16 57,-5-13-1,-12 1 73,-3-22-6,-15 15 23,0-15 33,-9 19 23,-2 10-129,-1 11-28,0 7 0,-2 20 0,2-7 0,3 28-5,6-15-7,8 9 1,8-10-17,9-7 6,8-6 27,3-12 7,-1-10 27,-4-12 106,-5-20-83,-15 12 89,-3-16 56,-13 19 62,-1-4-39,-2 10-96,-1 8-100,0 10-34,0 10 17,3 14-17,5 20 5,1 21-428,-3-19 0,-1 2 403,-1 8 1,-1 1-54,-1 6 0,-1 1-112,-4 3 1,-3-1-1013,-3 1 0,-5-1-195,-6-5 0,-6-2 1392,-10-5 0,-2-5 0,17-17 0,-1-4 0,-24 9 0</inkml:trace>
  <inkml:trace contextRef="#ctx0" brushRef="#br0" timeOffset="21518">12301 2758 23964,'16'-52'396,"1"0"1,-1 1 0,-1 4-1,0 2 1,1 4-814,1 3 0,0 2 507,2-3 0,-2 0-40,-4 4 0,-1-2-28,3-11 1,0-2-320,-3-3 1,-2-1 312,-2 0 1,-2 1 8,-1 4 1,-2 3 168,-3 8 0,-1 4-93,-5-12 23,-3 22-180,1 14 503,0 13-453,2 5 807,-7 21-790,-2 15-8,5-10 0,0 3-182,1 6 1,1 1 181,2 5 0,2 1-3,3-1 0,3 1-332,3-1 1,3 0 314,3-4 0,4-2 3,4-2 0,3-3-23,3-3 1,4-4-84,13-2 0,3-4 106,-15-9 0,2-2-3,16-2 0,-1-7-260,10-16 291,-25 1 0,0-4 19,16-24-1458,-28 10 1,-4 0 1463,2-12 317,-8-13-283,-16 27 466,-7 0-500,-11 13-39,-26 35-6,23-8 6,-13 24 189,33-20-195,5 15-16,10-6 22,2 3 3380,16-9-3380,4-12 23,10-1 10,14-17-27,-19 0 84,9-29 5,-32 4-56,1-7 56,-21-9-50,-7 8 33,-13-11 18,-5 6-12,-3 11-40,2 12-38,2 11-6,8 10-62,4 18-33,11 8-258,6 15-464,17 5 106,2-7-1541,25 8-2664,-7-24 1,1-3 3249,15 11 1,5-6-1,-43-19 1</inkml:trace>
  <inkml:trace contextRef="#ctx0" brushRef="#br0" timeOffset="21901">13617 2299 23237,'-10'-45'812,"1"0"0,-4 2 1,-4 11-690,-9 28-73,-4 3 17,-8 15-33,8 10-6,-5 21-39,15-3-6,12 8 28,18-14-5,12-7 16,9-10 6,-1-9 140,14-13-22,-16-12 72,8-13 51,-17-9-157,-9 4 235,-6-22-140,-7 17-39,-3-12-22,-1 19-51,-1 12-78,4 9-51,1 6 1,0 9-46,2 19 18,0-3-40,3 14-616,10 15 180,-1-16-1012,6 7 0,5 2-330,-2-17 1,2-3-411,12 13 1,6-3-2607,0-10 0,1-4 4257,-7-6 1,-3-2-1,15 2 1,-33-11-1</inkml:trace>
  <inkml:trace contextRef="#ctx0" brushRef="#br0" timeOffset="22285">14186 2482 21244,'20'-41'879,"-1"0"1,1 0-1,7-17 1,-7 7-258,-13 9 106,-15-4-371,-16 28-200,-22 1-90,1 20-33,-6 9-6,14 11 0,3 4-23,-1 4 3,2 9 1,10 2-37,26 0-78,13 14-17,25-23 44,-2-13-8,-2-13 1,2-5 63,15-12-154,-14 1 0,-2-6 210,-10-6 1,-5-4 5,-2-6 0,-5-4 14,-3-7 1,-3-2-610,-4-9 1,-2-4 588,-2 15 1,-1-1 0,-1-1 22,-1-1 0,-2-2 0,0 2 29,0 0 1,-1 2 0,0 1-10,-2-5 0,-3 2 111,-3-1 1,-1 7 2,-1 4-83,-4-1-79,12 29 5,4 18-22,2 6-28,2 17 1,2 7-4,0 0 1,2 4-383,-1 2 1,2 4 0,-1 0 287,2 4 0,-1 0 0,0 2-311,-2-9 0,0 1 0,0 0 1,0 2-169,-1 3 1,0 0 0,0 2-1,-1 0 593,0 7 0,-1 2 0,0-1 0,0-7 0,-1-8 0,0-4 0,0-1 0,0 17 0,0 0 0</inkml:trace>
  <inkml:trace contextRef="#ctx0" brushRef="#br0" timeOffset="23275">11213 5562 22817,'9'-38'767,"0"0"0,6-23-722,-12 63 17,1 11-23,2 13 6,-3 16 16,-3 15-41,-4-23 0,-2 1-182,-1 3 0,-2 0 187,-1 0 1,-1-1-10,1-3 1,1-2 11,-3 22 6,7-12 44,13-14 79,10-10 11,17-9-56,18-9-75,-18-4 0,2 0-224,4-3 0,3 0 215,2-4 0,1 0-461,3-1 0,1 0 463,5-2 1,0 0-20,-14 5 0,2 0 1,0 0-14,6-1 0,0 1 0,2 0-535,5 0 1,1 0 0,2 1 527,-13 2 1,2 0 0,0 1 0,1 0-454,1 0 1,1 0 0,1 1 0,-1 0 461,2 0 0,0 1 0,1 0 0,-1 0 1,0 1 1,0 0-1,0 0 1,-1 0 0,-1 1 1,0-1 0,-1 1 0,0 0-63,12 0 0,0 0 1,1 0 64,-13 0 1,2 0-1,-1-1 1,-4 1-22,-2 0 1,-4 0 0,2 0 17,13-1 0,2-1 0,-5 1 9,-2 0 0,-2 0-6,12-1 1,0 0 2,-6 0 1,-2 1 537,-8-1 1,-2 0-474,-9 0 0,-4-1 139,7-4 2025,-22-5-2108,-26-15 585,-1 3-590,-15-20-29,11 4-34,1-11-10,7 1 1384,11 8-1446,2 12-365,1 12-161,-4 10-2439,-11 7 2976,-3 6 0,0-2 0,4 3 0</inkml:trace>
  <inkml:trace contextRef="#ctx0" brushRef="#br0" timeOffset="24519">12523 7044 19160,'0'-8'3371,"0"2"-2632,-13-30 1,-7-6-135,-8 9-496,7-11 0,-5 4 333,-34 21-346,25 24-62,-23 8-29,31 11 18,-5 28-18,16-6-5,-1 11-5,13 0-23,9-24 10,15 21-4,3-27 0,4-1-1,3 1 1,2 0-394,10 3 0,1-3 391,-4-5 0,-2-3 16,-3-1 1,-3-1 8,13 6 34,-38 1-45,-37-13 5,-13 2-409,3-8 0,-3-2 437,2 0 1,-2-1-9,-11 1 0,0-1-9,3 0 1,2-1 5,5-2 1,4 0-57,-9-3-515,19-1-112,24 2 155,8 1 517,15-2 0,-10 3 0,9-2 0</inkml:trace>
  <inkml:trace contextRef="#ctx0" brushRef="#br0" timeOffset="24734">12837 7177 21663,'0'-4'4167,"0"0"-3220,0 4-936,-7-22 0,4 33-61,-5-8-118,7 42-319,2 4-768,3 2-1826,0-2 3081,-1-4 0,-1-21 0,-2-7 0</inkml:trace>
  <inkml:trace contextRef="#ctx0" brushRef="#br0" timeOffset="24893">12996 6972 19664,'10'-15'-1970,"-7"-4"0,6 31 0</inkml:trace>
  <inkml:trace contextRef="#ctx0" brushRef="#br0" timeOffset="25352">13579 7148 24883,'-17'-44'422,"0"0"0,0 6 1,-4 8-272,-29 23-84,0 14-45,3 11-10,6 14-7,8 7 1,9 2-1,11 0-16,10-2 17,14-5 16,7-9 57,6-11 61,1-11-62,-7-7 208,8-19-74,-9-2-16,7-14-5,-6 4-23,-2 1-45,-2 5 0,-4 7-72,-3 8-23,-2 7-6,0 10-11,5 12 28,8 13-22,9 19-28,-11-17 0,1 3-422,2 5 0,0 3 388,1 4 0,-2 2-50,-3 4 0,-3 1-62,-6 4 0,-6 0-440,-3-11 0,-7 1 89,-12 3 0,-8 2 1,-2-5-768,-9 1 0,-4-3 995,4-4 0,-4 2 0,2-6-401,-7-5 1,1-10-2992,7-15 0,3-8-293,-4-13 3965,16-32 0,24 25 0,2-1 0</inkml:trace>
  <inkml:trace contextRef="#ctx0" brushRef="#br0" timeOffset="25742">13754 7003 18868,'2'-4'5691,"-1"0"-4481,-1 4-1081,18 14-73,-7 13-23,14 20-27,-13 11 5,-5 4 8,-10-19 1,-3-2 47,-1 8-39,-11 7 129,5-38 134,4-9-39,2-6-128,8-17-24,9-14-32,9-12 32,12-9-211,-12 24 1,0 0 152,2-1 0,1 1 70,22-20-62,-3 7-44,-3 11-6,-6 10-12,-2 10-16,-2 10-67,8 16 45,-11-1-141,12 17-206,-12-5-482,6 10-897,0 2-1856,0-2 3632,-4-7 0,-10-13 0,-7-10 0</inkml:trace>
  <inkml:trace contextRef="#ctx0" brushRef="#br0" timeOffset="26351">14672 7198 22105,'5'-47'1066,"-1"0"0,-1 5 0,-4 9-813,-10 16-96,-11 13-12,-8 15-49,-4 11-24,0 11-32,8 4-18,11 3 0,13 5-10,7-16-7,14 4 18,2-22 44,8-2 22,3-17 135,9-18-106,-14 2-1587,-7-3 0,-3 0 1637,-4 1 151,3-22-62,-14 23-89,-3 1-84,-5 10-50,-3 9-12,-1 12 3382,1 7-3393,5 11-22,8 5-12,9 2 23,12-1-5,11-1-7,7-4 7,5-5 22,0-10 5,-4-11-22,-3-14 11,-3-15 0,-5-15-3,-15 6 1,-3-4-4,-3 0 1,-2-2-707,2-15 1,-2-2 705,-4 16 1,0 0 8,1-15 0,1-1-501,-1 12 0,-1 0 534,2-7 1,-1 1-4,-2 9 0,-1 3 108,0-19-152,-4 30 0,-2 14 0,-1 17 0,-10 35 0,1 12 147,4-14 0,0 2-147,2-1 0,0 2 0,1 6 0,1 3 0,1 6 0,2 3-72,0-9 1,1 3 0,2-1-153,2 1 0,1 0 0,4-1 9,1-2 1,2 0-1,2-2-207,3-2 0,1-1 1,2-2-811,10 13 1,1-4-2306,-3-8 0,-1-3 3537,11 12 0,-18-24 0,-14-15 0</inkml:trace>
  <inkml:trace contextRef="#ctx0" brushRef="#br0" timeOffset="26802">15084 7016 19182,'-4'-3'4257,"1"0"-2807,3 3-1416,93-46-1167,-51 34 1133,-2-3 0,9-3 0,-5 5 336,14 11-356,-15-2 1,-2-2 19,6-1 201,-1-8-173,-31-2 34,-3-4 84,-2-4 735,-5 2-456,-4 7 18,-1 6-130,-2 5-268,0 5 34,-2 8-12,-2 8-28,-2 19-33,3 3 27,2 10-27,6-16 5,10 7 0,15-10-14,2-10 1,5-1 7,-2-6 1,2-2-6,1 0 0,0-3 16,-2-5 1,-4-5 79,11-12 55,0-12 134,-16-26-195,-15 15 72,-18-20-27,-11 21-57,-10-5-39,0 7-207,4 11-22,11 11-1619,8 19-1916,18 10 3725,3 7 0,-1-7 0,-3-7 0</inkml:trace>
  <inkml:trace contextRef="#ctx0" brushRef="#br0" timeOffset="27152">16337 6735 25959,'-26'-38'341,"1"0"1,-2-18-325,48 62-6,27 16-5,-15 0 0,2 3-6,1 2 0,1 3-618,6 10 0,-2 2 609,-12-5 1,-4 0 5,-5-2 1,-6-1 19,-5 23-11,-15-20-51,-32-6 45,14-21-11,-22-4 16,29-28 12,1-15 0,12-8 11,4 10 0,2-1-287,1 1 1,1-1 303,1-9 0,2-1-12,2 4 1,1 2-17,8-16-118,19 11-84,-13 32-944,12 5 1,4 6-1513,-8 7 0,0 3 2641,12 0 0,-2 1 0,5 5 0,-19-5 0</inkml:trace>
  <inkml:trace contextRef="#ctx0" brushRef="#br0" timeOffset="27508">17167 6857 20280,'-3'1'4833,"1"-1"-2604,2 0-1887,-22 6-174,28-4-84,0-1-39,32-6-34,3-3 34,2-4-23,-12-4-16,2-7-6,-10 0 22,-11-13-22,-13 16 28,-26-20-22,-10 21 5,-20-2 28,8 15-16,9 14-18,14 1-5,-3 31-5,9 1-264,7-8 0,1 2 255,3 2 0,2-2-20,-1 26-126,8-22 1,6 0-1261,13 2 0,7-2 1420,10 4 0,2-3 0,-10-8 0,0-4 0,25 7 0</inkml:trace>
  <inkml:trace contextRef="#ctx0" brushRef="#br0" timeOffset="29650">5039 8004 20778,'0'-6'2481,"0"0"-1887,0 6-146,0 0-358,23 0-23,-1 45-56,8 1-418,-18-2 1,-8 3 355,-7-4 1,-6-1-73,-3 2 0,-5-1-17,-6 0 0,-5-2 87,-2-3 0,-2-4 53,-1-7 0,-1-4 3,3-8 1,-1-5 97,-21-12 5,9-18 40,9-14 50,4-6 22,5 1-10,5 7-40,2 12-51,-1 14-78,4 10 950,-11 25-860,14-1 41,-4 15 110,30-6-174,0-13 79,26 2-67,-2-9-57,12 5-38,2 1-46,2-2 34,0-5-33,-1-6-359,3-15-607,-25-3 1,0-4-1200,5-6 0,-1-3 1546,-1 0 1,-3 1 0,12-9 0,-19 12-1</inkml:trace>
  <inkml:trace contextRef="#ctx0" brushRef="#br0" timeOffset="31493">3882 9568 20526,'-3'-59'1228,"1"-1"1,0 8-1,0 5-298,-1-11-392,1 24-336,-2 18-85,3 22 63,0 23-40,-1 30-110,0-16 1,0 5-544,-3 8 0,-1 2 494,1-16 1,0 2-1,0-1-675,-2 3 1,1 0 0,-1 0 168,0 1 0,0-1 1,0 0-1033,1 0 0,-1-1 0,1-1 1058,-3 13 0,1-7 0,1 2 0,5-36 0</inkml:trace>
  <inkml:trace contextRef="#ctx0" brushRef="#br0" timeOffset="32026">3588 9961 24424,'23'-27'0,"0"-1"0,11 5 0,6 1 0,-1 5-25,3 7 0,1 3-2,-2-2 1,2-1 0,-2-1-83,5-5 0,-5 1 59,11-5 38,-10 2 1,-4-2 73,-9-6 89,-4-4 79,-14 2 61,-14 6 112,-5 7 141,-6 6-432,4 5 28,0 5-73,5 10 0,1 12-39,1 12-17,8 9-11,11 15-22,1-19-1683,2-10 1,2-3 1687,2-8 1,23 6 21,-13-22 1,9-12 16,-2-13 57,-5-13 173,-5-16 3285,-13 15-3201,-5-14 17,-10 20-67,-2-4-96,-2 9-84,-1 11-72,-1 13-28,-2 19 22,-4 19-17,-5 20-14,6-23 0,-1 3-435,-2 4 1,1 2 375,-1 5 1,0 3-160,2 2 0,0 4-780,4-10 0,1 2 0,2-2-3237,-1 9 1,3-2 4237,2 0 0,2-6 0,2-7 0,1-26 0</inkml:trace>
  <inkml:trace contextRef="#ctx0" brushRef="#br0" timeOffset="32494">4807 9909 18744,'0'-6'4767,"1"0"-3344,-1 6-51,0 0-1187,-4-14-73,-1 41-56,-7 6 0,-2 7-56,3 7 0,-1 3-376,0-3 1,-1 2-1,0-2 393,-1 9 0,2-2-20,1-2 0,2-2 6,3-6 0,1-3-37,2 13-33,3-27 73,4-24 11,2-21-17,0-6-3,0-12 0,-1-4 9,0-9-283,0 8 1,-1-3 278,-2 5 1,0-1 11,3-16 0,0-1 0,-1 10 0,0 0 3,4-14 0,3 1-6,1 17 0,0 3 0,-1 7 1,1 1 2,6-7 0,3 4 1043,14-1-1049,-7 14 1,2 1 2,11-4 6,13 7-28,-24 26 22,2 13-6,-13 18-27,-17 16-1388,-18-15 0,-8 0 1387,-1-3 1,-4-1 8,-4-1 0,-2-1-355,-4-4 0,0-4 240,7-8 0,0-3-157,-4 2 1,-1-3-3037,-18-5 3322,33-23 0,10 4 0,18-7 0</inkml:trace>
  <inkml:trace contextRef="#ctx0" brushRef="#br0" timeOffset="32860">5264 9762 25685,'8'36'568,"1"0"1,5 19-491,12-73-16,-1-8 10,8-11 1,-2-6-28,-10 9 117,-4-18-83,-12 26 117,-11-29-146,0 35 141,-19-12-102,7 25-55,-3 1 67,-7 21-57,9 7-4,-4 6-10,10 5 1,3 1-261,2 0 227,0-2 1,2 0-71,4 11-521,12 18 31,-2-28 1,3-1-790,8 6 1,5-2 1351,12-6 0,1-5 0,4 5 0,8-8 0</inkml:trace>
  <inkml:trace contextRef="#ctx0" brushRef="#br0" timeOffset="33410">6478 9686 25048,'18'-51'538,"0"0"0,-1 8 0,-6 8-281,-15 14-68,-4 15-105,-10 9-35,1 5 68,-28 36-78,8 4-196,14-19 0,-1 2 179,-2 11 1,3 1-6,-1 13-20,9-17 0,5-1-25,18 8-6,18-14-5,17-16 50,10-20 1,-9-7 4,-11-9 1,-3-5 22,8-16 11,-12 3 1,-4-3-18,-10 9 1,-4 1-6,1-31 56,-16 5 10,-6 19-26,-9-4-18,-2 14-11,-4 15-16,1 16-23,0 16 294,1 17-468,6 13-397,8 9-6,7-11-1378,10-8 1,6-1-4918,13 15 6872,-5-17 0,1-4 0,4-1 0,-8-15 0</inkml:trace>
  <inkml:trace contextRef="#ctx0" brushRef="#br0" timeOffset="33760">7045 9636 23813,'-7'-44'656,"1"0"1,-1 0 0,-2-13 0,-2 9-354,-3 19 156,2 16-425,1 18 117,1 21-106,1 27-40,4-16 1,0 6-753,2 12 0,1 7 0,0-3 735,0-1 1,0 1 1,1-3 1,0 4 0,1-2-86,1 6 0,-1-2-303,1-18 0,-1 1 0,-3 5-185,-5 8 0,-2 7 1,-2 1-1,1-7 307,2-7 0,0-4 0,-2 1 96,-2-3 1,-1 4 0,-3-3 0,1-7-180,-7 0 1,-2-7 259,0-5 1,-1-4 288,-3 0 1,-2-5 403,-21-8 72,10-29-22,11-25-401,20 11 1,5-4 500,2-8 0,4-3-688,5-5 0,5-1-17,5-6 1,5-1-40,-2 19 0,2-1 0,1 1-219,4-2 0,2 0 0,2 1-78,2 1 0,2 0 0,1 1-967,1 1 0,2 1 0,-1 2 1264,-3 6 0,-1 1 0,-2 3 0,1-1 0,-3 4 0,4-2 0</inkml:trace>
  <inkml:trace contextRef="#ctx0" brushRef="#br0" timeOffset="34335">7700 9975 22834,'11'-57'1133,"-1"0"0,0 7 1,-3 8-586,-8 18-262,0 12-152,-1 13 6,-1 15-39,-2 16-56,0 15-6,-1 8-22,2 5-17,2-27 0,0-1-6,-1 11 6,0 0 17,-1-29 34,0-3 10,-3-15-22,-3-15-11,-3-16-16,-1-21-451,8 21 1,2-2 440,0-7 1,3-3 3,4-4 0,2-2-1,4-3 1,2 0-6,3-1 0,4 2 16,2 3 1,1 2-3,1 6 0,2 3-20,-1 7 1,1 5 5,25-12-14,-18 29 0,1 5 25,11 3-22,-9 9 0,-1 6-353,13 22 333,-17-7 1,-1 4-397,-1 5 0,-3 4 203,-1 3 0,-3 2-269,-3 0 0,-3 1-641,-4-1 0,-1-1 685,-4 0 1,-2-4 0,-1 5 0,-2-10 0</inkml:trace>
  <inkml:trace contextRef="#ctx0" brushRef="#br0" timeOffset="34534">7828 9815 19059,'-4'-3'5012,"1"0"-4732,7-30 0,7-8-123,5 11-79,4-20 1,9 0-68,7 26 0,3 6-50,-10 0 0,4 2-1326,9 4 0,6 1 1,-7 4-4389,7 4 837,-3 2 1,-5 1 4265,-18 6 0,-11-3 0,-6-1 0</inkml:trace>
  <inkml:trace contextRef="#ctx0" brushRef="#br0" timeOffset="34760">8441 9824 26144,'18'-47'594,"-3"6"-622,-14 39-68,1-1-452,-1 2-1609,2 0 2157,4 1 0,-3 0 0,1 0 0</inkml:trace>
  <inkml:trace contextRef="#ctx0" brushRef="#br0" timeOffset="36283">8412 9866 18941,'-4'0'4380,"0"1"-2694,4-1-622,-25 2-733,29-7-208,-20 3 78,45-14-89,-9 3 140,25-23-140,-9 3-625,-9 5 0,0 0 530,10-14 2,-9 4 1,-1-4-17,-9 8 0,-1 0-3,3-6 0,0-2-3,-6-2 0,-2-2-373,-4-2 0,-2-1 379,0 3 0,-1-1 14,-1-2 0,-3 5 50,-5-3-34,-4 22-38,0 16 44,-8 16-33,-14 44-23,7-12 122,6-2 0,1-1-116,1 9-1143,2 1 0,2 4 1160,3-7 0,1 1 3,1-2 0,0 2 1,2-2-179,4 8 1,2-2 101,3-3 0,4-1-29,4-4 1,3-2-104,4-4 1,4-4-54,4-4 0,4-5 50,2-6 0,2-6 82,1-7 0,0-7 103,0-5 0,-2-6 34,-1-4 0,-3-3 27,16-19 43,-19 8 0,-4-2 31,4-16-23,-10 15 0,-1-1 140,-1-18 6,-8 10-23,-11 14 554,-21 17-733,5 13 6,-15 11 3279,6 18-3301,-2 7-35,10-5 1,2 2 6,-4 11 457,6 14-520,22-29 29,11 0 28,15-11-6,10-14 28,5-14 40,1-11-12,-5-12 34,-10-6 100,-11-5 51,-11 2 23,-7 4-6,-6 8-34,-1 10-90,-1 9-111,0 9 16,2 15-10,0 15-35,-1 22-204,1-16 0,0 3 227,-2 6 0,0 3-644,-1 8 0,-1 2 616,-1 7 0,0 3-54,2-7 0,-1 3 0,0-2-675,0 3 0,-1 1 611,0-4 0,-1 4 1,-2-6-130,-5-2 1,-4-4-101,3-11 1,-2 1 0,-2-4 323,-11 9 1,-4-7 216,3-12 0,-3-8-93,-26-8-812,31-24 0,4-6 773,-7-13 2,15-4 1,7-5 197,9 6 1,6-3-232,5-13 0,5-2-6,9-4 0,7 1-14,-5 18 0,3 1 1,2 1-227,2 1 0,3 0 0,1 2 204,1 2 0,0 1 0,2 1-17,0 1 0,0 2 0,0 0-120,-1 2 0,1 1 0,-1 0 161,-2 1 0,1 0 0,-1 0 15,15-10 0,-2-1 19,-6 0 1,-2-1 11,-6 2 0,-4-1 22,-6 2 0,-5 0 2380,7-21-2243,-16 11 670,-10 12-720,-6 12 1833,-7 10-1922,-6 13 849,-9 15-855,-8 18-40,15-12 1,1 2-302,-1 4 0,3 1 307,4 0 0,3 1 0,3-2 1,4 0-183,13 25 182,15-9-22,16-10 11,11-10 17,7-12-6,0-11 11,-5-16 29,-9-12 94,-13-14 57,-13-10 22,-15-8-506,-18-7 374,2 31 1,-3 0-23,-4 1 0,-3 1 125,-1 4 1,-1 3-196,-25-9-63,0 15-558,-3 17-2701,-4 17 3322,5 6 0,18-4 0,14-7 0</inkml:trace>
  <inkml:trace contextRef="#ctx0" brushRef="#br0" timeOffset="39416">15633 1956 19986,'8'-62'1355,"0"-1"1,-2 2-1,-3 11-884,-8 31-98,-6 6-301,1 21 91,-3 19 0,1 9-77,-1 3 1,1 3-657,-4 9 1,1 3 587,3-7 1,0 3 0,2 0-310,0-3 1,1-1-1,1 5 285,1 4 1,0 5-1,1 1 1,1-4-8,0-2 0,0-3 0,4 2-34,2-1 1,1 3 0,4-1 0,6-5-728,11 0 1,8-5 0,2-1 134,2 2 1,2-2 0,8-2 638,-5-14 0,7-1 0,2-1 0,-2-2 0,-6-4 0,13 7 0,-3-6 0,-8-10 0,0 1 0,0-1 0</inkml:trace>
  <inkml:trace contextRef="#ctx0" brushRef="#br0" timeOffset="40592">16844 2345 22324,'9'-46'810,"0"-1"1,0 0 0,3-15 0,-4 6-284,-8 6-152,-3 18-213,-3 16-139,0 14 16,-2 22-6,0 18-10,-1 21-308,5-25 1,2 1 234,2 2 0,4-1 22,7 7 0,3-3 39,9 14 5,1-21 1,4-4-192,16-2 186,14-5 28,-3-18 0,-6-20-5,-8-16 0,-8-15-1,-9-8 48,-16 10 1,-2-1-40,-4 12 0,-1 1-906,-1-6 1,-1 2 913,-4 2 23,-3 10-28,1 5-73,0 4 350,3 8-552,5 13-165,6 5-776,9 9 467,13 6 704,14 3 0,-19-11 0,2-4 0</inkml:trace>
  <inkml:trace contextRef="#ctx0" brushRef="#br0" timeOffset="41059">17817 2013 20016,'-5'-3'3971,"2"0"-2402,3 3-1267,-62-41-212,47 31 5,-40-19-61,61 39 33,13 22-28,2 0-5,11 13-1742,-8-14 1,0-1 1685,11 11-734,0-5 1,-1-2 621,-1-4-86,-5-3 1,-2 0-208,-8 4-245,-11 5-218,-28-7-57,-8-17 1,-4-3-40,-18 1 851,8-9 0,-1-5-2520,-16-11 1745,24 2 0,2-3 1287,5-2 1,5-6-667,7-11 0,7-2 676,3-16 534,13 12 1,6 1 1738,12-7-369,8-4-490,-3 15-154,-4 13-1182,-12 12 414,-4 13 407,-15 11-882,-10 14-169,-14 15-171,6-9 1,-1 2-63,2-1 1,2-1-374,-1 0 1,2 0 168,3 2 1,3-1-897,-2 26-428,7-22 0,4 1 893,9 0 0,3-2 1,-3 6-1,13-11 0</inkml:trace>
  <inkml:trace contextRef="#ctx0" brushRef="#br0" timeOffset="41667">18225 2238 25674,'-19'-34'100,"6"8"-60,47 40-24,2-4 7,11 0 5,2-6-4207,3-15 4213,-18 2 915,4-16-837,-22 3-45,-1-9 11,-12-12-2273,-9 7 2251,-4 3 2307,-10 8-2251,-3 12 0,-9 1-28,-2 7 0,-6 15-72,14-1 21,-6 19-33,14 3 0,0 11-17,7 9-36,21-7 0,6 1 14,3 4 8,3-10 0,3-6-14,4-14-114,1-5 0,2-3 92,19 1 44,-13-6 1,-1-3 5,13-14 12,-16-4-1,-2-14 51,-14-2 78,2-25-50,-6 4-28,-4 1 56,4 4 22,1 13-22,5-5-17,7 6-56,2 10 11,9 8-17,-7 10 29,15 7-40,-5 8-23,-11 6 1,-2 3-28,8 18-56,-4 8-577,-26 2-134,-4-18-7356,-3 20 8162,0-19 0,-1-4 0,1-13 0</inkml:trace>
  <inkml:trace contextRef="#ctx0" brushRef="#br0" timeOffset="42717">20216 2170 13409,'-21'-46'747,"0"0"0,0 0 0,0 0 0,-4-10 0,-1 2 0,-1 15 2053,-28 12-2688,19 24 0,0 5-84,-15 9 450,13 7 1,3 5-457,10 0 0,3 2-8,-6 8 0,1 2-14,4 2 0,3-1 0,5-8 0,4 2 407,6 15 1,8-1-453,20 2 34,-11-13 0,8-4 5,32-18 1,5-13 5,-5-4 1335,6-8 1,-2-8-1324,-14-25-323,-19 15 0,-2-4 322,-5-3 1,-3-3 4,-2-4 1,-3-1-12,-3 8 1,0-1 19,0-13 1,1-2 41,0 3 0,2 0 281,-1 2 1,0 1-273,0 1 0,0 6 52,1-1 23,-5 24-129,-1 16 434,-1 19-444,2 17-24,0 23-10,-1-20 0,0 4 121,0 5 1,1 1-221,1 5 1,0-2 24,0-9 1,1-1-342,7 16 1,2-3 44,4-2-295,8-2 1,7-5-943,18-10 895,-5-12 0,5-8 563,-6-16 0,-1-6 199,-6 4 0,-2-6 246,2-15 1,-7-4 5,-9 0 39,4-19 415,-17 5 67,-3-4 22,-2-12-106,-7 6-195,-7 14-343,-2 17 151,-20 14-257,13 11 61,-29 22-83,22 6-34,-11 20-1,16 0 1,8 2 420,7-12-488,13 11 40,0-28 6,22 19-12,-6-31 22,12 1 12,-14-14 28,7-21 22,-12-2 51,5-16-29,-10 3-5,-5 1 28,0 3 0,-3 11-39,-1 9-6,-1 9-44,-6 25-23,1 3 0,-4 11-23,4 11-27,7-14-56,8 11-40,10-15-123,9-6-582,10-6 352,-12-7-1539,11-5 2038,-15-11 0,-7 6 0,-3-6 0</inkml:trace>
  <inkml:trace contextRef="#ctx0" brushRef="#br0" timeOffset="43092">21145 1833 15109,'2'-5'7747,"0"2"-7148,13-58 213,-8 20-3203,5-16 1,0-2 2660,-4 3-7,-1 11 0,0 0 1229,2-15-1246,-4 26 0,-1 1 1086,1-17-1102,-3 21-163,-4 16-67,-3 18 11,-12 26-5,4-1 11,-1 9 0,1 7-3,6 0 0,1 1-14,-1 0 0,1 0 0,3 2 0,1-1-20,1-6 0,1-1-163,1 2 0,2 1 37,-1 10 0,1 0-53,2-4 1,1-2-74,1-4 1,2-1-1731,2-1 0,1-4 764,4 10-1988,5-10 3226,-16-36 0,0-1 0,-3-5 0</inkml:trace>
  <inkml:trace contextRef="#ctx0" brushRef="#br0" timeOffset="43610">21118 1916 16756,'-4'-3'5831,"0"1"-4078,4 2-1753,52-41-22,-2 26-38,-7-2 0,9-3 1,-5 4-1437,-8 9 1,-2 2 1472,15-3 1,-1-1-39,0-7 583,-6-5-455,2-10 79,-17-2 89,-15 0 107,-12 4 67,-10 8-56,-9 7 2149,-7 8-2160,-12 9-152,2 9-100,-1 3 33,0 15-50,8 2-39,-2 13-12,8 6-11,14 10-16,7-21 5,21 11 5,-8-37 157,17 4-140,-8-22-3347,15-18 3353,-11 1-1,8-24 90,-17 8 29,1-9-17,-4 3 128,0 3-212,-6 18-39,0 5-6,-8 17 3386,0 10-3386,0 11 63,0 27-208,1 4-40,1 3-881,3 2-1309,2-11-7456,4 9 9806,0-12 0,-5-19 0,-2-11 0</inkml:trace>
  <inkml:trace contextRef="#ctx0" brushRef="#br0" timeOffset="43876">21964 1327 24302,'32'13'15,"-1"0"0,8 18 0,-3 8-26,-5 11 0,-3 6-419,-2-11 1,1 2-1,-1-2 385,2 2 1,0-2-83,-4-7 0,0 1 0,-2-1 59,2 5 0,-4 1-1590,-6 16 0,-6-1 650,-6-20 0,-7-2 692,-15 6 1,-5-8 0,0-15 0,-3-2 0</inkml:trace>
  <inkml:trace contextRef="#ctx0" brushRef="#br0" timeOffset="47068">12954 8696 23556,'7'-43'653,"-1"-1"1,2 3 0,-8 14-268,-22 39-246,3 4 14,-4 9 0,-1 6-28,2 6 0,-1 5-1950,-2 7 1,0 6 0,0-1 1825,7-14 0,1-2 0,1 4-2,-1 3 0,0 5 0,1 0 0,3-3 318,3-3 1,2-1 0,4 1-456,4 15 1,4 4 0,3-6 155,1 2 0,8-5-243,8-12 0,8-2 0,6-8-1115,10-13 0,6-8 1,0-2-961,-11 2 1,0-1 0,2-2 2298,19-3 0,2-3 0,-10-2 0,1-2 0,-2-5 0</inkml:trace>
  <inkml:trace contextRef="#ctx0" brushRef="#br0" timeOffset="49135">14216 9011 20478,'-22'-52'1012,"0"0"0,2 5 0,2 7-245,-4 8-246,-4 4-191,-11 0-122,-7 14-73,-8 21-74,23 3 1,-1 4-464,0 7 0,1 3 419,1 4 0,4 2-9,4 1 1,5 1 105,5 0 1,6 1-121,18 27 25,3-31 1,6-3-226,8 0 1,5-3 216,5 0 1,4-3-21,3 0 1,2-1-3,0-1 0,0 0 13,-4-2 1,-1 0-12,-7-1 1,-4 1 53,13 11-29,-30-1 18,-53 3-28,0-10-221,-7-5 1,-4-3 228,8-4 0,-1-1-14,-11 1 0,0-2-14,3 0 0,3-2-53,7-4 1,4-4-724,-11-12-1435,24-16 2225,27-19 0,-2 22 0,9-1 0</inkml:trace>
  <inkml:trace contextRef="#ctx0" brushRef="#br0" timeOffset="49552">14456 9138 20795,'-4'0'4570,"1"0"-3584,3 0-851,9-5-63,17 6-49,16-5-6,16 2 16,3-5 18,-5-9 16,-9-5-3308,-12-15 3280,-16 11 40,-15-16-7,-18 16 1,-11-4 17,-12 9 27,-4 9-2223,-10 16 2118,16 2 2288,-6 15-2261,21 3-11,-1 11-22,9 7-40,16 13-16,5-16-152,20 13-274,8-19-216,-11-13 0,4-2-465,2-1 1,4-2-3760,8-3 1,1-3 3597,11 3 1,-5-8-1,-42-5 1</inkml:trace>
  <inkml:trace contextRef="#ctx0" brushRef="#br0" timeOffset="49859">15298 8989 20296,'0'-5'4834,"0"1"-3820,0 4-891,-70-43-100,47 39 5,-22-7 0,2 9-28,29 28-14,-2 12 0,1 5-132,5 3 48,3-8 0,3-1-31,8-1-128,10 1-2,4-14 175,2-3-39,5-5 73,-4-12 50,3-2 5,-1-9-5,-7 0-11,-4-2 0,-7 1-62,-4 5-828,-3-4-7938,0 1 8839,-1 1 0,0 1 0,3 3 0</inkml:trace>
  <inkml:trace contextRef="#ctx0" brushRef="#br0" timeOffset="50302">15354 9041 15900,'-5'-9'5511,"2"1"-3814,3 8 964,0 0-2415,-31-41 6,9 30-129,-23-29-5,14 47 78,-8 13-134,11 0-3331,-14 17 3308,23-16 34,-14 28-56,19-14-40,-3 17 6,17-14 1,6-9-12,15-1-6,11-10-106,0-7 0,2-3-193,-2-2 0,1-2-901,9-4 0,-1-2-536,14-5 2302,-17-3 0,-5 0 0,-8 2 0,10-4 0</inkml:trace>
  <inkml:trace contextRef="#ctx0" brushRef="#br0" timeOffset="51493">15550 9200 20386,'2'5'3092,"-1"-2"-140,-1-3-2740,11 27 18,11-18-180,4 18 18,30-35-52,-27 1-10,1-3 0,0-2 22,7-8-17,0-1 78,2-19-66,-22 17 10,6-34-10,-18 32 100,-17-31-95,2 37 67,-17-16 146,11 19-174,3 3 17,5 1-39,7 7-28,3 1-23,2 2-16,14 3 11,2 3 5,12 5-28,-2 3 34,3 2 6,2-1-12,-5-5-33,16-3 39,-23-6 0,25-8 11,-25 0 6,7-9-6,-16 3 23,-6 1 28,-5 2 27,-2 4-33,-3 2-17,-1 4-11,-1 1-44,-1 4-12,0 6 11,1 7-6,1 8-10,1 6-34,3 4-85,3 2-195,4 1-224,6-4-11,9-5-74,9-10-302,26-11 594,0-13-71,2-4 468,-2-10 119,-22 1 189,0-6 146,-16 1 97,-11 2-8,-7 5-116,-9 4-141,-3 5 295,-5 3-463,1 3-95,3 1-33,6 1 10,3 2-21,3 6-7,1-1-10,9 12-1,-4-11 0,7 6 1,-2-8 22,3-4-12,5-1-5,1-8 34,1-7-12,-4-8-22,-4-6 51,-6-4 10,-6-2-5,-7 2 34,-5 5 55,-8 7-100,4 10 11,-7 4-22,7 7-17,-3 6 5,-4 23-5,9 2-28,0 8-1,9-9-4,9 2 21,7 1-44,15 8-34,12-5-44,12-6-35,-9-19 1,0-5 95,12-1-1682,-11-10 0,-3-5 1716,-9-8 8,-6-1 0,0-3 25,13-22-281,-16 12 1,-1-2 277,-2-5 1,-2-3 5,-1-6 0,-2-2 28,-1-3 0,-1-1 33,-3 0 1,-2 0 19,-1 4 0,-2 2-3,-3 7 1,-2 3 109,-5-17-78,-2 20-124,-1 16 0,3 11 3108,1 13-3108,-3 30 0,1-3 0,0 6 0,1 3-56,2-5 0,2 2 56,0 12 0,2 2 0,4 2 0,3-1-99,4 0 1,5-1-213,5-3 1,4-2-127,4-4 0,4-3-308,2-5 1,3-5-1332,-3-6 1,0-4-2841,-5-7 1,-1-4 4229,6 0 0,-17-9 0,-14-1 0</inkml:trace>
  <inkml:trace contextRef="#ctx0" brushRef="#br0" timeOffset="51633">17218 8811 25774,'39'-25'-2612,"0"-1"0,2 1 0,1 7 2612,-2 13 0,-4 5 0,3-3 0,-26 2 0</inkml:trace>
  <inkml:trace contextRef="#ctx0" brushRef="#br0" timeOffset="52036">18287 8619 21055,'8'-44'1090,"0"-1"1,0 1 0,2-15 0,-3 4-559,-3 15 0,-1 5 225,-3-13-298,-2 23-357,-1 18-102,0 10 33,1 11 24,-3 23-57,1-2 0,0 6-73,0 14 0,-1 3-579,3-16 1,-1 1 0,0-1 376,1 13 1,-1-3-208,2-12 1,0-1-2129,0 1 0,1-1 2028,0-6 0,1-2 0,-1 24 0,0-27 0</inkml:trace>
  <inkml:trace contextRef="#ctx0" brushRef="#br0" timeOffset="53035">18545 8539 26295,'-55'3'91,"1"0"0,0 0 0,-5-10 0,7 7-74,10 27 0,9 7 33,4 2-39,14-1 23,15 12-28,22-14-6,10-6 22,22-12-22,3-8-25,-19-4 0,3 0-239,21-4 1,-1-2-318,-23 2 0,0-2 337,20-4 1,-4-1-27,-16-3-58,17-11 143,-20-2 202,3-18 129,-16 3 111,-9-3-66,-11 18 246,-6 3 0,-3 12 642,-5 1-737,-7 6-3441,3 8 3139,-1 0-2225,7 25 2196,7-16-5,9 22-12,12-20 6,3-1 0,5-3-11,9-6-22,20-7 38,-11-2 1075,-7-9 1,-2-4-1053,-2-15 17,7-18 16,-24-10 12,-18 10-22,-6 4 66,-15 16-66,7 16 94,-20 1-61,10 13-22,-10 10-51,12 12 11,4 12-27,6 8-34,7 8 3347,6-10-3364,13 11-62,13-24 0,5-1 1,11 13-432,4-13 1,4-6 391,-15-13 0,0-3 115,-1 0 0,2-1-25,4-3 0,0-4-17,15-11 75,-20-2 1,-1-4 47,11-23-91,-25 14 0,-3-1 209,-3-25 251,-8-4-49,-9 14-214,0 8 107,-6 16 832,4 12-1045,0 2-62,1 10 23,3 3 215,0 20-232,2-1-5,6 14 55,13 1-38,10-9-40,14-3 39,-8-17 12,11-7-6,-7-16 22,10-10 6,-13-5 42,-11 1 0,-3-2 177,4-13-126,-10 12 0,-1 0-121,-2-8 0,-7 10 0,-5 14 0,-7 14 0,-6 19 0,-8 20-1696,4 0 0,1 3 1696,4-11 0,-1 2 0,-4 25 0,1 1-325,7-27 1,2 2 324,-2 16 0,0 9 0,2-3-98,1-13 1,2-1-1,-1 2-741,1 2 0,0 3 0,0 1 0,1-4-2190,1 4 1,2-3 0,1-2 2695,3 11 0,0-7 0,4 8 0,0-35 0</inkml:trace>
  <inkml:trace contextRef="#ctx0" brushRef="#br0" timeOffset="53284">20167 8033 25186,'-19'-41'654,"0"-1"0,0 1 0,-4-11 0,5 5-402,10-3-107,34 30-111,14 32-29,11 13-2122,-15 7 0,1 7 2114,-2 6 0,-1 6 1,-4-4 0,0 3 0,-1 4-133,-7-10 1,0 3 0,-2 1 0,-1 1 74,-1 3 0,-1 2 0,-2 0 0,-1-2-32,1 6 1,-3-2-1,-4 1-193,-3-9 1,-2 1 0,-4 0 0,-7-3-2424,-16 9 1,-8-4 0,-2-2 2480,5-3 0,0-1 0,-2-4 0,-1-5 1,-2-3-1,2-6 0,-17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4:19:15.9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1358 2483 20671,'6'-42'1663,"1"-1"1,-2 6 0,-1 8-1574,-2 18-45,-1 11 5,1 7 107,1 32-90,-2 8-45,-3-8 1,-2 2-257,-2 2 1,-3 0 252,-4 3 1,-1-2-1618,3-8 0,-1-2 1604,-10 24-2129,6-16 2157,8-21 290,0-8-284,10-23-7,9-26 40,7-10-17,0 7 0,1-2-23,-1 5 1,0 2-3,0 0 0,1 2 104,2 4 1,-1 4-147,6-1 11,12-1 2246,-6 19-2280,3 16-22,7 11 17,2 15 5,-16-7 1,-1 0 16,11 14-1137,-5-7 0,-2-1 1132,-2-6-18,-3-5 1,4-3 23,18-11 10,-8-4 17,12-22-16,-22-14 21,6-12 46,-3-6 5,-5 1 45,-5 6-11,-8 12 2218,-7 13-2308,-5 10 3359,-6 15-3376,-5 28 6,3-9-6,-3 20 12,17-14-12,9 1 12,18 5-1713,-5-20 0,2-4 1684,26 4 34,-1-10-72,-14-22 89,-19-13 17,-2-14 30,-16 9 1,-4-3-822,-8-28 776,2 31 1,-4-1 1321,-4 1 0,-3 2-1240,-11-13-90,5 15 1,-1 2 22,-12-7-17,-3 10-34,15 20-11,-2 17-39,6 14 0,3 6-143,3-3 1,2 3-894,-3 17 1,6 2 615,7-19 0,5-3-132,2 0 1,4-1-1531,9-4 1,5-2 2137,9 0 0,2-3 0,10 12 0,4-11 0</inkml:trace>
  <inkml:trace contextRef="#ctx0" brushRef="#br0" timeOffset="1631">2915 2588 21159,'0'-7'2128,"-1"-24"1,0-4-1653,-1 14-165,-1-16 0,-1 3 25,-1 23-236,-3 1-105,3 10-1,-2 25-11,4-3 17,-4 35-6,2-22 1,0 2-20,-2 9 0,1 1-96,0-7 0,0-2 118,1-1 0,1-5 15,2-11 44,1-3 28,1-18-12,6-23 24,4-14 10,8-23-453,-7 28 0,-1 2 397,8-18-289,4-5 301,-6 19 193,9-5-255,-3 15-12,4 9 18,-8 12 772,9 12-795,-1 10 355,6 14-360,-1 21 22,-12-6-11,-7-2 22,-11-18 23,-6-9-12,3-11 51,-6-12-62,6-17 6,5-19-6,4 5 17,12-14 11,11 0-16,2 1 10,9 1-5,-7 23-33,-9 10-7,6 8-21,4 12-1,3 9-95,11 16-3772,-6 12 3324,-7-3-899,-5-4 0,-1-1-516,4 4-266,2-4 1,2-1-2058,-9-16 1,1-3 2398,6 2 0,5-4 1290,21-10 0,-1-6 1184,-27 1 0,-2-2 2159,16-5 1,-6-7 5521,-16-21-6671,-11 11 371,4-28-595,-9 13-331,1-9 4,-4 12-328,-2-1 493,-16 13-964,-3 7 3275,-14 9-3465,5 14-6,-10 16-5,4 9-17,9-2 0,2 3-6,-6 12 3,12-5 1,7 0 2,11 0 17,3 8-12,24-17 29,0-22-17,0-2 22,-1-23 39,-14-5 62,5-20-89,-9 13 55,-1-11 0,-11 19 18,1 1-40,-3 10-79,-1 9 1,0 11-1,-2 12-3397,1 34 3387,3-17 5,4 18 11,4-30-28,13 7 6,14-5-17,21 0 11,-11-19 0,3-5 9,-6-6 0,1-4 8,8-5 0,-2-6-217,-12-5 1,-5-5 224,-2-6 1,-4-3 1015,-4-8 1,-2-3-1017,-2-10 0,-1-4 7,-4 6 0,-1-2 0,0 0 0,-3 8 0,-1 0 0,0 1-12,0 1 1,0 1 0,-2 2 13,-2-9 0,-4 5-131,-10-11 226,-7-2-34,-3 25-61,3 20-34,6 12 563,0 22-540,-3 25-9,4-6 0,1 6-174,-1 12 1,0 4 166,4-14 1,1 3 0,1 0-1,0 2 1,1 2 0,2-1 9,2 0 0,3-1 0,2-1-6,2-2 1,2-2-1,2-1-5,11 14 0,5-5-267,0-9 1,4-4 252,-2-10 0,1-5-139,26-1 102,-15-21-5,-12-22 0,-2-10-375,-7 0 1,-2-5 415,1-1 0,1-4 0,-1-1-167,-2-2 1,-2-1 0,-1 1 194,5-12 1,0 0 12,-3 3 0,1-2 0,-2 5 20,-3 5 1,-2 2 48,5-14 0,-4 3 146,-11 2-157,-8 23 690,-6 18-757,-5 24 5,-5 22-3,8-7 1,0 3 629,-1 9 0,2 3-650,-1 6 1,4 3 5,1 3 1,4 1-12,6-1 0,5 0-3,7-5 1,6-3-20,8-6 0,5-5-12,5-7 1,4-6-17,0-6 0,1-7 330,-2-8 1,-1-7-284,-3-6 1,-3-6 16,-2-7 0,-4-5-199,-3-2 0,-3-3 232,-2-1 1,-3-1 25,-3 3 0,-2 2 123,3-20-11,-8 16 788,-7 14-906,-2 12 77,-1 13-83,-1 15 427,2 18-482,0 14 11,8 8-17,9 1-1682,3-28 0,3-3 1699,12 9 3,-6-18 0,3-8-15,29-22 40,-17 0-6,7-19 19,-28-4-2297,-1-9 2256,-4 7 2256,-2-2-2256,-11 25 40,0 5-40,-7 20 0,-5 22 0,1-6 0,0 5-243,-1 11 1,0 5 242,3-11 0,1 2 0,-1 2 300,1 6 1,0 2 0,0 2-548,1 7 1,0 2-1,0 2 247,1-8 0,0 4 0,0-2 0,1-6 0,0-7 0,1-3 0,-1-2 0,0 21 0,0 0 0</inkml:trace>
  <inkml:trace contextRef="#ctx0" brushRef="#br0" timeOffset="2898">2622 2392 25998,'24'2'17,"-13"-6"-17,32 46-17,-19-1-5,-13-10 0,-5 4 27,-10 11 1,-3 1-301,4-11 0,-3-2 315,-11 0 0,-2-6 204,0-14-28,-3-6-3090,4-29 3006,5 3-116,15-19 0,8-5 88,2 10 0,3 0-59,2-8 1,3 0 24,4 1 1,2 2-26,-5 9 0,1 2-50,8-8 0,1 1-281,-7 10 1,0 3-2510,23-13 2815,-19 22 0,-12 7 0,-8 3 0</inkml:trace>
  <inkml:trace contextRef="#ctx0" brushRef="#br0" timeOffset="3773">8650 2503 25780,'-20'-42'366,"0"0"0,2 4 0,5 11-378,11 24-16,4 14 40,0 1 16,8 39-17,-1-3-6,-3-10 1,0 1-9,-2-6 0,1 0 9,5 26-6,0-19 28,7-8 84,-4-24 6,9-12-74,-6-11 102,20-34-34,-9 8-53,-8 12 0,0-1 30,4-14 102,-9 1-152,-7 20-17,-7 3 29,-3 17-57,0 1-5,0 1-6,1 0 6,1 3 16,1-1-16,-1 2 22,1-1-11,-2 0-11,1-1-28,-2 3-157,1 0-246,-2 3-443,2 3-1160,0 2 2045,3 1 0,-1-5 0,2-1 0</inkml:trace>
  <inkml:trace contextRef="#ctx0" brushRef="#br0" timeOffset="4623">8856 2574 14835,'3'-10'5389,"-1"2"-4051,-2 8 3630,0 0-4727,-5-59-140,4 45-62,-5-45-5,7 65-17,4 5-6,4 10-11,12 12-6,-4-8-11,19 9-39,-5-15-112,12 1-240,-3-5-388,-8-7-156,-11-3-39,-10-5 78,-7-9 465,-2-7 381,-1-11 688,7-24 107,1 11-308,2-6 23,-3 22 385,-2 3-99,0 1-158,1-2-207,-3 4-101,-1 4-83,0 5-80,-2 3-72,1 3-72,-2 3-7,0 6 29,0 8 22,-5 14-6,-6 9-44,-8 7-258,-5 0-1440,1-2 1748,6-7 0,8-15 0,6-7 0</inkml:trace>
  <inkml:trace contextRef="#ctx0" brushRef="#br0" timeOffset="5224">7410 2712 19445,'-32'-49'1723,"1"1"0,5 8 1,1 6-873,-11-2-352,14 20-387,1 2-140,11 11 39,7 24-17,2-2-117,4 33-516,3-2-3950,-1-6 1,0 1 4588,-2-11 0,1-2 0,2 25 0,-5-36 0</inkml:trace>
  <inkml:trace contextRef="#ctx0" brushRef="#br0" timeOffset="5416">7457 2255 20638,'-4'-7'2885,"1"2"-2219,3 5-1999,0 0 100,-47-4 1233,36 38 0,-36-29 0,49 29 0</inkml:trace>
  <inkml:trace contextRef="#ctx0" brushRef="#br0" timeOffset="5741">7699 2388 23355,'-2'-6'2940,"0"2"-2497,2 4-466,-59 15 18,45 11 2,-16 25 0,3 11-70,27-2 0,8 4-921,-5-16 1,0 3-1,0 1 1,1-4 802,1 1 1,-1-2 0,1 1-477,1 13 0,-1 3 1,-2 0-1792,-5-13 0,-2 1 1,-1-1-1,-1-1 554,2 6 0,-1-3 0,-3 2 786,-4-3 1,-2 3-1,-3-3 1,-3-9 3899,-16-2 1,-3-8-1248,8 1 0,0-10 512,-5-20 0,6-14 552,13-47-1884,16 17 0,4-8 0,3 0-191,2 1 1,2-2 0,3-1-496,0 4 1,3-2-1,0 0 1,2 2 363,5-8 0,2 2 0,0 3-393,-5 10 0,0 2 0,1 0-79,3 0 1,2 0 0,1 3-176,12-12 1,-2 5 0,-13 12 0,0 3 0,1 0 0,0 0 0</inkml:trace>
  <inkml:trace contextRef="#ctx0" brushRef="#br0" timeOffset="6500">9576 2328 17602,'-5'-9'6492,"-12"-10"-6263,10 22 12,-12-2 11,9 26-157,2-1 96,1 23-141,5-24 34,11 27 0,7-28 102,15 3 26,6-15 52,5-17-29,2-14-6,-5-16 3,-21 1 1,-5-3-138,3-11-53,-12 15 0,-5 1 154,-14-6-28,-11 6-44,-13 1-46,-6 14-44,-1 19-3410,-6 27 3376,18-1-14,13-1 0,4 4-160,6 17 160,7-15 0,5 0-84,6 1 0,5-1-331,7 2 1,6-2-1157,9-1 0,3-2 1140,0-4 1,-1-3 0,16 5-1,-21-14 1</inkml:trace>
  <inkml:trace contextRef="#ctx0" brushRef="#br0" timeOffset="9143">11393 2500 19899,'-3'-5'4284,"1"1"-3365,2 4-437,-66-62-174,34 42-179,-10-14 0,0 4 11,11 25-124,7 9-21,8 5-6,8 9 5,4 9 12,9 11-29,3 8 12,8 7 11,-2-8-11,-2-13 0,0 2 11,9 17-6,-1 0 17,-5-11 17,-12-24 6,-7-1-6,-13-5-67,-17-2-141,-16-4-234,-13-1-170,29-4 1,-1-2 123,3-2 1,0-1-1456,-19-12-4285,20-6 6200,16 2 0,11 9 0,4 6 0</inkml:trace>
  <inkml:trace contextRef="#ctx0" brushRef="#br0" timeOffset="9860">11650 2547 26424,'-52'24'342,"12"-5"-286,37-15 61,9-2 1,5-7-45,13-7-1,22-19-60,-12 6 18,-8 5 1,-3-1 81,-3-5 11,-4-4-27,-19 6-57,-16 8-11,-15 9 22,-9 7-39,1 8 1,4 9-1,8 8-17,9 7-11,8 6-5,9 3-73,16 2-112,14-1-536,21-4 465,-17-22 1,2-4 11,1-2 0,1-3 34,0-3 0,-1-3-155,25-11 140,-5-10 186,-5-11 111,-4-6 230,-4-10-140,-17 15 208,-5-6 83,-15 18 11,-2 0-83,-4 6-124,-2 7-117,-1 5 260,0 4-366,1 6 10,-1 9 0,1 10-22,0 9-16,1 6 4,0 6 7,2 3-23,0-3 11,3-11 51,3-16-1,4-22-5,7-16 23,7-14-1,8-9-22,4-4 6,6 0-23,4 5-6,2 8-5,-3 10 0,-3 11-5,-4 10-29,-6 13-33,-3 10-129,-6 14-515,-4 10-1121,1 9-1033,-6-25 0,0-1 2865,15 23 0,-8-21 0,-6-15 0</inkml:trace>
  <inkml:trace contextRef="#ctx0" brushRef="#br0" timeOffset="10220">13031 2605 21775,'13'-49'1253,"-1"-1"0,-3 6 0,-11 12-800,-32 26-78,-20 20-274,21-2 0,-1 3-326,0 5 1,1 2 235,3 0 0,3 1-45,-9 21 150,19-6-127,25-5-1,4-15 7,24-5-51,3-20 5,15-9 43,-24 1 0,-1-4 30,6-11 0,-3-4-37,-9 10 1,-2-2 70,6-16 0,-5-3 47,-11 11 1,-2-1 61,1-7 1,-1-3 10,-3 3 0,-1 0-8,-1 5 0,-1 2 176,1-26-221,-2 26 28,-1 11-117,-1 20-5,-1 19-29,-1 14 0,0 10 0,-1 11-522,-1-1 0,-1 4 197,0-1 0,0 4-523,-1 0 1,1 5 0,0-3 847,0-8 0,2-2 0,-1-6 0,1-3 0,0-7 0,1-6 0</inkml:trace>
  <inkml:trace contextRef="#ctx0" brushRef="#br0" timeOffset="11459">14681 2813 21489,'0'-7'3798,"0"2"-3378,0 5 415,0 0-735,-49-23-27,35 27-17,-36-13 0,56 33 28,8-1 11,16-4-5,9-6-6,8-6 0,4-8 22,-3-8 6,-8-8 0,-11-8-28,-12-6-39,-8 3 50,-6-16-55,-6 14-18,1-5 84,-4-2-89,4 23 28,-1-11-34,3 19-16,5-1 5,7 2 11,4 2-34,17 1 18,17 1-6,5 2-116,-20-1 1,-2 0 132,10 0 22,12-9-17,-20-4-16,13-11 33,-17-1 5,-7 0 57,-9 6 39,-9 5-29,-4 8-16,-3 3 202,-2 3-280,-3 7-6,-3 7 0,-1 12 0,3 9-67,5 6-85,8 6-363,6 5-700,8 1-992,4-1-2162,4-12 4369,5-15 0,-15-13 0,-2-9 0</inkml:trace>
  <inkml:trace contextRef="#ctx0" brushRef="#br0" timeOffset="12227">15657 2652 14358,'1'-5'8659,"0"2"-4813,-1 3-3689,-7-37-152,5 38 26,-1-24-25,14 46-2,2-4 19,22 5 6,-6-15 5,14 0-23,-8-17 40,2-17-29,-13 1 28,0-18 46,-17 9-29,-3-11 34,-10 2-51,-1 11 118,-15-1-56,2 21-67,-13-1 16,-1 21-10,-3 10-51,2 13 0,7 9-34,13 7-55,17 5-158,16 3-2004,6-23 1,4-2 1780,14 11-231,-4-17 1,6-4-1490,4-12 1,1-5 1906,-10 1 0,1-3-319,20-7 1,-3-7 548,-22-2 0,-3-4 553,12-10 0,-2-3-187,-15 10 1,-4-2 383,4-9 0,-7-1 507,-6-10-273,-4-10-226,-16 6 1876,-9 11-2150,-10 11 2862,-2 12-3265,3 7 524,3 15-575,4 13 29,5 20-6,4 18-141,6-23 0,1 3 104,1 5 1,2 1-54,1 4 1,2 0 16,2 0 0,0-2 53,-1-8 1,1-2 47,3 12 39,-9-27-5,-8-29 11,-5-19 39,1-17 33,1-5 23,5 5-61,3 14-74,0 14 651,2 14-684,4 15 5,4 14-5,8 13 0,6 6-5,6 6-306,-13-25 1,-1 1 248,-2 3 1,-3 2-102,-3 3 1,-6 1-76,-6 2 0,-6 1 62,-4-2 0,-4-1 70,-2-7 0,-2-3 112,-23 9-1,6-22-223,7-21-454,9-10-1390,9-15 2062,10-10 0,4 15 0,5 2 0</inkml:trace>
  <inkml:trace contextRef="#ctx0" brushRef="#br0" timeOffset="13236">16420 2543 25124,'-9'-45'454,"-1"1"0,2 3 0,-3 10-5852,-11 24 5454,5 7 1437,-17 12-1397,4 12-29,-13 14-48,21-14 1,1 1 423,1 0 1,2 1-438,3 3 0,3 0 5,-2 8-22,15 6-23,15-22 3448,14-4-3374,12-9-1,19-21 0,-18 0 3,-14-1 0,-2-3 120,1-8 96,-1-8 39,-12 2-12,-10 4-72,-7 4-77,-2 7-136,-1 5 0,2 5 0,1 5 0,3 13 0,5 18 0,0 8 0,1 10 0,-2 10 0,0 8 0,-1 0-633,-2-19 1,0-1 0,-1 2 0,-1 2 632,-1 0 0,-1 2 0,-1 2 0,-1-1 0,-3-4-19,-2 3 1,-3-2-1,-1-3 1,-1 0-38,-2 4 0,-1-1 0,-4-1-571,-6 6 0,-4-1 1,-1-5 578,-4-2 1,-3-6-956,-10-1 0,1-9 1014,-10-10-137,29-49 1,8-14 158,11-18-13,9 15 1,1-8 0,3 2-1,3 10 1,2 0 0,4-2-3,2-2 0,4-5 0,1 1 0,-1 3 217,0 2 0,-1 3 0,5-1-230,6-3 1,5-1 0,0 1 0,-3 8-4,0 4 1,0 4-5,7-6 0,5-2 1,-2 4-2,2 5 0,1 2-3,-1 0 1,2-2-1,-2 2 6,2 0 0,-1 0 5,-2-1 1,1-3 0,-5 3 8,-9 5 0,-4 0 573,7-5 0,-3-1-587,-5-10 2804,-24 8-2826,-3 7 5,-8 3 726,3 13-704,5 3 1146,0-1-1100,2 0 100,0-2-144,1 3-7,-2-1 0,2 5 0,-5 5 0,-10 22 0,-3 10 0,6-8 0,2 2-427,-3 30 427,6-12 0,13 8-1143,17-5-2459,7-4 3314,7-8 0,-16-25 0,-9-9 0</inkml:trace>
  <inkml:trace contextRef="#ctx0" brushRef="#br0" timeOffset="13427">17020 2169 24945,'-4'-6'2246,"1"2"-2772,3 4-174,-12-14-9131,14 44 8908,-11-29 1,15 35-1,-5-29 1</inkml:trace>
  <inkml:trace contextRef="#ctx0" brushRef="#br0" timeOffset="13837">17401 2348 18779,'0'-9'2745,"0"2"62,0 7-2325,0 0 400,-33 0-837,32 17 422,-14 8-472,47 20 10,-1-7-8,-8-14 1,0 1-1,-1-2 0,-1 1 1525,15 20-1550,-10 1-118,-33-18-285,-19-8 56,-6-9-760,-9-13 1,-1-6-172,1-2 1124,3 0 0,1-6-534,-3-30 739,20 1 100,-3-11 773,32-4-73,1 27-117,8-9-174,-4 21-201,-3 9-152,0 8-67,-2 12 803,-2 12-853,-2 20-264,-12 17-1395,0-20 1,-3 0 1596,-1 0 0,-1-3 0,-1 1 0,8-21 0</inkml:trace>
  <inkml:trace contextRef="#ctx0" brushRef="#br0" timeOffset="14336">16401 2514 17787,'1'-4'5618,"0"1"-2924,-1 3-2363,-42-39-102,15 29-98,-8-6 1,0 4-48,5 19 36,2 13 1,1 2-76,5 1-34,0 3 0,2 1-5,6-3 22,-2 18-45,12-13-39,17 3-392,14-20 0,7-5-656,23-2 838,-16-9 0,7-2 1,-8-1-1,3-2 1,-10 1-1,1 0 1</inkml:trace>
  <inkml:trace contextRef="#ctx0" brushRef="#br0" timeOffset="16276">17873 2384 20408,'4'-46'911,"0"1"1,0-1 0,1 0 0,0 1 0,0 5 209,4-18-712,0 10-241,-5 16-140,-3 31 0,-1 11 28,0 45-45,0-14-508,0 7 0,0 5 474,0-8 1,1 1-138,-1 14 1,1 4-822,-1-20 1,1 1 0,-1 0-463,1 2 0,-1 0 0,1 0 1443,-1 4 0,-1 1 0,1-6 0,-1-2 0,1-5 0,-1-4 0,0 0 0</inkml:trace>
  <inkml:trace contextRef="#ctx0" brushRef="#br0" timeOffset="16452">17773 2693 23013,'8'-53'332,"1"1"0,0 7 1,6 6-384,29-2-449,-16 26 0,3 3 10,7 0 0,1 2-468,2 1 0,1 2-3137,5 2 1,-2 1 4094,17 1 0,-16 2 0,-33 1 0</inkml:trace>
  <inkml:trace contextRef="#ctx0" brushRef="#br0" timeOffset="16761">18298 2394 12920,'-11'0'9830,"2"0"-8217,9 0-263,0 0-930,0-49-224,2 37-101,-1-35 6,3 58-51,3 9-55,3 14 21,7 7-21,6 6-57,6 2-197,2-2 214,-1-5 34,-7-8 28,-11-7-6,-17-7 6,-13-6 22,-12-7 11,0-7 260,5-10-243,10-9-22,9-8-17,16-7-39,16-3-23,17-4-439,-14 20 0,2 1-337,4 0 1,2 0-3056,2 1 0,0 1 3865,-3 2 0,-4 2 0,11-3 0,-21 8 0</inkml:trace>
  <inkml:trace contextRef="#ctx0" brushRef="#br0" timeOffset="17503">19333 2462 22929,'-9'-48'1006,"0"-1"1,-1 2-1,-2 8-502,-6 19-179,-3 0-168,2 11-96,-1 12 12,-3 15 11,-7 16-11,-8 12-264,17-19 0,0 1 188,1 0 0,1 1 14,-11 24 1,13-10 21,14-14 51,16-14-11,13-17 22,14-13 17,7-14 39,2-9 117,-4-4-105,-8 1-12,-10 4 6,-9 7-29,-8 11-82,-6 9-46,-3 7 0,-5 18 0,0 5 350,-1 22-350,3 2 0,7 5 0,9-3-41,16-9-26,15-11 6,17-16-146,-26-13 0,1-4 195,2-5 1,0-5-359,2-5 0,-2-4 389,-2-3 1,-3-4-15,-1-3 1,-4-3-6,-4-4 0,-2-3 11,-7 5 0,-2-2 1,-1 2-15,0-2 0,-1 0 31,1-15 0,-2 3 56,-6 5-61,-7 1-23,-8 24 0,-7 17 0,-3 22 337,1 18-337,0 21 0,11-19 0,3 2 0,0 4 0,2 2-208,1 18 0,1-1 18,0-17 0,1 1-451,0-1 1,0 4 0,0-3-1518,1 3 1,0-1 2157,0 6 0,1-5 0,-1 3 0,0-33 0</inkml:trace>
  <inkml:trace contextRef="#ctx0" brushRef="#br0" timeOffset="17628">19754 2611 24183,'-1'-63'823,"1"1"1,3 0 0,8 11-679,26 21-131,-8 12 0,3 2-76,7 1 1,4 3-2401,15-1 0,1 3 1722,-13 3 1,-3 1 0,-2 1 0,-6 1-1,-7 2 1</inkml:trace>
  <inkml:trace contextRef="#ctx0" brushRef="#br0" timeOffset="18477">20496 2254 23489,'8'-35'2605,"-2"6"-2141,-4 22-150,-2 3-275,-2 5 51,-7 11-51,-1 1 51,-20 30-107,8-4-56,-4 9-616,10 13-2890,22-12-426,0-1 4005,17-13 0,-13-27 0,1-2 0</inkml:trace>
  <inkml:trace contextRef="#ctx0" brushRef="#br0" timeOffset="18644">20689 1981 25601,'-31'-17'-2081,"9"5"0,35 34 0,-5-9 0</inkml:trace>
  <inkml:trace contextRef="#ctx0" brushRef="#br0" timeOffset="19028">21029 2283 27096,'-45'10'11,"0"0"0,4 0 1,8 4-24,12 26 1,10-3 6,9-9-23,15-1-28,24-8 11,9-5 36,-14-10 1,1-2 19,12-5 28,-13-7 1,-1-3 49,1-12 79,6-16 23,-31 1 145,-34-15-269,7 21-11,-19-6 39,12 26-45,-1 5-50,-1 3-11,8 7-106,7 16-253,10 5-593,5 15-1216,12 1-5164,12 0 7343,3-6 0,-8-14 0,-7-8 0</inkml:trace>
  <inkml:trace contextRef="#ctx0" brushRef="#br0" timeOffset="19345">21377 2321 21763,'4'-6'3989,"-1"2"-3160,-3 4-112,0 0-678,36-30 6,-24 41-45,27-13 22,-34 50-22,-8 5-39,-6-1 5,-7-5 29,-3-11 89,4-18-73,6-14 39,12-23 23,12-13 11,14-14 0,0 14 0,2 1-34,14-12-320,-8 15 1,1 2 302,16 1-25,-19 13 1,0 2 2,1 3 1,-2 4-29,20 5-76,-16 9 1,-1 6-384,7 20-473,-13-8 0,-3 4 949,-11 2 0,-3 0 0,1 4 0,-7-2 0</inkml:trace>
  <inkml:trace contextRef="#ctx0" brushRef="#br0" timeOffset="20535">23333 2698 20727,'42'-36'1518,"0"-1"0,-5 2 0,-10-1-901,-19-18-197,-16-4-692,-10-1 518,-11 5-117,-8 11-34,-11 12-39,-11 17-39,25 14 0,-2 6-352,-5 4 1,0 5 350,-3 6 1,1 4 2,-1 5 1,2 2-20,2 1 0,4 2-6,7-1 1,4 1 106,7-3 0,7 0-112,17 20 22,30-12-23,-4-27 1,6-5-345,8-6 0,3-5 356,6-7 0,2-5-494,2-5 1,-1-6 495,-4-3 1,-2-5 0,-7-3 0,-4-4-18,-7-3 0,-6-3 40,-5-5 0,-3-2-25,-3-4 0,-2 0 5,-1-2 1,-1 2 11,0 4 0,-1 2 14,-2 9 0,-1 4 134,2-14-109,-6 25 541,-3 16-592,-4 16 1355,-2 16-1343,-2 21-20,1-11 0,0 3-70,-1 7 0,-1 3 65,-2 6 0,-2 1-32,-2 7 1,-2 0-112,-1 4 0,0 0-750,0 0 0,2-1 453,2-6 0,5-1-26,7-10 1,7-3-770,21 15 168,24-26 892,-21-26 1,2-7 168,2-4 0,-1-5-90,1-6 0,-2-3 219,-1-1 0,-1-2 106,-4-1 1,-1-1 91,-4 1 1,-1-1 1120,8-22-689,-12 6 1040,-11 10-1315,-14 10-122,-9 9-91,-11 7 282,-6 12-438,-3 5-29,2 10 85,7 6-146,10 4 1,12 9-7,7-13-5,16 9 0,10-19 6,15-1 11,7-10 16,10-19-27,-20 2 16,5-19 23,-25 5 39,-2-8 17,-7-1 100,-7 2-122,-1 13 44,-2 6-67,-4 15 6,-4 7-23,-6 9-28,-3 12 11,2 5-10,6 4-1,8-3-6,14-6 1,16-7-1697,4-14 1,3-3 1690,18-3 3,-8-6 0,0-5-178,-15-3 1,0-3 176,7-5 1,0-3 2,-2-3 1,-3-5 5,1-15 1,-2-5-10,-7 3 1,-3 0-339,-1-2 1,-3-1 340,-3 0 1,-3 2 25,-5 13 0,-1 1 67,-1-8 0,-2 2 25,-6-11-56,-6 17-50,0 26 2869,-2 15-2891,-5 29-1,3-3 9,1 3 0,1 6-15,2 18 1,1 2-1291,2-17 1,0 1 1267,1-2 0,1 2 1,1-3-225,1 4 1,2-2 91,-2 2 0,2 3-3040,2-2 0,0 3 1,1-5 3205,-3-6 0,2-3 0,2 7 0,-1-12 0,-3-26 0</inkml:trace>
  <inkml:trace contextRef="#ctx0" brushRef="#br0" timeOffset="21013">24530 2392 26234,'25'-34'-98,"1"0"1,0 4 0,6 8-23,26 20 0,6 9-2772,-6-5 0,-2 1 2867,-12-2 0,1-1-77,5 0 1,0-3-281,-11-6 1,-3-3 432,19-4 1138,-12-20-920,-40 11-78,-2 1 212,-7-2 2407,-5 12-2390,-16 0-207,-3 9-57,-16 12 2784,13 3-2856,-10 16-3448,10 16 3370,7-8-17,13-2 0,6 1 6,13 1-1,2 7 17,19-13 28,19-18-27,-13-3 21,18-19 18,-12-26-18,-12 10 1,14-21 5,-28 32 51,6-5 3436,-13 14-3503,1 4 20,-11 14-43,-5 12 0,-1 5 0,-6 16-291,0 15-443,8-27 1,0 2-3927,0 8 0,0-1 4660,0 19 0,4-22 0,3-18 0</inkml:trace>
  <inkml:trace contextRef="#ctx0" brushRef="#br0" timeOffset="21179">25747 2627 23965,'3'2'2325,"-1"0"-2247,-2-2-1227,-32 68 17,16-36 0,-2 6 0,1-4 0,10-18 0</inkml:trace>
  <inkml:trace contextRef="#ctx0" brushRef="#br0" timeOffset="23361">27635 2523 22335,'-9'2'3434,"3"0"-3199,6-2 95,0 0-94,-20-88-40,37 29-713,-9 3 1,0-11 0,4 8 538,8 15 1,3 3-10,-5 3 0,1-3 0,-2 1 26,-3-8 0,-3 0-42,1-4 1,-2-4 28,-3 6 0,1-4 0,-2 5-12,0-2 0,-2 3 25,-2-5 1,-2 8 38,-4 17-72,-3 6-29,-11 45-333,4 5 361,-3 13 1,0 8-228,2 3 0,1 4 226,1-5 0,0 3 0,0 2-21,0 5 0,1 1 0,0 1-37,3-14 1,0 0 0,0 0 0,1 1-389,0-2 1,0 1 0,1-1-1,-1 0 104,-1 13 0,1-1 1,0-2-121,1-5 1,1-2-1,1-2-650,-1 13 1,1-6-703,2-16 1,-1-6-6583,-2-3 8392,1-30 0,0-7 0,3-4 0</inkml:trace>
  <inkml:trace contextRef="#ctx0" brushRef="#br0" timeOffset="23968">27421 2554 14776,'-11'-42'1901,"0"1"1,1 0 0,-4-16-1,3 7-1016,0-2-486,13 8-264,17 3-90,22 2-768,-8 18 1,4 1 716,9-4 1,4 0 3,-12 6 0,1 0 0,1-1 0,3-2 0,0-1 1,1-2 1,9-7 0,0-3 0,-3 1 5,3-2 1,-3-1 12,-8 4 1,0-4 0,-5 2 334,-4-4 0,-5 1-23,-5 8 1,-3 0-22,10-22-33,-28 39 44,-3 7-242,0 2-56,0 9 1084,0 14-1072,1 43-29,0-9-200,-1-2 1,0 4 197,-2-12 0,-3 3-3,-2 5 0,-3 5 0,1-4 0,-2 6 0,0-4-1563,-4 7 1,0-7 1601,2-10-17,7-21 29,2-10 10,2-8-38,11-20 5,17-26-17,-2 5 5,-3 7 1,2-1 23,9-6 537,8-5-493,-8 13 3330,-8 12-3397,-7 9-11,-2 12-40,0 7 34,5 8 39,5 5-33,6-3-40,12-4 51,-10-10 56,16-9-39,-16-13 38,5-10 63,1-18-29,-14 4-44,-5 0 61,-13 6 67,-4 11 1,-2 0-6,-2 7-141,1 7-38,-2 6-40,1 8 29,-2 9-23,0 10-157,1 9-1400,9 15-2627,6-6 4212,5 0 0,-5-23 0,-5-11 0</inkml:trace>
  <inkml:trace contextRef="#ctx0" brushRef="#br0" timeOffset="24662">30304 2117 21190,'14'-57'638,"0"0"1,1 0-1,-4 7 1,1-3-1,-1 3 1,-2 10 331,1-13-808,-3 9 1,-2 6 167,-5 26-308,-1 13-3138,-3 27 3110,1 8 17,0-1 1,-1 7-679,1 10 1,-1 7 0,1-3 655,-2-2 0,1 1-355,0 3 1,-1 4 0,0-9 351,0-20 0,0-2-101,-3 12 1,-1 1 89,0-5 0,-2 0-12,-1 2 1,-4-3 1514,-23 10-1534,6-39 5,-7-32 46,17-14 1147,11 2 1,3-6-1149,3-6 0,4-7 1,-1 3-155,0-4 0,1 0 162,1 1 0,1-3 0,3 2-4,5 5 0,2 2 0,0 4-91,-1 0 0,2 0 109,2-8 1,3-4 0,0 6-17,2 5 0,1 4-14,5-8 0,3 2 3,-1 7 0,4 5-23,8 5 0,2 6-5,-5 8 0,0 4 22,-1 3 0,0 6-28,6 10 1,-2 9-38,-5 17 1,-3 5 59,-1-10 0,-3 2-69,-3 12 0,-9 2 12,-21 19 2456,-7-15-2419,-14-2 0,-8-2 11,5-15 1,-2-3 121,-5 6 0,-3-1-380,-5-5 0,2-3-1268,-2 1-2430,-8 5-1368,36-21 4587,19-4 1,0-4 0,5 1 0</inkml:trace>
  <inkml:trace contextRef="#ctx0" brushRef="#br0" timeOffset="25302">31123 1604 24620,'-11'-38'552,"-1"1"0,-7-23-390,-16 73-83,-4 19-68,1 1 6,17-6 0,1 2-1,1 12-10,2 1 0,7 14-6,9-31 22,9 20 84,2-33 57,10 1-96,-3-16-3364,23-20 3320,-16 6 10,3-5 1,0-2 61,0-5 11,8-10 23,-15 13 90,-8 9-197,-7 9 3362,-3 6-3373,-2 2 143,-1 8-126,-1 4-23,-2 9-33,0 4 34,0 2-12,2 1 1,3-1-1,8-3 12,8-6 22,7-8-17,9-8 39,3-12-16,2-8-6,-4-12 50,-7-5-10,-10-6 27,-8-2 11,-6 1 12,-3 4 11,0 8-17,-1 9-17,0 8-73,1 7-5,0 4-67,7 4 55,9 7 1,15 12-20,-2 2 0,1 1 3,13 13-210,-10-6 0,-2 1 154,-1 12 5,-6 10-195,-31-3-387,-26-7 89,6-25 1,-3-4-542,-1-3 1,-1-4-6150,-27 1 7245,17-13 0,19 1 0,14-2 0</inkml:trace>
  <inkml:trace contextRef="#ctx0" brushRef="#br0" timeOffset="25603">31875 1465 26900,'-26'-47'95,"8"17"-44,26 47 16,5 12-39,8 9-17,2 9-11,0 5 11,-3 3 12,-4-3-18,-3-3-66,-5-8-247,-2-6-2863,-14-5 1160,-2-15-1366,-10-3 3377,-9-23 0,17 8 0,-8-8 0</inkml:trace>
  <inkml:trace contextRef="#ctx0" brushRef="#br0" timeOffset="25761">31809 1513 15104,'3'-6'7198,"0"1"-5720,-3 5-100,0 0-1160,19-10-128,-27 33-34,11 5-81,-14 4 0,-4 4-393,1 2 1,2 1-2688,0 1 1,2-1 3104,2-4 0,1-3 0,-2 9 0,7-20 0</inkml:trace>
  <inkml:trace contextRef="#ctx0" brushRef="#br0" timeOffset="26295">32247 1491 21024,'0'-5'4106,"0"1"-3126,0 4-890,-18 14-28,10 11-29,-11 16 1,15 5-12,6-4-11,6-7 6,6-9 11,6-11-11,6-7-17,5-13 0,7-7 34,-1-9 44,-7-3 45,-10 1 6,-11 3-23,-5 7-38,-6 7-46,-4 5-5,-2 8 0,-4 9-40,6-1 23,0 9-5,9-7-1,5 2 12,15-1 10,-5-8 12,17-4-39,-10-6 45,5-7-1,-5-6-55,-6-9 44,-6-15 1,-7 11 78,-4-26-62,-6 30 6,-1-11-57,-2 22-10,3 7-17,0 3-224,1 3-611,1 5-1148,0 6-1591,11 6 3613,16 2 0,-9-8 0,5-3 0</inkml:trace>
  <inkml:trace contextRef="#ctx0" brushRef="#br0" timeOffset="26619">32894 1607 16594,'-4'-2'6021,"2"0"-2526,2 2-3439,-36-26-28,27 24-22,-28-14 16,37 37-10,0-2 38,0 12-44,0-12 16,5 12-16,6-8-1,9 4 12,5-9 33,5-11 6,-6-12-28,-4-6 51,-6-12 38,-9 0 40,-8-21-134,-2 16-1,-7-7 17,-6 18-28,-4 4-50,-8 2-179,0 5-667,6 8-2168,10 5 3053,14 5 0,0-3 0,6-2 0</inkml:trace>
  <inkml:trace contextRef="#ctx0" brushRef="#br0" timeOffset="26935">32969 1454 25702,'43'24'31,"1"0"1,-2 6 0,-11 1-43,-18 11-34,-7 19 45,-14-38 17,-2 3 27,-9-19 214,-5-22-168,7-5-57,0-9 23,17-6-28,4 14 0,10-13-17,5 13-111,21-2-91,-11 11-1702,28 8-1558,-19 11 2739,11 3 0,-24-2 1,-11-2-1</inkml:trace>
  <inkml:trace contextRef="#ctx0" brushRef="#br0" timeOffset="27379">33545 1659 18425,'-1'8'4202,"-1"-2"-2578,2-6 924,0 0-2324,0-57-67,-13 37-90,3-41 0,-29 56-50,4 16-11,-2-1 16,3 16-33,10 9 22,3 2-16,4 0-1,13-3 6,8-16 11,17 10 0,5-17-16,16-3 16,-2-19 0,-2-12-5,-6-13 33,-11-10 28,-7-11-39,-9 22 0,-2 1 6,3-26 78,-2 12 0,-1-1-135,4-11 118,-3 19 1,0 1 60,4-1-111,-2 17 11,0 11-50,3 17 5,3 17 11,6 27-478,-9-10 1,-2 3 429,-1-5 1,-1 2-280,0 17 0,-4 6-1508,-4-14 0,-2 2 1,-1-1 1812,1-4 0,1 0 0,-1-2 0,-4 19 0,-1-8 0,0-8 0</inkml:trace>
  <inkml:trace contextRef="#ctx0" brushRef="#br0" timeOffset="28579">1189 4557 23086,'-12'-55'892,"-1"0"1,2 8-1,1 5-522,1 4-247,3 17-134,4 12 11,4 10 22,14 32-16,-3-4-4,0 5 1,0 4 3,-6-5 0,-2 1 2,2 16 0,-2 1-2,-2-16 0,0-2-12,-1 7 0,1-3 6,2-8 34,4-5 5,4-17 17,15-34 6,2-12-23,3-9-120,-17 20 1,-2-1 204,4-19 21,-2-10-3172,-9 8 3133,-4 20 1,-6 13-79,0 20-2218,-5 21 2190,4-4 115,0 24-121,12-14 2258,6 5-2235,12-7-1,6-9-32,6-8 3402,10-11-3369,-9-12-12,-4-3 23,-13-14 6,-8-1 11,-2-12-6,-6 1 0,-3 0 12,-5-2-23,1 17-62,-1 0-44,1 20-46,4 4-156,1 4-5649,20 12 3930,-6-1 1764,27 18 1,-30-20 0,6 6 0</inkml:trace>
  <inkml:trace contextRef="#ctx0" brushRef="#br0" timeOffset="28778">2192 4365 21125,'-2'-3'3618,"0"0"-1926,2 3-2056,-32 57-4307,27-31 4348,-10 8 1,3 2-2523,24-3 3060,4 0 0,-5-10 0,-2-4 0</inkml:trace>
  <inkml:trace contextRef="#ctx0" brushRef="#br0" timeOffset="28935">2223 4091 21657,'0'0'0</inkml:trace>
  <inkml:trace contextRef="#ctx0" brushRef="#br0" timeOffset="29468">2533 4747 21073,'1'8'3819,"0"-1"-2933,-1-7-668,34-73-3874,-8 25 3682,-8 14 0,3-7 1,-2 2 12,6-9 0,-2 2 200,-2 2 1,-2-2-229,1-9 0,-3 1-17,-6 18 1,-3 1 10,-2-5 1,-2 2 61,-3-10 17,-9 2 170,-5 21-231,-9 17 49,-2 19-44,0 15 11,1 19-11,7 14-25,13-1 0,3 3-3,0-23 0,1-1 0,4 21 0,1-4 0,6-6 192,-3-17 0,4 2-217,7 2 0,4-1 5,1-2 0,2-3 0,7-2 1,1-6-14,26-11-18,-4-25 40,-29-1 0,-3-5 16,0-8 1,-2-4-273,-1-7 1,-4-2 277,-3-7 0,-3-2-381,-4-6 0,-2-2 378,-5-2 0,-2-1 35,-1 15 0,-1-1 0,0 4 4,-1-2 1,0 2 2,-1 1 1,-1 4 3021,-8 1-2865,3 18-20,-2 0-176,8 16 740,1 18-745,1 31 5,1 0 485,0-1 0,2 7-1159,2-2 0,3 6 1,0-4-1989,-1 7 1,1 0-627,0-3 0,2 3 0,-1-9 3224,0-14 1,0-6 0,0 5-1,-2-14 1</inkml:trace>
  <inkml:trace contextRef="#ctx0" brushRef="#br0" timeOffset="30036">4553 4381 22021,'0'-7'2044,"6"-26"1,2-5-1406,-3 9-429,3-9 0,-1 2-171,-5 22-5,-1 14-1,-1 19 18,-1 22-32,0-8 1,1 3-15,-1 8 1,-1 3 2,1 4 1,0 2-806,0 1 1,-1 0 790,1-1 1,-1-2 19,-1-5 0,1-2 184,-2-7 1,0-3-154,-6 11 72,-2-21-33,-1-21-56,-1-19 6,1-18 39,-1-16-23,2-10-31,8 28 1,1 0 36,-2-29 1185,7 19-1230,5 2-11,15 15-6,9 3 1,19 8-1,10 13 0,-23 5 1,1 3-352,3 2 0,1 3 306,-1 2 1,-1 3-9,-7 0 1,-4 3-99,2 22-5,-43 5 16,-9-21 0,-8-2-532,-9 0 0,-6-2 305,-5-1 1,-3-4-468,-2-3 1,-1-2 324,3-4 0,1-4-2096,7-7 1,3-3 2053,-16-12 0,30 1 0,17 3 1</inkml:trace>
  <inkml:trace contextRef="#ctx0" brushRef="#br0" timeOffset="30427">5248 4571 26682,'-8'31'394,"0"0"1,-3 16-238,21-56-95,5-9-34,4-9 16,2-8 7,-1-6-18,-4-2 18,-3 4 38,-6 7 12,-4 12 45,-11 9-129,3 7-12,-7 5 6,0 10-11,-3 8-11,-3 15 0,2 8-28,6 4-140,7 2-633,13-1-896,13 1 1029,1-22 1,2-1-1,1 3 1,8-2 0</inkml:trace>
  <inkml:trace contextRef="#ctx0" brushRef="#br0" timeOffset="30578">6046 4560 18414,'-3'-8'-2072,"1"1"2072,2 7 0,0 0 0,0 0 0</inkml:trace>
  <inkml:trace contextRef="#ctx0" brushRef="#br0" timeOffset="31344">7513 4447 21618,'0'-6'3097,"0"1"-1808,0 5-992,-75-58-101,35 46-143,-14-12 0,-1 8-745,14 38 703,5 8 216,22 4-210,12-2 104,10 9-121,19 9-22,9-10 13,-10-17 1,2-3 3,14 3-7,16 2-4,-5 3-24,-17-5-44,-16 5-16,-34-15-29,-15-1-336,-15-3-510,-10-1 309,18-4 1,-4-2-1365,-9-6 0,-1-3-928,11-3 1,1-3 1352,1 1 1,4-5-3813,1-32 5417,27 8 2990,22-19 2074,11 15-3003,6 7 1429,2 10-1054,-13 13-644,0 1 903,-12 7-2297,-9 9-121,-9 9-41,-10 14-152,-2 2 16,-11 21-97,11-15 0,0 2-28,0 2 0,0 3-1030,2-1 0,-1 3 1,3-3 670,1-2 0,2-1-397,-1 8 0,3-2-7408,8 11 8189,10-15 0,-7-11 0,3-20 0</inkml:trace>
  <inkml:trace contextRef="#ctx0" brushRef="#br0" timeOffset="32404">7901 4520 20621,'1'-9'4509,"0"2"-4114,-7-22 0,-7-3 59,-9 17-384,6-17 0,-1 5 120,-23 38-123,8 10-53,8 9 0,2 3-8,-5 8-231,11-4 0,3 0 219,8-9-33,2 23 33,13-26 12,9 5 50,8-23-28,-4-10 45,7-15 55,-1-17 46,-2-6 11,1-13-28,-12 7 61,-1 2-167,-5 11 55,1 4-22,-7 16-45,1 4-55,-4 14 10,-2 15 6,1 5 366,-1 8-551,2 17-259,1-18-469,9 28-1512,18-21 795,8-6 644,4-8-2044,14-28 2610,-21-13 1121,10-13 923,-23-5 392,-11-2-257,-9 0-1048,-1 9 857,-4-1-991,1 17-336,0 0-196,2 14 203,0 3-209,4 20-11,3-2 0,8 15-34,14-1 1,-5-11-1,18 5 6,-11-18 6,4-2-1,-7-9-10,-8-10-1,-7-10-50,-3-9-17,-5 2-375,7-21-168,2 11-392,15-16-605,11 14-543,14 8 1545,-7 10-705,-5 11 0,1 4-415,17 1 952,-19 3 1,-1 3-409,5 6 2475,-29 12 1204,-23 1-1069,-9 0 1143,-8 1-1525,11-11 1059,-5 10-733,9-9-841,-1 4-167,6-3-102,1-2-89,2 0-61,2-3 27,2-1 40,3-5-18,5-1-49,5-7-46,12-5-16,-2-3-34,1 1 17,-8 1-11,-9 5 6,5-7 10,-7 3 40,2-7-23,-6-2-5,-3-4-22,-5-1 16,-3 1-6,-3 7-27,-1 7 0,-2 6-40,-1 9 34,-4 4 28,-1 10-28,-3 9 11,-1 8-5,0 5-23,3 1-17,7-2-89,14-7-526,17-6 5,7-11-2353,16-8 0,6-4 2997,-13-2 0,1-1 0,4 1 0,-2-1 0,2-1 0</inkml:trace>
  <inkml:trace contextRef="#ctx0" brushRef="#br0" timeOffset="32845">9765 4513 22313,'-3'-5'3209,"2"1"-1646,1 4-1283,-68-65-118,27 48-67,-15-15 1,-1 6-52,10 34-19,12 5 1,1 4-335,-11 23 317,16-12 1,1 2-7,3 2 1,1 1-23,5-1 1,3 0 76,0 23-85,25-13 5,22-18 35,23-16-280,-20-12 0,1-5 262,3-3 1,-1-4 10,1-4 1,-2-4 2,-4-2 1,-2-2 7,-4-2 1,-4-2-6,-4-2 1,-4-2 10,-2-4 0,-3-1 12,-1-4 0,-1-1-4,-1-2 1,1 0 25,0 1 0,0 1 31,0 4 0,-1 3 109,4-24-84,-4 25-73,-3 17 217,-2 14-273,-1 13 22,0 16 41,-3 22-52,1-10 0,-2 3-190,-2 8 1,0 4-43,-2 8 0,-1 2-787,2-16 0,1 2 1,-1 1 1024,1 7 0,0 2 0,1-5 0,-1-5 0,1-3 0,3-1 0,-1 0 0</inkml:trace>
  <inkml:trace contextRef="#ctx0" brushRef="#br0" timeOffset="33244">11261 4678 23853,'5'-53'1234,"0"0"0,0 4 0,-1 7-1043,-4 17-158,0 8-27,0 17 5,-1 18-17,-2-2-10,0 29-85,0-2-627,0 17-4188,3-23 1,0 0 4457,2 17 0,0-10 1,1-29-1</inkml:trace>
  <inkml:trace contextRef="#ctx0" brushRef="#br0" timeOffset="33435">11444 4243 24878,'4'-35'151,"0"1"0,-4-7-604,-12 66-2219,-6 27 2672,9 3 0,0-17 0,8-4 0</inkml:trace>
  <inkml:trace contextRef="#ctx0" brushRef="#br0" timeOffset="33768">11735 4448 26878,'21'48'95,"-5"-24"-93,-14 8 1,-6 2-3,-7 9 12,-9-1 4,-13 11 80,9-20 21,3-12-66,17-20 33,12-17 11,10-10-42,3 0 0,4 0-31,0 0 1,3 1-443,9-6 1,1 2 427,-11 9 1,0 2-15,28-13-78,-22 16 1,1 2-41,-2 4 1,-1 3-445,4-1 0,-2 4-6672,7 18 7240,-26 9 0,-11-6 0,-3-6 0</inkml:trace>
  <inkml:trace contextRef="#ctx0" brushRef="#br0" timeOffset="34787">12250 4605 24906,'6'-8'302,"-4"14"-316,-9 23 0,-3 9-159,-1 10-712,2-11 0,1 0-8946,-1 12 7950,0-4 1,4-16 0,4-22-1</inkml:trace>
  <inkml:trace contextRef="#ctx0" brushRef="#br0" timeOffset="36155">14021 4706 25758,'-17'-52'332,"0"0"0,1 3 0,-1 8-119,-4 15-39,-2 6-101,0 9-23,-6 14-16,-11 15-26,14-1 0,-1 2-426,-7 6 1,-1 3 428,-3 3 0,-2 3-8,-1 1 0,2 0-6,2 0 0,4-1-74,6-4 0,5-1 55,-3 16 44,30-17-22,23-14 6,28-22-4,-18-3 1,3-5-537,8-6 0,1-5 536,4-4 1,-1-3 0,-17 9 1,0 0 0,-2-1 13,14-15 0,-4-2 0,-5-1 0,-4-2-1,-6-1 1,-5-1-11,-4-2 0,-3-1 8,-3 3 0,-3 0-1305,-1-2 0,-3 4 1319,3-12 34,-5 8-45,-5 39 0,-2 5 716,0 11-722,-11 35-846,1-4 0,-1 4 835,2-3 0,-1 3-2,0-1 0,-1 3 0,0-2 889,1 6 0,0 1-955,-2 11 1,0 2-118,3-3 1,1 0-380,4-4 1,3-2 224,5-6 0,5-3-207,4-8 0,6-4-658,33 5 672,-19-29 0,3-8 252,3-6 0,0-7 1253,3-6 0,-1-4-900,0-4 0,-1-3 100,-1-3 1,-2-2 92,-3-1 0,-3-1 75,-3 1 1,-2 0 179,-5 0 1,-3 1-116,-3 5 0,-4 2 1219,2-18-1133,-12 18-234,-6 16-124,-9 13 880,-4 12-942,-6 14-3001,-8 25 2934,10-11 3,8-9 1,2 0-827,0 16 813,3-9-1,5 3 17,11-25 12,3-1 5,9-12 2981,7-13-2981,6-11 22,5-11 23,-2-5 17,-6-1 38,-7 1 1454,-8 8-1537,-7 13-23,-3 8 17,-7 16-22,-5 8 0,-8 14 0,-8 21-17,9-13-6,-2 18-22,15-18-11,5 5-45,14-6-34,14-11 6,17-13 40,12-18 52,-26-3 0,1-4-278,0-4 1,0-5 305,-2-3 1,-1-3-1,-1-2 1,-3-5 2,3-16 0,-3-2-8,-7 16 0,-2-1-264,-2-2 1,1-2 0,-2 3 293,0-1 1,-1 2 30,2-6 1,-1-1-4,-4 9 1,-2 2 95,-1-18-124,-8 24 12,-7 12 511,-4 24-561,-6 15-1256,4 6 0,0 4 1261,-7 20-14,7-6 0,1 4-297,5-11 1,2 1 172,-2 13 1,1 4-376,2 1 1,2 2-1594,4 1 0,3 1 2106,1-19 0,1 0 0,0-5 0,0-2 0,0-3 0,9 22 0</inkml:trace>
  <inkml:trace contextRef="#ctx0" brushRef="#br0" timeOffset="36654">14990 4719 25808,'32'-43'67,"0"1"0,2 2 1,4 8-102,12 17 0,2 7-825,-15 0 0,0 0 758,18-3 1,-2-2 27,-21 4 0,0-1 144,5-3 1,0-1-75,-7 0 0,-3-1 82,15-17 508,-16-6-251,-14 7-117,-9 4 268,-10 8 758,-3 11-853,-13 0-213,-1 14 253,-9 10-365,9 6 22,-10 18-72,18-13 0,1 3-3,1 4 0,0 1-14,-7 23 0,21-6-6,6-35 1,13 3 5,1-14 5,6-6 12,9-20-34,-1-13 34,-5-2-6,-6 0 29,-10 6 32,0-1 12,-2 5-61,-4 7-12,-7 14-17,-8 14 6,-3 8-33,-5 12-40,3 7-157,5 3-626,4 1-1273,8-1-5,1-9 2134,13 4 0,-11-23 0,5 2 0</inkml:trace>
  <inkml:trace contextRef="#ctx0" brushRef="#br0" timeOffset="37087">16110 4270 23646,'0'-8'1753,"2"-25"0,2-6-1215,2 11-446,-2-9 0,1 1 205,4 18-235,-5 13-40,1 3 57,-1 31-51,-5 3 0,-1 2-20,0-3 0,-1 2-300,-4 20 0,-3 0 298,-4 3-4,1-8 1,-2 3-9,1-4 1,-1-1 8,3-3 0,1-1-12,0-3 1,2-5 19,6-11-5,11-25-6,1-11 0,6-11 5,10-24 6,-4 0 3,-5 12 0,-1-2-8,-3 6 0,-1 2 623,8-17-618,11-7-11,-6 29-6,14-1-10,-5 25 4,2 22 18,-1 19-12,-8 2 0,-7-5 1,-3 1-12,-2 2-73,-9 2 1,-9 0-353,-31-2 142,15-15 1,-6-3-749,-23-4 1,-2-7-263,-4-3-2222,4-6 1,2-4 2700,5-8 1,14 3-1,21 3 1</inkml:trace>
  <inkml:trace contextRef="#ctx0" brushRef="#br0" timeOffset="37612">16998 4501 26609,'-10'-46'315,"-1"-1"1,1 5-1,-1 8-192,-7 13-44,-6 10-40,-6 11-11,-2 11-11,-2 14 11,2 11-17,4 9-17,8 4 18,9-2-7,16 1-10,3-20 16,16 2 11,-4-23 23,8-2-11,2-13 10,2-8 40,-2-10 12,-4-3 32,-8 0 18,-7 2-17,-5 7-83,-4 7-46,-1 7 0,-2 4 0,-3 8 0,-3 7 0,-7 31 0,5-15 0,-1 17 0,11-18 0,5-1 0,4 4 0,6-9 0,2-8-7,-3-8-760,13-12-919,-2-3 838,26-11 0,-27 10 0,3-1 0</inkml:trace>
  <inkml:trace contextRef="#ctx0" brushRef="#br0" timeOffset="38061">17429 4359 21461,'1'-5'4347,"1"0"-2611,-2 5-1674,-32-57-23,23 47-22,-24-39 5,31 64 40,7 7-3415,14 19 3353,0-9 5,0-4 1,1 2-175,15 14 172,-15-18 0,1 1-20,14 21 11,-12-7-22,-13-7-123,-20-6-504,-13-7 2257,-12-7-6334,-3-6 3953,6-6 1,14-3-1,10-1 1</inkml:trace>
  <inkml:trace contextRef="#ctx0" brushRef="#br0" timeOffset="38227">17373 4387 20280,'3'-5'5051,"-1"1"-3297,-2 4-1693,2-12-49,-9 22-18,-9 11-2043,2 10 0,-1 5 1036,-9 19 1013,9-12 0,3-5 0,5-16 0,0 9 0</inkml:trace>
  <inkml:trace contextRef="#ctx0" brushRef="#br0" timeOffset="38594">17934 4552 27790,'27'4'96,"8"-2"-91,14-1 12,0-9 0,-5-9 11,-9-13-11,-11-10-12,-11-10 23,-6-4 28,-12 4 107,-9 8-40,-6 19-62,-1 9 46,-1 15-51,7 4 46,-11 20-102,6 7-1696,6 2 0,1 3 1696,-1 12 0,7-10 0,2 1-284,6 11-322,4-18 1,5 0 605,5 0 0,3-3 0,3 5 0,5-6 0</inkml:trace>
  <inkml:trace contextRef="#ctx0" brushRef="#br0" timeOffset="38727">18736 4694 26003,'-4'-4'1272,"0"0"-1485,4 4 0,0 0 0</inkml:trace>
  <inkml:trace contextRef="#ctx0" brushRef="#br0" timeOffset="111587">784 6626 16700,'-7'0'5803,"2"0"-5730,5 0 0,48-36-62,6 23-281,-3-7 1,8 1 28,-11 14 0,2 5 0,-2 0-3,3-2 1,2 1-769,3 3 0,4 1 0,-9 0-729,8 5-113,-13 1 0,-11 6-317,-31 9 2034,-22-3 0,-12 2-67,-17 3 1,-10 1 0,1-1 1050,8-5 1,2 0 0,-3 0-229,1-1 0,-3 1 0,1-1 0,5-1-966,-7 3 1,6-3 558,13-4 1,3-1 323,-15 11-452,31-15 275,7 3 134,26-9-342,10-4 0,7-2-179,23-6 0,4-3 371,-6 3 1,-1-2-361,-13 1 0,1-1 0,-2 0-36,9-5 0,-2 0 1330,-3-1 1,0-3-1245,8-7 1,-6-7 193,-22-8 0,-9-1-853,2-18 747,-27 24 0,-8 4 209,-12 5 353,-2 6 0,-4-1-255,8 6 1,-2-1-73,-9-5 0,1 2 148,-5-4-246,18 8-214,14 7 2080,19 5-2124,3 4-28,43 19 0,-3 11-415,-13-3 0,-3 3 347,-11-7 1,-5 5-1900,-6 25 1,-10 3 1406,-6-24 0,-6 1-2689,-10 20 0,-7 6 0,1-7 2170,4-18 0,0-3 0,-11 16 1,3-6-1,16-26 0</inkml:trace>
  <inkml:trace contextRef="#ctx0" brushRef="#br0" timeOffset="112288">3618 6609 21495,'-12'-41'1034,"0"0"1,1 0 0,-1-6 0,0 15-1023,3 27-1,12 36 0,6 13-5,-2 2-6,-1-3 0,1 8 0,-2-3-959,-2-3 0,-2-1 966,-1-2 1,0 3-1,-1-4-1,-1-1 0,-2-3 8,-3 1 0,-1-4 440,-1-1-113,-8 7-111,11-29 167,-3-2-128,6-27-213,0 3 28,1-26-11,8 3-34,8-13-22,14 1-11,12 7-12,11 9 640,-21 22 1,1 3-644,0 2 1,1 4-1,1 2 1,0 3-9,-1 3 0,-1 4 6,1 2 0,-2 2 11,-1 4 0,-2 2-34,14 22 6,-19-8-3305,-44 23 3322,-2-30-6,-9-1 1,-5-3-383,-23-5 111,21-8 0,0-2-18,8-2 1,0-3-2115,-3-1 1,0-3 2419,-15-15 0,14 9 0,11-8 0</inkml:trace>
  <inkml:trace contextRef="#ctx0" brushRef="#br0" timeOffset="112820">4622 6645 24951,'-61'-3'155,"-1"0"0,4 4 0,5 9-80,19 14 1,5 6-433,-1 2 1,3 0 375,6-6 1,3 1 2,-1 13 1,6 0-6,7 13-1880,15-12 0,7-3 1846,14 1-36,8-19 0,9-6-1203,11-10 0,3-5 617,-12 2 1,1-3 395,3-3 1,5-3 0,-11 0 0,-2 0 0,16-8 0</inkml:trace>
  <inkml:trace contextRef="#ctx0" brushRef="#br0" timeOffset="115674">4893 6748 19451,'-5'-4'4268,"2"0"-8450,3 4 4243,-14-56 1449,18 42-1431,8-35 808,24 66-867,-8-1 0,-1 3-20,14 15-128,-13-5 1,0 3 127,-3 3 0,-1 1-11,-4-7 0,-2 1-1,2 15 1,-9-1 23,-21-4 3323,-29 10-3239,-5-34-12,-2-13 78,19-28 23,18-14 61,9-16-100,5 7 44,15-5-3109,11 10 2942,-5 9-1169,8 11 1,2 5 1089,-2 6-126,5 3 0,3 2-1236,15 6-680,-22 2 1,0 3-7734,26 7 8526,-22 0 0,-18-1 0,-17-8 1</inkml:trace>
  <inkml:trace contextRef="#ctx0" brushRef="#br0" timeOffset="116025">5655 6753 20313,'2'-5'3534,"-1"1"-83,-1 4-3429,-10-22-5,6 36-17,-6-23 5,15 48 1,9-12-28,25 6 27,3-13-5,4-7 6,1-15 5,-10-13 73,13-21-34,-19 6 118,0-19-67,-22 25 235,0-19 123,-7 16-397,-1 2-34,-2 12 7,-1 15-35,-1 12 0,-2 15 0,-3 23-15,4-16 1,0 3-451,-2 10 1,1 4-384,1-1 1,0 4 0,2-1-2430,0-6 0,0-1 0,1 0 2325,0 0 1,1-1 0,0-5 0,1-5 0,1-8-1,0-12 1</inkml:trace>
  <inkml:trace contextRef="#ctx0" brushRef="#br0" timeOffset="116466">6362 6891 27359,'14'46'33,"0"0"1,-4-15 0,-1 1-31,-6 24 0,-4 1-6,-1-17 0,-2-1-457,1 7 1,-1-1 481,-1-8 1,1-3 33,-2 11 84,-1-23-106,2-18 283,-4-20-284,-1-19-21,1-5-406,-2-7 1,0-4 401,3 7 1,0-2-348,1 2 0,-1-2 0,1 1 347,1-13 1,2 3-1,3 4 1,3 2-22,3 6 1,3 3 14,2 6 1,3 3-61,17-21 52,7 15-22,4 12 17,6 12 0,2 11-40,2 13-10,-3 11-6,-9 13 823,-18 9-824,-29 5-116,-28 1-407,-1-23 0,-4-3 583,12-6 1,0-3-1844,-13 2 0,3-3 1851,3-6 0,7-1 0,15-5 0</inkml:trace>
  <inkml:trace contextRef="#ctx0" brushRef="#br0" timeOffset="116840">7108 6922 27628,'19'-57'78,"0"1"1,-6 15-1,0-1 1,-2 3-29,-3 2 0,-2 1-30,2-12 0,-1-3 5,0-7 0,-3 0-383,-3 10 1,-3 2 418,0 5 1,-2 5 45,-9-4-85,3 26-11,4 8 262,1 9-273,-1 14 0,-2 18-23,-1 27-264,5-18 1,1 2 247,0 9 0,1 2-795,3 5 0,3 2 629,2-2 1,3 0-376,4-3 1,3-3-961,3-6 0,2-4 1540,3-4 0,-1-6 0,5 5 0,-6-16 0</inkml:trace>
  <inkml:trace contextRef="#ctx0" brushRef="#br0" timeOffset="117023">7011 6723 27863,'42'-14'-532,"0"0"0,0 0 0,0 2 0,0 0 0,0 4 532,20 5 0,-4 3 0,-24 0 0,-2 0 0,26 0 0</inkml:trace>
  <inkml:trace contextRef="#ctx0" brushRef="#br0" timeOffset="117391">3475 7772 15183,'-58'10'825,"0"0"0,1 1 1,-1-1-1,-9 3 0,4-1 1,8 0-114,12-5 1,12 2-52,18 8 56,72-9-471,-1-4 1,8-1-908,-21-1 1,4-2 0,2 1 0,2-2 702,-3 1 1,2-2 0,2 1-1,1-1 1,1 0-252,-4 0 0,1 1 0,1-1 1,1-1-1,0 1 0,1 0 231,5-1 1,1 0-1,0 0 1,1 0-1,1 0 1,0 0-195,-6 0 1,1 0 0,0 1 0,0-1 0,1 0-1,1 0 1,-1 0 183,-5 1 0,0-1 0,0 1 0,1-1 0,0 1 0,1-1 0,1 0 0,1 0-110,-4 1 1,3-1 0,1 0-1,1 0 1,0 0 0,0 0 0,0 0-1,-2 0 1,-2 1 0,-2-1 100,6 0 0,-2 0 0,-3 0 0,0 1 1,0-1-1,1 0 0,4 0-14,-2 0 1,2 0 0,3 0 0,1-1 0,-1 1 0,0-1 0,-1 1 0,-4 0-1,-3 0 8,5 0 0,-5 1 1,-2-1-1,-1 1 0,1 0 1,2-1-51,-1 1 0,1-1 0,0 1 0,1-1 1,-1 1-1,0 0 0,-2 0-269,12-1 1,-2 1-1,0 0 1,-2 1-1,-3-1 322,5 1 0,-2 0 0,-4 1 0,-5-1 0,11 0 0,-9 1 0,-21 1 0,-1-1 0</inkml:trace>
  <inkml:trace contextRef="#ctx0" brushRef="#br0" timeOffset="142178">9051 6646 22240,'-41'1'1103,"-1"0"1,-21 0-992,56 0 89,13 1 1,15 4-113,24 2-64,6-1 1,3 0-380,-13-2 0,2 0 348,5-1 1,5 1-1,-3-1-499,11-2 0,-3 0 474,1 1 1,3-2-567,-2-2 1,5-1 0,-5-1 523,1-1 1,0-1 38,1-3 0,5-2 1,-9 0 38,-15 2 1,-5-1 16,3-2 1,-13-2 66,-31-3-5,-21-4 73,-22-4-28,12 10 0,-2 0-62,6 4 0,-2-1 220,-17-6 0,1-2 66,-9-6 262,19 7 0,2 0-324,1-13 1617,18 10-1897,12 1-5,14 12 28,2 4-34,14 8 0,-6 1 5,32 18-22,-8 1-279,-9-4 1,0 2 245,15 11-43,-18-9 1,2 2-1697,1 4 1,-1 0 1656,-6-6 1,-1 2-417,9 15 0,-13 2-1305,-40 14-122,1-22 1,-6-3 1974,-12-4 0,-3-6 0,-13 1 0,21-11 0</inkml:trace>
  <inkml:trace contextRef="#ctx0" brushRef="#br0" timeOffset="142710">11795 6550 21114,'-12'-46'858,"1"0"0,0-1 1,-3-15-1,1 17-757,9 38 0,2 14 106,2 31-33,-3 23-146,2-29 0,-1 4-1002,-2 12 1,-1 9-1,-1-2 908,1-8 1,-2-1 0,1 3-98,-1 3 1,-1 5 0,0-1 0,0-3-33,0 0 1,-1-4 0,0 1-454,-2 10 0,-1 2 0,0-1-1662,0-5 1,0 0 0,0-3 994,2-8 1,0-2 0,0 0 1314,-1 4 0,-1-1 0,2-9 0,2-8 0,0-5 0</inkml:trace>
  <inkml:trace contextRef="#ctx0" brushRef="#br0" timeOffset="143201">11282 7647 14201,'-6'-46'1782,"0"-1"1,0 1-1,-1-18 1,1 4-1215,4 23 1,2 2 154,8-23-347,9 14-220,15 14-128,18 9-39,-16 14 0,3 1-62,10 0 1,1 2-410,-6 0 1,2 1 307,7-1 1,6-1-1,-6 0 73,-8 1 1,2-2-8,11-4 0,13-3 0,-1 0 1,-12 1 112,-11 1 1,-1-1 3,10-2 0,6-2 1,-12 0 303,-1-12 87,-25 8-41,-6-7-191,-25 14 263,-23 4 84,-12 7-50,-17 9-563,27 0 0,1 3 171,2 3 0,1 4-33,-18 24 469,18 5-493,17 1-21,21-4-6,16-4 5,17-7-16,7-8 33,9-11 56,-14-16-28,-6-7 532,-17-9-330,-1-20 6,-6 2 33,5-20 28,-10 12 333,-4 8-361,-3 11-112,-1 12-128,-1 8-29,-3 13-6,-4 12-55,-1 16-96,-1 13-285,1 10-140,5-26 0,0 1-980,0 3 0,1 0-1541,1 0 0,0 0 3092,3 22 0,0-23 0,2-19 0</inkml:trace>
  <inkml:trace contextRef="#ctx0" brushRef="#br0" timeOffset="143409">12839 6934 22313,'-2'-46'1290,"0"-1"0,0 7 0,1 7-965,-1 17-224,1 16-68,1 7 29,0 21-34,-1 12-34,-3 22-100,2-25 0,-1 3-1278,-1 2 1,-2 4-1,2-3-2304,-1-1 1,0 0 3687,-3 22 0,1-8 0,3-27 0,0-1 0</inkml:trace>
  <inkml:trace contextRef="#ctx0" brushRef="#br0" timeOffset="144218">12828 7246 13916,'-3'-5'5394,"1"1"-1634,2 4-3760,-42-37 783,33 41-1040,-19-12 99,41 36-268,21 14-195,1-18-141,16-1 177,6-11-194,5-16 566,-30-1 0,1-4-736,6-6 0,-1-3 1005,13-8 53,-20 7 0,-2-1 267,-2-8 201,0-7 224,-11 4 33,-10 6-6,-10 7-357,-8 8 3229,-6 5-3543,-2 3-90,-2 7-16,2 4-40,2 9-5,7 3-1,5 3-22,15-1-5,11-3-12,14-6 6,8-5 6,2-8 28,-2-9 38,-8-8 18,-12-8 22,-10-6-3308,-24-9 3286,1 12 94,-23-7 24,3 19-12,-11 2-23,0 9-66,3 11-40,8 8-17,3 26-44,15-5 3386,1 7-3448,12-12-683,16 16 268,-4-16-115,5-2 1,3 0-675,16 0 557,-5-13 0,1-3 249,13 1 82,-13-13 0,1-6 316,8-10-1405,-10-3 0,-2-1 1746,9-10 462,-5-4 0,-3-1-260,-7 4 14,1-2 0,-1 2-8,-7 5 404,5-12-186,-13 12 34,-5-7-421,-7 9 3165,-2 4-3287,-1 9 62,1 5-180,2 1-28,2 2-78,1 1-146,0 7 0,0-3-1014,-3 8-7343,1 2 7705,-2 1 0,2-4 0,0-3 0</inkml:trace>
  <inkml:trace contextRef="#ctx0" brushRef="#br0" timeOffset="144761">12650 7093 23239,'34'-27'183,"0"0"0,0 0 1,6-9-1,-5 9-88,-3 19 304,-20 5-337,7-1 42,-9 2-267,-1 0 17,-5 1-884,-2 3 431,-4 3 190,0 2-521,-2 4-129,1-2-409,0 1-5135,3-2 6603,2-4 0,-1-3 0,2 0 0</inkml:trace>
  <inkml:trace contextRef="#ctx0" brushRef="#br0" timeOffset="145411">12731 7026 11413,'4'-7'8732,"-1"2"-7046,12-55-487,-12 31-2872,5-10 1,-1 0 2036,-7 14 1353,0-11-1263,-1 16-107,1-6-190,-1 16-62,0 5-50,1 22 3369,2-3-3352,2 42-34,1-8-14,-1-11 0,-1 3-11,-1-4 0,0-1 8,0 24 0,-3-16 0,-2 1 0,-4 16 0,1-18 1,-1 0-4,-1-8 1,0-3 13,-2 8 40,-1-4 134,8-27 44,0-2-150,2-13-45,2-10-28,0-5-1,4-18 6,2 10 1,0-3-12,1-2 1,0-1-315,4-9 0,-1 1 314,-1 7 0,-2 2 0,5-26 28,-6 18-5,-5 16-34,-2 15 0,0 10 0,1 11 11,1 9-5,2 11-23,-1 11 612,-1 5-791,-5-13 0,0-1-112,-2 15-266,-2-13 0,-1 0-1941,-5 5-4033,-2 4 5939,4-15 1,5-14-1,4-7 1</inkml:trace>
  <inkml:trace contextRef="#ctx0" brushRef="#br0" timeOffset="145727">13031 7051 15244,'0'-5'7584,"0"2"-5447,0 3-1794,-10-14-140,5 17 61,-15 0 25,2 22-166,-2 1 180,-18 11-146,8-12-17,-13 10-28,11-8-40,3-1 75,7-1-124,5-2-23,6-3-23,6-1-72,7-3-168,9-1-571,11-2-1463,11-4 2297,10-3 0,-18-3 0,-3-3 0</inkml:trace>
  <inkml:trace contextRef="#ctx0" brushRef="#br0" timeOffset="146743">13777 7169 24273,'3'-42'317,"1"-1"0,1 5 1,-5 8 35,-8 19-246,3 6-34,2 1-12,2 4 40,0 0-79,-2 0 23,-4 3 6,-7 4-18,-5 4-5,-1 3-17,4 1 1,7 2 16,4 1-6,11 5-5,6 4-12,23 16 1,-5-11-6,-2-6 0,3 0-130,-5-8 1,2-1 129,14 9 0,0-1-6,-13-8 1,-2-1-29,4 3 1,-7 0-96,-18 2-213,-22 6-876,-14-10 0,-7-2-3698,0-1 1,-1-2 3650,-3 1 1,4-2 0,-4-1 0,30-7 0</inkml:trace>
  <inkml:trace contextRef="#ctx0" brushRef="#br0" timeOffset="149543">15432 7072 21691,'0'-10'2800,"0"1"-2366,0-22 0,1-3-86,-1 17-269,4-40 72,3 81-50,5 29-94,-6-10 1,0 7-1,-1-3-1717,1 1 0,-1 1 1706,-1-2 0,-1 4 1,-3-3-20,-4 4 1,-4-1-202,0 2 1,-3 2 168,1-6 1,-2 2 0,0-4 40,0 1 0,-1-3 3,-3 5 0,-2-8 22,-6-13 17,-6-6-45,2-38 34,12-7 16,8-11 1,6-5-375,4-1 0,4-3 349,2-17 0,3-4 418,-1 17 1,2-1 0,0-1-412,2-2 0,0-1 0,0 1-10,1 1 1,0 1 0,0-1-1,-1 4 1,-1 0-1,0 1-179,5-16 0,-1 2 179,-2 6 1,0 2-178,0 7 0,1 2 163,0 7 1,4 5 8,11 5 0,2 6 0,9-1 805,17 16-805,-22 28-28,0 19 609,-17-12 0,-2 4-598,-5 4 1,-6 2 156,-8 2 1,-7-1-158,-7-1 1,-7-2-15,-9-3 0,-5-4-36,-6-2 0,-3-3-242,-1-3 0,-2-3 99,1-2 0,2-2-241,6-5 1,2-2-1987,-15 2 2437,30-19 0,14 4 0,11-9 0</inkml:trace>
  <inkml:trace contextRef="#ctx0" brushRef="#br0" timeOffset="150184">16321 6926 19714,'0'-3'3898,"0"1"-2851,0 2-655,-79-12-308,51 16-34,-20-3 1,0 6 5,21 27-39,-3 14-6,9 3-5,10-3-1,10-7-5,9-9 51,3-10 95,2-10 11,2-10-51,3-13-27,5-10 38,6-12 40,4-7 28,-2-4 95,-1-5-174,-13 19 90,-3 4-67,-11 21-73,-2 3-17,-8 17-28,0 4-3386,-6 25 3364,7-15 0,1 15-12,10-16-5,7 6 6,13-4 5,11-7 12,11-10 21,7-10 1,1-17 6,-6-11 5,-12-13 5,-12-9 18,-13-9 3425,-7-5-3370,-6 25 0,-1 0 158,-1-26-2515,-1 14 2340,1 19 51,2 21-89,1 4-68,0 2 22,10 16 12,5 8-22,17 18-77,0-1 1,1 2-65,-7-9 1,-1 1 690,10 12 1,-4-1-927,-5 2-129,-13-9-974,-23-6-1440,-19-1 2924,2-13 0,-2-2 0,-6 3 0,-3-8 0</inkml:trace>
  <inkml:trace contextRef="#ctx0" brushRef="#br0" timeOffset="150527">17091 6864 20638,'0'-5'3629,"0"2"-6567,0 3 2983,-18-48 1325,5 52-1353,-10-41 870,7 71-881,9-14-12,0 16 17,8-4 23,19 19-56,8-5 1470,-4-18 1,1-1-1505,15 8-17,-15-14 1,0-1-130,5 8-65,-7 8-204,-28-13-633,-25-4 46,-5-12-3782,-16-6 4840,17-4 0,6 1 0,13-2 0</inkml:trace>
  <inkml:trace contextRef="#ctx0" brushRef="#br0" timeOffset="150694">17002 6861 18936,'1'-3'5309,"0"1"-3791,-1 2-1423,-20 27-123,3 10-78,-12 16-331,16-19 0,3 3-4479,3 2 1,1-1 3035,-5 20 0,5-6 1,6-42-1</inkml:trace>
  <inkml:trace contextRef="#ctx0" brushRef="#br0" timeOffset="151277">17572 7042 22099,'0'-6'3115,"0"1"-1687,0 5-1400,-23-28 34,0 53-40,-15-22-5,15 47 17,7 9-40,12-30 1,7 21-1,12-24 0,25 0 1,4-14 10,16-16-827,-6-17 833,-13-1 34,3-15 44,-15 0 7,-6 1 32,-9 2-27,-12 19-56,-9 8-45,1 8-6,-11 13 1,9-3 850,-4 21-834,12-11-17,7 10 6,10-9-5,10-3 10,-1-7-3402,26-4 3386,-23-5 27,32-16 1,-38 3 39,13-32-22,-28 9 5,-3-20-11,-15 4 0,-7 2 11,-6 6-5,-1 11 3369,4 12-3437,2 10-16,7 9-168,4 8-326,7 8-1780,20 14 717,-3-7-4320,31 12 5927,-13-16 0,-4-4 0,-11-7 0</inkml:trace>
  <inkml:trace contextRef="#ctx0" brushRef="#br0" timeOffset="151627">18553 7064 19451,'0'-3'4990,"0"1"-2962,0 2-1967,-62-40 51,25 51-106,1-27 0,1 5-1,7 50-5,22-10-17,10 17 6,5-14 0,19 8 5,0-21 34,9-2 0,-3-10 0,-6-16 56,-8-10 23,-10-12 5,-9-7 22,-11-4 6,-6 0-17,-7 2-16,-3 7-18,-2 9-66,-3 9-40,3 8-50,4 9-241,9 8-504,7 8 39,8-1-6487,22 12 7260,-2-14 0,4 2 0,-12-12 0</inkml:trace>
  <inkml:trace contextRef="#ctx0" brushRef="#br0" timeOffset="151944">18683 6876 26687,'53'1'-11,"1"17"-20,-32 6 0,-3 8-2911,5 7 0,-3 0 2841,4 15 733,-12-20 0,-6-2-660,-13-4 921,-12-3-804,-15-17 29,-7-20 22,2-11 3386,11-13-3403,13-4-27,16 0-68,13 1-23,12 4-61,10 5-190,9 8-426,10 10-171,-24 9 0,2 2-750,3 3 0,2 2 1593,8 4 0,-3 1 0,7 1 0,-3 3 0</inkml:trace>
  <inkml:trace contextRef="#ctx0" brushRef="#br0" timeOffset="152345">19666 7071 25634,'-40'-41'336,"1"0"0,0 4 0,0 11-201,-13 35-51,-5 9-34,3 12-5,9 7-45,11 4-6,14-1-55,15 7 22,8-19-45,18 7 33,4-24 62,11-3 6,4-18 0,1-17 16,-19 5 1,-1-4-303,1-7 0,-2-5 342,1-9 0,-2-3-423,-6 11 1,-1-2 0,0-1 425,0-2 1,-1 0-1,0-1 26,-1 2 1,0 0 0,-1 1 70,3-13 1,-1 3-74,-3 10 1,-1 5 79,4-14-180,-5 24 0,-1 15 552,-1 22-552,4 19 0,5 29 36,-4-17 1,-1 4-37,1 7 0,-1 4-171,-2 5 0,-2 2-223,-3-19 0,-2 1 0,-1-1-652,-2 1 1,-2-1-1,-1-1 1046,-5 13 0,0-4 0,2-18 0,1-4 0,-4 2 0</inkml:trace>
  <inkml:trace contextRef="#ctx0" brushRef="#br0" timeOffset="154852">22132 6759 18061,'0'-6'4263,"0"1"-3714,-8-56 442,-17 28-806,9-5 0,-5 3 128,-37 12-167,20 19 0,-1 4-102,-16 5-391,13 4 1,4 4 368,-1 9 9,-1 6 0,0 4-20,13-7 0,1 2-8,-11 11 0,2 2-1,12-6 1,4 0-6,5-2 1,4 1-9,4 24-1,20-10-2998,28-10 3015,-6-19-293,14-18 0,2-8 294,-5-6-978,-5 0 1,1-5 990,-16 0 1,-4-1 3,14-13 151,-7-4 0,-2-4-107,-13 12 1,-2 0 905,4-12 1,-2 0-862,-5-9 866,-8-5-743,-5 28 3131,-1-3-3327,-1 21-45,2 11 6,-1 12 497,0 14-519,1 15-28,2 11-96,2 6-459,3 2-102,4 0-334,4-5 464,-1-16-947,11-4 600,-4-28 280,11-7 454,0-20 363,11-25-38,-11 10 402,-1-6 1,-2-1-152,-4 8-184,-3 2 0,-1 0 666,0 1 158,-3 4-422,-1 2-228,-6 9-276,-5 8-94,-2 6 28,-1 10 5,2 11-34,0 12 7,1 10-1,0 2-22,1-4-1,-1-5 24,1-13 44,0-10 23,5-17-63,-2-4 24,11-17-12,0 0 33,6-7-5,1 3-45,-3 5 1,-2 9-24,-3 6 18,-2 9-28,-1 9-202,9 19 100,-8-8-55,6 12-342,0-11-398,10 0-49,20 4 290,-17-15 1,2-1 133,6-2 1,3-1 207,4-2 0,1-2-72,0-2 0,-1-3 425,-3-2 0,-2-3 81,-4-2 0,-4-3 109,-6-1 0,-4-4 454,12-22 185,-15-4 61,-14-2-44,-13 1-180,-17 9-213,-19 10-139,-17 13-213,23 12 0,-1 5-32,-12 9 1,2 6-90,13-3 1,3 3-1331,-4 3 1,5 1 1332,10 10 466,11 2-494,8 1-6,13 8-44,16-6 11,16-11 33,8-13 29,1-19 33,-1-17-6,-30 3 0,-1-4-223,-1-6 0,-2-3 240,0-6 0,-3-3 31,1-6 0,-3-3 56,0-4 0,-1-1 39,-1-1 0,-1 0 37,-2 4 0,-2 2 10,-2 6 1,-2 3-42,-1 7 0,-1 2 3139,0-15-3165,-2 15-111,0 17-45,0 18 22,0 22 6,0 25-31,0-13 0,-1 5-217,-1 10 1,-1 4 116,1-13 0,-1 2 1,0 1-713,-1 5 0,-1 2 0,1 0 325,0 3 1,0 0-1,0 1-968,1 1 0,1 0 0,0-1 1116,1-7 0,1-2 0,0-4 0,0 2 0,0-6 0,3 6 0</inkml:trace>
  <inkml:trace contextRef="#ctx0" brushRef="#br0" timeOffset="165893">25436 6344 18986,'-7'-52'1713,"-1"0"1,1 5 0,-7 11-1383,-25 18-219,3 11-6,-1 12 40,-7 14-73,-5 12-54,18-7 1,-1 2-417,0 4 0,1 3 388,2 3 1,3 1-20,4 2 0,3 0-31,6 1 0,5-1-39,7-2 0,8-2-37,5-3 1,7-3-42,8-4 0,6-4-15,6-5 1,5-4-6,18-7 0,1-5 170,-19-2 1,0-3 19,-2-3 1,1-3 0,-3-2 38,-3-5 1,-2-3 61,5-4 0,-1-3 39,-7 1 1,-5-2 179,10-22 225,-19 7-225,-15 12-102,-13 14-66,-11 13-34,-8 16-17,-9 20-89,11 6-6,5 2-23,19 3-2767,25-2 2796,-4-8-178,19-9 0,3-6 122,-2-7 44,-4-1 1,2-3 5,5-15 22,-4-7 45,0-13 40,-14-10 151,-23-15-168,-8 16 83,-25-14 6,-4 21 3242,-13-2-3315,20 20 0,1 2 361,-9-2-439,-3 10-17,27 12-28,2 9-16,8 9-404,19 18-796,5-3-32,8 0-4068,12-4 5333,4-13 0,-15-7 0,1-6 0</inkml:trace>
  <inkml:trace contextRef="#ctx0" brushRef="#br0" timeOffset="166276">26217 6395 24937,'22'-43'67,"-4"10"46,2 79-125,-8-6 4,-5-8 0,0 1-37,-1 23 6,-5-3 44,-5-12 55,1-16-9,0-13 16,6-24-45,1 1 124,16-32-6,-1 9-62,6-8 214,8-2-208,-16 23 110,15-11-110,-6 17-67,-4 4 33,8 4-50,-8 8-50,13 10-57,-5 3-184,2 10-432,-11-1 34,-8-4-1899,1 5-7034,5-9 3136,4-3 6486,0-6 0,-9-6 0,-9 0 0</inkml:trace>
  <inkml:trace contextRef="#ctx0" brushRef="#br0" timeOffset="166567">26954 6428 25348,'9'-46'421,"-3"12"-348,-21 65-68,6 1 1,-1 7 11,13 12-23,9-19-5,12 10 22,9-19 17,7-10-11,-8-8 5,8-17 23,-11-10 67,10-26-34,-13 1-22,-4-10-5,-12 13-34,-5 14-68,-1-1-190,0 17-375,3-2-672,8 11-774,9 8-7769,20 8 8036,-15-2 1,2 1 0,-25-7 0</inkml:trace>
  <inkml:trace contextRef="#ctx0" brushRef="#br0" timeOffset="167359">27595 6379 26318,'34'9'229,"-1"-2"-173,-11-11-39,1-4 0,-2-9 5,-4-4 12,-7-5-1,-5 1 1,-9 2 16,-5 3 1,-8 7-6,-5 6 5,-4 5 0,-1 9 6,-7 13-44,10-2 4,-5 18-10,17-12-12,-1 30 1,11-13-18,8 19-16,15-14 0,12-5 28,7-8 5,0-13-11,-4-12 17,-7-16 17,-5-11 11,-5-12-5,-3-9-35,-6 7 12,5-21 28,-2 20 6,7-12-6,0 17-6,4 8-10,-3 7-1,20 4-34,-8 8 23,16 8-11,-8 11 0,-4 12 22,-5 10-11,-10 2 11,-8-8-16,-2 8 5,-1-19-6,6 5-5,6-17 33,8-11-27,11-14-1,13-14-369,-23 9 1,-1-3 377,3-6 0,-1-4 8,0-5 0,-2-3 0,-2-5 1,-3-2 18,-4 0 1,-3 0 45,-5 3 0,-5 1 13,-6 7 1,-5 1 21,-16-22 108,-14 12-29,-3 11-22,6 10-106,9 11-57,12 9 742,6 16-758,7 14-1,3 25 4,0-15 0,2 2-497,3 9 1,1 2 406,3 6 0,2 0-165,2 4 0,1 0-112,1 0 0,-1 0-59,-2-5 0,0-1-208,-3-6 1,-1-2-1336,-4-10 0,0-3 1977,4 8 0,-9-21 0,-4-13 0</inkml:trace>
  <inkml:trace contextRef="#ctx0" brushRef="#br0" timeOffset="167533">28454 6238 24001,'45'-28'121,"0"0"0,0 0 0,-2 3 0,-1 0 0,-3 5-410,1 7 1,-1 3-2060,2 0 1,-1 2 2347,-3 1 0,-3 0 0,10 1 0,-17 2 0</inkml:trace>
  <inkml:trace contextRef="#ctx0" brushRef="#br0" timeOffset="167875">30353 6321 23074,'10'-52'1032,"0"0"1,0 6-1,-4 7-746,-10 15-71,-2 12-192,-6 13 6,-2 14-35,-2 15-78,-1 14-336,5 9-1008,6 4-2947,13 0 4182,2-10 1,1-19-1,-3-15 1</inkml:trace>
  <inkml:trace contextRef="#ctx0" brushRef="#br0" timeOffset="168060">30597 5864 24368,'-15'-45'285,"-1"1"1,1-1 0,5 19-650,11 32-11,2 2-4016,14 41-488,-5-15 4242,0-1 1,-1-1 0,-4-10 0,-1 0-1</inkml:trace>
  <inkml:trace contextRef="#ctx0" brushRef="#br0" timeOffset="168644">30827 6111 21903,'1'-5'2829,"1"0"-1585,-2 5-1216,15 9-45,-9 19 28,10 1 1,-14 26 4,-6-13-4,-3 8 27,-6-8 56,2-19-22,2-8 44,8-19-55,7-10-6,8-12-11,5-3 0,3-1-1,7-8-151,-7 10 0,1 1 141,11-4-12,1 6-16,5 1 5,8 22-34,-20 6 23,8 14 0,-11 7 6,3 4 11,-4-8 0,0 1-6,10 6-11,15 1-17,-17-21 259,8-8-236,-1-14-23,5-29 20,-25 17 0,-1-4-851,2-11 0,-2-3 862,-3-3 0,-2-1-6,-2 8 0,-1-2-448,3-14 1,-1 0 489,-4 12 1,-1 0 19,1-7 0,-2 1 2,-2 11 1,-3 2 146,-8-16-180,2 26-17,-7 11-22,5 18 0,-7 24 0,-1 19-754,4-4 0,1 2 745,2-6 1,1 1-23,-2 18 0,1 3 165,2-8 1,-1 2-404,2-3 0,-1 3 1,2-2-242,0 9 0,2-2-598,2 1 1,5-4-4192,18 2 5299,5-22 0,-8-18 0,-8-12 0</inkml:trace>
  <inkml:trace contextRef="#ctx0" brushRef="#br0" timeOffset="169083">31511 6019 23951,'54'-17'-26,"-1"-1"0,1 1 1,-11 0-1,-1 2 0,-1 4-16,16 11 0,-4 5-8,-16-4 0,0-1-299,14 0 1,0-3 353,-14 1 1,-4-3 16,23-7 567,-19-4-533,-17 4 73,-17-1-95,-9 8 346,-13 2-195,-17 20-134,-2 6-29,-3 8 245,10 13-267,16 10 6,9 2-9,11-22 0,6-2-19,24 12 599,0-14-549,22-10 45,-21-20 39,12-11 51,-19-18 77,-8-13-100,-10 3 92,-8 6 1,-4 1 70,-8-10-119,-9-13-100,-9 25-44,-8 12-18,-4 10-246,-6 9-297,8 5-9310,-20 15 8076,31-10 1,-8 5 0,28-13 0</inkml:trace>
  <inkml:trace contextRef="#ctx0" brushRef="#br0" timeOffset="170508">10260 8477 14751,'0'-4'5439,"0"1"-2963,0 3-1681,20-62-224,-8 43-375,0-15 0,0 5 0,-3 27 403,-7 24-312,-9 11-178,0-2 0,-2 4-598,-5 5 1,-2 2 524,-4 7 0,-1 3-5,-4 5 0,0 1-28,8-17 1,-1 1 0,1 0-8,-1 0 0,2-1 1,0 1 6,-5 15 0,3-1-12,4-9 1,2-2 8,5-12 0,3-2 50,0 6 96,6-19 5,4-21-61,6-18 22,9-20-82,-7 13 1,1-3 431,4-4 1,1 0-432,2-2 0,1 1-276,1 2 0,1 1 262,-2 4 0,0 3 5,17-12 12,-11 14-6,-7 13-28,-3 13 22,0 9 164,4 14-331,5 13-281,2 10-99,-13-20 0,1 2-511,2 0 0,1 0-989,3 0 1,2-2-2441,4-3 1,2-2 4464,-2-6 0,-2-3 0,10 2 0,-16-10 0</inkml:trace>
  <inkml:trace contextRef="#ctx0" brushRef="#br0" timeOffset="171100">11199 8969 20946,'-10'-50'1200,"-1"1"1,1 4-1,-6 11-707,-22 22-89,-7 13-102,-5 13-156,-1 11-84,5 10-12,10 5 17,16 1-67,13-2-22,20-5-1,13-10-49,13-10 38,5-12 45,2-13 0,-3-10 12,-5-10 50,-7-4 89,-10-1 17,-7 3 51,-6 6 55,-5 7-111,-1 9-90,-2 6-34,0 5-33,-1 10 17,0 7-12,-1 14 1,0 9-40,3 6-22,3 3 22,7-2-28,7-5 17,21-12 34,-4-24-12,6-10 17,-14-17 6,-6 0 17,14-28-23,-8-1-222,-8 13 1,-1-3 246,-7 6 1,-1 0 13,0 0 1,-2 1 89,6-27 13,-6 14 54,-4 16-78,-4 15-84,-1 8-11,0 12-23,5 11 385,4 15-391,10 14 12,6 8-14,-8-24 0,0 0-225,2 10 1,0-1-59,5 15-334,-12-14 0,-7 0-1145,-22 10-1801,-1-19 1,-5-2 3559,-5-4 0,0-4 0,-14 6 0,14-14 0</inkml:trace>
  <inkml:trace contextRef="#ctx0" brushRef="#br0" timeOffset="172304">12233 8859 16840,'1'-5'5153,"-1"1"-3136,0 4-1379,6-66-4469,-13 42 3878,10-13 1,-5 6 907,-18 24-866,-14 32-55,3-3-86,2 6 1,-3 7 68,4 0 0,0 2 0,2-1-319,-2 2 1,1 2 293,0 1 1,0 5-1,8-5-36,10 19 2895,8-3-2941,28-7-72,20-26 38,-3-13 1,4-6 19,-3-6 1,2-5 24,10-6 1,-2-4-207,-17 2 1,-3-3 292,5-6 1,-3-3 44,-7-2 0,-3-1-8,-4 7 0,-2-2 107,2-14 1,-5 1 93,-9-1-123,1-5 985,-14 14-816,-11 17-119,4 3-100,-11 16 561,8 12-622,0 13 210,5-4-233,10 21 0,5-23 16,26 25-50,2-28-5,22 4 28,-14-16 13,-9-10 1,-1-4 36,9-12 11,12-14 45,-25-11 90,-13-6-46,-11 9 136,-14-8-158,-11 13 79,-23-11-101,1 15 0,-11 9-56,16 14-23,7 13-44,12 8-314,9 10-1014,12 6-4681,12 5 6048,5-5 0,-4-12 0,-4-10 0</inkml:trace>
  <inkml:trace contextRef="#ctx0" brushRef="#br0" timeOffset="173412">11809 8610 10478,'12'-33'4915,"-1"0"0,-3 7-4162,3-11 0,-2 2 183,-10 18-197,-1-1-269,-2 6-296,1 6-62,-1 7 22,1 12 6,-3 12 6,-2 18-40,-2 14-428,5-23 1,0 2 343,-1 2 1,0 0 2,0 1 0,0-1-121,-1-1 0,0-2 146,-8 26 12,-1-12 16,1-14 29,2-12 319,6-12-297,3-9 718,6-12-724,3-8 95,13-21-100,-5 9 313,11-15-330,-6 16-6,4-4-50,-2 5 0,-4 9-45,-3 7-17,-3 6 0,1 8 23,1 10 50,1 11-152,0 10-307,-3 8-656,-5 3-1931,-4 2 2142,-9 0 0,5-22 0,-4-4 0</inkml:trace>
  <inkml:trace contextRef="#ctx0" brushRef="#br0" timeOffset="175076">13457 8880 23131,'-43'-18'261,"1"-1"0,0 5 1,1 10-145,4 24 1,3 9-1737,4-4 0,1 0 1635,0 1 1,2 0 1006,-8 23-955,26 1-57,5-15 548,27 3-525,10-32 55,15-9-22,-9-6 31,-8-10 0,-2-4 59,10-20 794,-16 18 0,0-4-833,0-12 0,-4-3-43,-8 9 1,-1 0-606,4-7 0,-2-2 594,-4-1 1,0-1 30,-1 3 1,0 0-97,0 2 1,-1 1 104,1 2 0,-1 3 24,0 3-88,-3 16-40,-2 10 22,0 17 1095,-1 14-1151,1 22 6,-3-15 0,-1 2-248,-1 25 85,-1-17 1,0 2-695,1 3 0,2 0-115,3 0 1,2-1-231,3 2 1,6-5-1600,20 4 689,11-23 1709,-8-18 969,9-18 2324,-2-21-1748,-8 5 373,-11 1 0,-4-1-75,-7-2 29,1-9-786,-12 19-313,-5 9-197,-5 8-49,-2 9-62,-1 7-12,4 6-5,6 2 5,11-4 6,8-4-5,11-6 10,8-8-16,7-10 11,3-11 90,-4-8 33,-10-7-62,-15 7 259,-11-19-108,-14 20-133,-1-6 190,-22 16-202,5 15-11,-13 7-11,9 16-40,4 14-27,5 10-276,7 8 136,7 2-494,13 2-1366,12-3-2543,16-3-5294,11-9 9227,-10-14 1,-9-11 0,-19-12 0</inkml:trace>
  <inkml:trace contextRef="#ctx0" brushRef="#br0" timeOffset="175567">8682 9847 22043,'49'-10'273,"1"0"1,-1 0-1,7-1 1,2 1 0,1 2-260,-9 2 0,1 2 0,2 0 0,1 0-1144,-4 0 0,1 0 0,1-1 0,1 0 0,0 1 1133,6-1 1,2-1-1,0 1 1,1 0-1,1-1-175,-7 1 0,2 0 0,0 0 0,1 0 0,0 0 0,1 0 176,-6 0 1,1 1 0,0-1 0,1 0 0,0 1-1,1-1 1,0 0-64,2 0 0,1 0 0,0 0 1,0 0-1,1 0 0,0 0 1,0 0 57,-5 0 0,-1 0 0,1 1 1,1-1-1,-1 0 0,0 0 1,0 0-1,1 0-146,-1 0 1,1 0-1,0 1 1,0-1 0,0 0-1,0 0 1,-1 0 0,1 0 23,-1 0 1,0 0-1,0 0 1,0 1-1,0-1 1,0 0-1,-1 0 1,0 1-832,6-1 0,0 0 0,0 0 1,-1 0-1,0 0 0,-1 0 0,-2 1 954,1-1 0,0 1 0,-1 0 0,-2 0 0,-2 0 0,-4 1 0,5-1 0,-3 0 0,-4 1 0,-4 0 0,7 0 0,-1 0 0</inkml:trace>
  <inkml:trace contextRef="#ctx0" brushRef="#br0" timeOffset="229475">5768 11582 16348,'11'-48'1506,"0"0"1,0 0-1,-1-1 1,1 1 0,0 2-1,-2 3-1164,1-8 0,-2 8 252,-1 8-443,-5 19-106,0 12-12,-1 10 57,3 17-68,0-2 0,1 13 1,0 4-12,-1 8-5,-1 13 0,-2 4-6,-5-22 0,-2-1-102,2 8 1,-2 1 109,-8 2 0,-3-5 9,-6 7 2,6-18 1,1-4 25,-1-4 106,4-13 29,9-12 38,-1-17-162,3 2 39,0-27-16,13-13-35,4-5-99,-1 22 1,2 2 66,21-16-18,-4 16 17,13 6-33,9 14 22,6 5-14,-24 9 0,2 5-20,1 8 1,-2 2-12,13 11 0,-21-3 0,-4 1 6,-13 3-11,-19 21 22,-18-23 0,-9-1-34,-1 1 0,-4-1-507,-13 3 1,-3-4 204,9-8 0,1-4-642,4-2 1,4-3-1684,-14-6 2689,14-10 0,26 2 0,1 0 0</inkml:trace>
  <inkml:trace contextRef="#ctx0" brushRef="#br0" timeOffset="231225">6802 11393 20128,'1'-4'4223,"-1"1"-2340,0 3-1811,-37-53-32,6 56-26,4-23 0,-2 3 16,-6 41 1,1 13-26,8-10 1,0 0-141,-10 13 1,4 2 131,12-9 0,6-1-2,2 25-46,32-10-83,24-13 52,-11-21 1,3-3 19,6-2 1,1-4 36,1-1 0,-1-3 25,-3-3 0,-3-3 56,19-9 138,-22-3-60,-19 0 23,-15 4-23,-8 3-33,-7 2 45,0 3 209,1 3-254,5 2-34,2 7-16,3 5-1,1 7-27,3 5-12,8-1 22,11-2 1,12-4 5,10-7 12,6-6-7,3-11-10,2-7 0,-2-11 27,-4-8-16,-9-4-6,-11-4 23,-10 1 22,-9 1 33,-7 4 18,-7 4-1,-4 6 1,-2 6-51,1 7-45,3 7-28,5 3-11,2 6-11,10 10-17,-1-2 17,19 10-17,11-9-28,19 0-174,-22-8 0,0-2 207,1-1 1,-1-1-17,26-7 50,-13-4 22,-14-6-10,-12-3-12,-9-2 28,-8-2 23,-5-3 403,-3-2-420,-2 3-6,-1 4-16,2 8-12,1 7-17,1 6 12,1 10 5,-2 10-16,0 14-12,0 8-168,0 18-117,6-6 66,3-2-452,17-6-152,11-16-74,19 0-1367,-14-20 0,0-4 2079,17-3 160,-17-7 0,-2-4-122,8-19 371,-8 4 308,-7-15 410,-23 3-617,-2 6 565,-6-16-632,-1 28 3312,-4-14-3251,1 15 609,1-4-810,3 6-67,1 5-40,1 6 0,6 20 1,-2-2-1,9 26-11,-3-3-89,8 19 84,-5-19-29,10 3 18,-5-26 21,7-4 7,5-14-3370,14-19 3391,-12 2-165,18-17 216,-20 9-6,4-3 23,-12 5 40,-10 11-24,-9 7-38,-9 11 3307,-6 9-3369,-9 11 0,-11 27 0,18-20 0,1 2-407,-4 15 1,2 2 406,4-11 0,2 2 0,-4 19 0,1 6-1310,5-14 0,0 2 1,0-1 937,2-9 1,0 0 0,1 1-1364,0 14 0,3 2 1,2-7 1328,5-16 1,1-4-1,4 25 1,-1-35 0</inkml:trace>
  <inkml:trace contextRef="#ctx0" brushRef="#br0" timeOffset="231676">8813 11590 23943,'0'-8'3019,"-1"2"-2297,1 6-257,0 0-364,-18-27-85,16 32 7,-12-15-12,23 59-1704,-5-8 0,-2 2 1687,-1-8 0,-1 1-2,-4 18 0,-5 0-201,-6-16 1,-1-3 194,3-5 0,-1-1 22,-5 0 1,-2-6 8,-2-12-17,-6-18-6,12-19 23,4-29-17,9 2 1177,4 9 1,2-3-1161,1 1 0,3-1-15,1-11 1,3-2-13,-1 16 1,1 0 0,1 2 17,2-7 1,0 2 5,-1 5 0,0 4 3,7-20 548,-2 22-548,18-5-12,4 18-33,15 9-5,-11 16-18,13 19-1582,-27 3 0,-2 5 1572,16 15-594,-23 1 0,-10 3 291,-32 7-670,0-16 0,-5-3 734,2-13 1,-3-3-2730,-19 4 0,1-5-3916,-1-2 7038,8-5 0,4-3 1,16-5-1,2-3 0</inkml:trace>
  <inkml:trace contextRef="#ctx0" brushRef="#br0" timeOffset="232059">9273 11443 27902,'35'-13'106,"1"-1"1,3-12 0,-7-7-29,-13-27-1100,-6 12 1,-1-4 1038,-5 1 0,-2 0 5,0-2 0,-2 1-14,-1 12 1,-1 1 10,1 1 1,-3 2 715,-7-8-622,0 8 225,-3 14-338,5 19 0,2 8 0,1 33 0,0 15 0,0-7 0,0 4-250,-1 6 1,1 2 249,0-16 0,1 2 0,0-1-44,0 1 1,0 0 0,2-1-534,1 18 0,2-2 89,2-7 1,3-2-392,1-7 0,3-4-1040,-2-7 1,1-4 1918,7 9 0,-9-19 0,-6-13 0</inkml:trace>
  <inkml:trace contextRef="#ctx0" brushRef="#br0" timeOffset="232216">9254 11301 26188,'47'-23'-327,"0"0"1,-1-1 0,4 3 0,1 1-1,-7 7 1,16 11 0,-2 2 0</inkml:trace>
  <inkml:trace contextRef="#ctx0" brushRef="#br0" timeOffset="232401">10010 11350 25819,'-3'0'2492,"0"0"-2132,3 0-468,-5-55-911,4 40-3450,-4-40 4469,4 54 0,1 1 0,-2 0 0</inkml:trace>
  <inkml:trace contextRef="#ctx0" brushRef="#br0" timeOffset="233577">10505 11027 19700,'2'-59'908,"0"-1"1,1 0 0,-3 7-1,0 2 1,-2 7-607,-3 10 1,-1 6 134,-10-10 813,3 19-1166,3 16 294,6 10-334,1 23-16,5 17-20,0-10 1,0 3-475,0 10 0,0 3 460,-4 9 1,-1 3-1,-1-19 1,-2 1-1,0-1 4,-3 1 0,0 0 1,-2-1 12,-5 16 0,-1-3-8,0-10 0,1-4 248,2-12 0,1-5-217,-4 6-1,8-21 7,13-23-12,15-17-17,17-21-535,-10 18 1,2-1 526,4-4 0,3 1 2,1-1 1,0 1 295,0 2 0,-1 3-318,-4 4 0,-1 3-5,18-6-34,-10 13-50,-7 14-107,-3 10-190,4 10-230,3 7-263,9 5 521,7-2-801,7-3 280,0-8 492,-3-8 923,-10-8-216,-10-14 251,-10-10 129,-7-12 96,-5-7-7,-4-1 305,-3 5-529,-4 7-206,-7 11-140,-5 10-29,-12 13-27,-10 10-40,-8 14-50,-5 8-22,5 7-23,9 2-17,13-4 12,12-6-12,14-11 12,6-10 16,8-10 1,5-11-23,4-11 50,-5-4 1,-2-2-12,7-7 0,8-13 45,-22 19 39,0 3 23,0-2 5,-5 10-56,-6 7-72,-4 5-7,0 7 1,1 6-22,2 12 5,4 7 5,1 10-16,7 10 17,-3-15-23,13 8-11,0-24 11,10-3 6,3-12 28,-1-15-6,1-14 11,-1-15 17,-2-11 28,-19 13 1,-2-1-438,4-15 421,-11 16 0,-2 0-51,-4-5 0,-3-4 0,-6 11 0,-2 12 0,-1 9 0,4 7 0,2 7 454,3 10-454,9 10-3392,22 29 3392,-3-9 0,6 1 0,1 1-284,-4-3 284,-4 0 0,-4 2 0,-12 12-415,-9-20 0,-5 0-1506,-18 20-7910,-25-14 8387,15-19 1,-1-10 0,26-8-1</inkml:trace>
  <inkml:trace contextRef="#ctx0" brushRef="#br0" timeOffset="234052">12240 10944 28210,'-13'-33'216,"1"1"0,-9-21-205,21 51 0,0 2-4,-2 5-7,-1 1 0,-1 2 0,2-2 0,0-3 0,2-3 0,3-6 0,-2 2 0,3-6 0,-3 6 0,0 0 0,0 2 0,-1 2 0,2 7 0,5 6 0,3 5 0,14 13 0,-3-8 0,3 0 0,0 1 0,1 0-185,5 5 1,0 1 184,9 15 0,-16-10 0,-10 4-24,-15-8-838,-21 12-829,-9-13-1777,-18-6-1024,13-18 4492,-3-11 0,25 2 0,0-2 0</inkml:trace>
  <inkml:trace contextRef="#ctx0" brushRef="#br0" timeOffset="234401">12252 10887 27208,'19'-28'451,"0"1"0,14-18-362,-22 43 40,1-1 45,-4-2-118,-1 2 5,-2-1-44,-4 4-28,-1 0-152,-4 2 40,1 0-1193,-10 9-2156,2 0 3472,-2 2 0,5-5 0,4-5 0</inkml:trace>
  <inkml:trace contextRef="#ctx0" brushRef="#br0" timeOffset="235108">12334 10835 21909,'-14'-55'1176,"1"1"1,-1 0-1,1 2-781,3 17 0,1 1-373,1-2 0,1 1 471,-2-27-112,6 15 96,5 16-370,5 17 55,8 14-84,8 18-22,7 19-37,-12-8 1,-2 6 14,-1 23 0,-3 3-612,-3-16 1,-3 1 582,-5 3 1,-4 4 0,-3-3-512,-5 6 0,-4-2 517,3-10 0,-2 2 1,0-1-4,-7 16 0,1-4-31,4-15 0,2-2 37,0 0 0,1-5 8,5-9 41,0 1-63,18-39 0,10-18 0,-4 4 0,3-3 221,2-5 0,2-1-221,2-4 0,1 0 0,-1 1 0,0 2 0,-2 4 0,-1 2 1383,12-14-1383,-11 18 65,-7 15-65,-3 11 0,6 11 0,8 11 0,11 11 0,9 10-4,-21-19 1,0 2-566,0 1 1,-2 2-2468,-2 2 0,-4 0 2668,8 24 1,-15-20 0,-8-16-1</inkml:trace>
  <inkml:trace contextRef="#ctx0" brushRef="#br0" timeOffset="235610">13600 10544 22162,'-4'-43'1085,"1"0"0,-1-1 0,-1-12 0,-1 5-429,-4-11-354,2 29-112,2 32-100,3 16 5,0 14 0,0 7-36,-2 8 0,-2 5-734,2-2 1,-2 3 0,0 2 687,-1 8 0,0 2 0,0 2-18,2-14 1,-1 2 0,2 1 0,2 1-20,2 7 0,2 2 1,2-1-1,1-4-23,-1-2 1,2-4-1,6 0-170,4-5 0,3 1 0,5-3 0,2-8-1048,7-7 1,5-7 0,3-1 1264,15 5 0,5-2 0,-5-3 0,-4-1 0,-4-5 0,1-7 0,0 1 0</inkml:trace>
  <inkml:trace contextRef="#ctx0" brushRef="#br0" timeOffset="236713">14574 10960 22229,'-6'-45'1099,"0"0"0,0 0 0,3 4 1,-3 5-983,-20-11-16,13 70-56,-3 25-26,10-2 1,2 5-2188,0 2 1,2 0 2069,1 2 0,3 1-482,1 6 0,1-1-689,1-9 1,1-1 1268,0-7 0,0 1 0,-1-3 0,0-5 0,-1-3 0,5 23 0</inkml:trace>
  <inkml:trace contextRef="#ctx0" brushRef="#br0" timeOffset="237005">14604 11203 15221,'-2'-61'1668,"0"-1"0,0 1 0,-1 5 1,1 0-1,-2 5-1257,-2 2 1,1 3-770,0 4 0,1 2 521,2-18 5,13 0 273,13 20-427,2 16 0,5 4-22,6 10 0,2 5-1183,-6 1 1,-1 4 1179,1 6 0,-5 7-79,4 25-356,-18-8 1,-3 3 417,7 22 28,-25-8 0,-8-3 11,-8-8 14,-9-4 1,-6-2 99,8-15 1,-1-2-84,-7 3 0,-2-1-89,2-4 1,3-2-604,-8 1-151,14-8-1579,41-13 2380,7-3 0,0 2 0,-4 3 0</inkml:trace>
  <inkml:trace contextRef="#ctx0" brushRef="#br0" timeOffset="237630">15447 10584 20386,'0'-4'4761,"0"0"-3820,0 4-762,-69-19 124,27 29-163,-14-5 0,-2 6-110,28 10 1,5 5-9,-4 3 1,3 2-34,2 15 50,20-4-5,10-14 27,20-4 6,16-14 29,3-11-1,8-12-22,-13-16 22,-5-5-17,-11 5 113,0-6 55,-7 2-72,-3 4-40,-3 3-56,-8 17-44,-2 5-23,-1 4-5,0 8-23,-1 6 23,-1 11 22,1 7-28,0-5-6,3 7 17,10-3-50,4-2 56,12-4-23,1-16 1,-4-8-18,21-20 29,-8-6 13,-12 5 1,-1-3 14,13-21 22,-9-5-12,-10-3 1,-7-1-21,-8 7-24,-6 15 0,-15 5 0,-1 18 0,-5-1 0,10 15 0,8 5 0,8 4 0,11 12 0,19 14 0,-11-19 0,2 1 0,0 1 0,2 0 0,15 8 0,-1-2 0,1 3-362,-3 2 0,-6 2-1027,-17 1-1450,-12 11-6992,-26-23 9030,0-12 0,5-8 0,13-4 1</inkml:trace>
  <inkml:trace contextRef="#ctx0" brushRef="#br0" timeOffset="237929">16382 10423 21607,'2'-5'4397,"0"1"-2969,-2 4-1271,-28-36-62,18 32-28,-22-15-56,29 35 23,3 20-17,11-5-6,10 14-11,12 3 17,-13-22 0,1-1-167,1 1 1,0-1 48,17 24-95,-10-3-17,-13-12-1691,-26 9-795,-15-21-2354,-17 4 5053,-3-20 0,20-5 0,7-5 0</inkml:trace>
  <inkml:trace contextRef="#ctx0" brushRef="#br0" timeOffset="238081">16402 10472 26306,'-41'8'96,"3"15"-231,23 8 1,3 7-1538,-2 2 1,0 2 1671,-2 8 0,1-3 0,-1 8 0,0-3 0</inkml:trace>
  <inkml:trace contextRef="#ctx0" brushRef="#br0" timeOffset="238630">16792 10488 21735,'0'-6'4314,"0"2"-2886,0 4-1305,-13-7-28,8 28-56,-9 2-61,15 31 22,8-2-22,11-4-96,22-5 79,-11-18-40,15-7 68,-21-20 34,5-11-7,-4-9 12,-4-9 0,-5-4-3274,-5-1 3308,-6 14 61,-3 5-45,-3 14-55,-4 6 27,-1 6-28,-1 9-22,4 3 3381,18 5-3409,11-8 6,8-4-6,17-9 5,-3-7 29,13-7-12,-6-6 46,-13-8 4,-15-4-16,-18-10-11,-10 11 34,-16-9-1,1 19 73,-14-11-78,13 12-28,-3-3-17,12 10-56,5 5-179,5 3-583,6 5-1294,9 3-3292,12 4 5404,2 1 0,-10-4 0,-8-4 0</inkml:trace>
  <inkml:trace contextRef="#ctx0" brushRef="#br0" timeOffset="238964">18021 10438 27501,'-47'-3'121,"0"1"0,4 0 1,9 9-100,20 30 22,7-6-38,15 10 1,7-17-46,10 7 45,-6-17 11,5-8-17,-14-9-3334,7-15 3346,-13 4-789,2-27 794,-5 19 33,0-22 23,-2 15-51,0-4 17,-1 5 2972,-2 10-3034,0 8-128,-9 8-28,5 6 453,-9 8-3041,11 6 2767,3 9 0,3-11 0,4-1 0</inkml:trace>
  <inkml:trace contextRef="#ctx0" brushRef="#br0" timeOffset="239271">18197 10360 20772,'0'-6'5277,"0"2"-3312,0 4-1925,4-58-35,11 53-10,13-34 5,-1 57 0,2 13-17,12 9-220,-9-6 1,-2 0 101,3 12 79,-15-19 0,-2 1 17,-6 17 67,-20-17-28,-10-11 22,-14-19 18,8-11 32,-2-11 396,7-19-440,11 1-45,11-8-33,6 19-219,14-2-745,7 13-1489,12-2 2503,12 7 0,-24 7 0,1 4 0</inkml:trace>
  <inkml:trace contextRef="#ctx0" brushRef="#br0" timeOffset="239762">19100 10479 24635,'33'-51'347,"0"1"0,-1 3 1,-13 8-236,-24 15-68,-7 9 874,-38 4-873,-1 15-28,14 0 0,-2 2-1799,8 4 0,2 2 1782,-14 9 931,14 0-903,8 15 317,11-10-356,6 17 41,18-20-36,4-7 3353,18-5-3380,0-9 27,25-18 6,-19 1 28,-10-12 0,-3-6-5,-3-22-12,-8 11 0,-2-4-206,-6 0 1,-3-1 233,-1-5 1,-2 0-421,0 1 0,-3 1 479,-3 4 0,-1 3 26,-1 8 0,-1 3-124,-6-11 0,1 8 0,6 22 0,2 0 0,13 36 0,-3-1 0,10 26 0,-8-15 0,0 4 0,0 9 0,0 3-222,-2-6 1,-1 3 0,0 2 0,-1 13 0,-2 4 1,1-4-504,-1 4 1,0-1-1564,0-6 0,-1 3 0,2-7 2287,0-11 0,1-4 0,-1-3 0,0-4 0,3 1 0</inkml:trace>
  <inkml:trace contextRef="#ctx0" brushRef="#br0" timeOffset="240170">19770 10364 28671,'31'-55'-1530,"-9"19"1530,-28 64 0,1-12 0,0 1 0</inkml:trace>
  <inkml:trace contextRef="#ctx0" brushRef="#br0" timeOffset="240837">19723 10418 25186,'33'-29'371,"-1"1"0,1-1 0,9-12 0,-6 16-136,-16 34 259,-13 18-387,-18 22-102,0-17 1,-4 2-640,-5 4 1,-2 1-70,-2 1 0,-1 1 703,-2 5 0,1-3 0,-3 4 0,6-4 0</inkml:trace>
  <inkml:trace contextRef="#ctx0" brushRef="#br0" timeOffset="241338">20620 10241 12763,'4'0'9550,"-1"0"-6879,-3 0-1970,24-73-203,-29 42-336,12-13 1,-6 3 61,-30 21-34,-13 10-167,14 8 22,-9 10-12,17 7-10,-1 9 10,8 16-33,6-10-5,13 18 10,11-12-233,18 12 208,-10-23 1,3 0-276,5 2 1,2-1 285,3-1 1,0 0-26,-3-2 1,-3-1-40,17 15 17,-28-9-67,-31-7-196,-24-6-93,-18-8-911,-4-10-1735,5-11 3058,11-19 0,21 14 0,8-4 0</inkml:trace>
  <inkml:trace contextRef="#ctx0" brushRef="#br0" timeOffset="242204">21190 10154 26474,'-13'-39'538,"-6"12"-465,-12 38 0,-4 11-51,-6 1 6,4-1 0,3 1-22,7 5 22,4 5 0,20-4-17,21-4 0,21-8-5,16-7 16,7-12-344,-2-11 395,-13-10 112,-12-14-101,-18 10 89,-7-11-27,-10 16-45,-3 0-12,-1 8-22,-2 7-55,2 9 354,-1 8-371,3 10 5,1 19 17,8-1 5,9 8-33,13-12 0,0-10-1,20-2 18,-3-14 0,14-8-9,-24-10 0,-2-6 11,-4-2 1,-3-1-119,0-3 1,-4-2 111,-2-5 1,-5-2 5,-5 2 1,-2-3 10,3-22 1,-3-5-3,-2 5 0,-2-1-720,-2 11 0,-1-2 0,0 4 703,-1-2 0,0 3-1282,-2-11 1,0 4 1314,-1 6 100,-6-15-83,-5 47-11,-3 15-15,1 9 1427,-1 28-1451,8-9 0,2 4 0,1 4 0,0 2 1468,0 0 0,2 2-1468,5-2 0,2 2 0,2-3-581,3 7 0,3-2 581,0 11 0,5-1-12,4-6 0,5-6-8,-3-13 1,3-3-72,6 6 1,3-4 59,6-7 0,1-7 20,-7-11 0,-2-6 19,0-1 1,-3-7-18,-3-12 1,-4-6 8,-3 1 0,-2-4-520,7-22 0,-1-5 531,-6 2 0,-2-2-6,-5 9 1,0-2 0,-3 1 1,-2 4 1,-2 1-1,0 2-2,1-8 1,-2 0 19,-2-14 1,-3 4-9,-2 25 0,-1 1-17,-1-10 0,-1 4 0,-8 2 345,5 19-345,3 11 1046,3 20-1046,1 2 0,-1 18 0,2 8 0,1-3 0,0 2-422,0 1 0,1 4 1,0-2 421,2 7 0,1-1-4,0-7 0,2 3 0,0-2 232,4 7 1,2 1-644,0-6 1,2 3 0,0-3-1321,3 6 0,1-4 831,-1-5 0,1-4 904,7 6 0,-16-31 0,0 1 0</inkml:trace>
  <inkml:trace contextRef="#ctx0" brushRef="#br0" timeOffset="242388">22052 9973 26483,'54'-24'-7,"-1"0"0,1-1 1,-11 4-1,-1 0 1,0 6-686,12 10 1,-4 5-755,2-1 1446,-3 1 0,-4-1 0,-20 1 0,6 0 0</inkml:trace>
  <inkml:trace contextRef="#ctx0" brushRef="#br0" timeOffset="242622">22634 9392 26978,'-22'-53'500,"0"0"1,0 4-1,14 16-444,23 34-5,19 25-29,-6-1 0,3 4-1847,9 15 0,0 4 1828,-3-6 1,1 6-4,-9-6 0,3 6 0,0 2 0,-4-3-338,0 4 0,-3-1 0,1 4 202,-1 0 0,2 4 1,-2 2-1,-5-3-609,-3 6 0,-5-1 1,-8-1 744,-10 0 0,-9 0 0,2-7 0,5-4 0,-4-6 0,-14-8 0,0-1 0</inkml:trace>
  <inkml:trace contextRef="#ctx0" brushRef="#br0" timeOffset="250303">20929 11021 25219,'55'-29'61,"-1"0"1,-12 10 0,2 0 0,2 3-58,9 3 0,3 3 0,2 0-1079,-12 1 1,0 1-1,1 0 1,1 0 1048,-1 0 1,1 1 0,1-1-1,-2 1-43,-1 1 1,0-1-1,0 1 1,-2 0-114,11 0 1,-3-1 0,-2 2-197,12-1 0,-7 1 365,-16 0 1,-14 5-727,-26 6 301,-61 7 345,4-3 1,-8 2-421,11-3 1,-3 1 0,-2 0 520,8-1 0,0-1 1,-2 2-1,-1-1-44,-4 1 1,-2 0 0,0 0-1,-1 1 186,-1 1 0,-1-1 0,-1 2 0,1-1 5,1 0 1,0 0-1,0 1 1,1 0-50,5 0 1,1 0-1,1 0 1,2 0-28,-7 3 0,2 0 0,4 1 100,-7 3 1,6 1 72,20-7 0,8 0 353,13 1-134,48-20-315,4-3 1,7-4-137,-3 0 1,3-2 0,3 0 12,-5 1 1,2 0-1,2 0 1,0-1-11,7-1 1,2-1 0,0 1 0,2-1-41,-10 3 0,0 0 1,2 0-1,-1 1 0,0-1 26,2 1 0,-1 0 0,1-1 0,-1 2 0,1-1-2,-2 1 1,0 1 0,0-1 0,-1 1 0,0 0-31,8-1 1,-1 1 0,0 0-1,-3 1 15,11-2 1,-3 2 0,-3 1-222,-12 2 0,-3 0 0,-4 3-536,3-2 1,-14 7 1086,-26 11 0,-6-5 0,-25 5 0</inkml:trace>
  <inkml:trace contextRef="#ctx0" brushRef="#br0" timeOffset="260755">21616 11925 23444,'0'-7'2504,"0"1"-1916,0 6-207,0 0-303,-44-26 29,27 42-85,-37-7-42,43 20 1,5 8-88,-5 2 1,0 2-568,0 2 0,1 1-301,0-1 1,2 0-1485,1-4 1,3-1 2458,5-5 0,2-2 0,-1 2 0,6-11 0</inkml:trace>
  <inkml:trace contextRef="#ctx0" brushRef="#br0" timeOffset="261096">21918 12041 26082,'-41'7'404,"7"9"-393,22 26 0,9-3-17,13-8 23,12-10-28,16-10 5,-6-13 1,1-3 5,14-6 0,-10-4 0,-3-4 89,2-15 102,-1-11 72,-18 1-5,-23 5-85,-15 7 6,-32 8-151,13 11-22,7 9 0,1 3-6,-9 8-314,-8 12-28,19-1-1186,4 18-2668,19-1 4196,2 4 0,4-12 0,1-12 0</inkml:trace>
  <inkml:trace contextRef="#ctx0" brushRef="#br0" timeOffset="261346">21377 12775 24290,'-48'6'717,"0"1"0,8-2 0,17-5-600,52-13-75,21-4 0,9-1-775,-13 5 1,3-1 739,9-1 1,7 0-1,-3 1-471,-13 4 0,-1 2 0,1 0 451,-3 0 1,1 1-1,2-1 1,-2 2-69,15-2 1,0 2 0,-1 0-223,-3 2 1,-2 0 0,-2 2-475,-6 1 0,-1 0 1,-4 2-516,3 0 0,-6 2 1292,15 6 0,-42-4 0,-4 0 0</inkml:trace>
  <inkml:trace contextRef="#ctx0" brushRef="#br0" timeOffset="261513">21583 12990 26235,'57'-13'154,"-1"0"1,0 1-1,0-1 1,0 1-1,-3-2-141,-9 1 0,-2-1 1,0 1-503,2 0 0,1 2 1,-1 1 153,-1 1 1,0 0 0,0 2-3769,15-2 0,-2 2 3510,-12 3 0,-4 0 1,7 1-1,-26 3 1</inkml:trace>
  <inkml:trace contextRef="#ctx0" brushRef="#br0" timeOffset="264481">14774 11845 14154,'-45'0'362,"0"-1"0,0 0 0,-5 1 0,-1-1 0,3 0 982,-6-2 0,5 0-995,7 2 1,3-2 641,-7-9-844,48 6 229,25-8-7,22 2-215,6 2 0,5-1-695,-16 4 0,4-1 581,2 2 1,7-1 0,3 0-1,-3 1-864,2 0 0,-2 1 0,5-1 819,-8 1 1,4 0-1,3-1 1,-2 1 0,-3 0-513,-2 0 0,-3 1 0,0 0 0,4-1 510,1 1 0,2-1 1,2 1-1,1-1 1,1 0-23,-4 1 0,2 0 0,0 0 0,1 0 0,1 0 0,-1-1-211,-6 2 1,0-1-1,0 1 1,1-1-1,0 0 1,1 1 0,1-1 214,-1 0 1,1 1-1,2-1 1,0 0-1,0 1 1,-1-1-1,-1 0 1,-1 1-122,8-1 0,-1 0 0,-1 0 1,-1 0-1,-2 1 0,-1-1 138,-1 1 0,-3-1 1,0 1-1,0 0 0,2-1-28,0 0 1,4 0 0,1 0 0,-1-1 0,-4 1 0,-6 0 33,6 0 0,-7 0 1,5 0 61,1 0 1,6-2 0,3 1 0,-5 0 0,-9 1-92,7 0 0,-6 1 587,16-2 0,-13 2-668,-34 2-17,-69 5 70,17-2 1,-6 0 102,-7 0 0,-10 0 0,-3 1 0,3-1-144,6-1 1,2 1-1,-2-1 1,-6 0 70,6 0 0,-5 1 0,-3-1 1,-2 0-1,0 1 0,1-1 0,3 1 30,-1-1 0,2 1 0,1-1 0,0 1 0,-1-1 0,-2 1-98,1 0 1,-2-1 0,-1 1 0,0 0 0,0 0-1,1 0 1,1 0 108,-2 1 0,0 0 0,1 1 1,1-1-1,1 1 0,1-1-253,-1 0 0,2 1 1,1-1-1,0 1 1,1 0 248,-9 0 0,1 1 1,-1 1-1,-1 0-86,4 0 1,-3 2-1,0 0 1,0 0-1,3 0 78,-6 2 0,3-1 0,0 1 0,-2 0 74,6-1 0,-2 0 0,-1 0 0,0 0 0,2 2-49,0-1 1,-1 2 0,1 0 0,2 0 0,5-1 2,-3 1 0,4-1 0,-1 0-25,-9 2 1,-2 1 0,8-2 108,7 0 0,14-2 1237,23-4-1195,39-8 0,22-5-117,-12 0 0,3 0 1,5-1 10,5-1 0,5-1 0,3-1 0,0 1-33,-9 1 1,0 0 0,1 0 0,1-1-1,1 1-5,-5 1 0,1 0 1,0-1-1,1 1 0,1 0 1,0 0 1,4-1 0,2 1 0,0 0 0,1 0 0,-2 0 1,-2 0-90,3 0 0,-3 0 0,-1 1 0,2-1 0,2 0 78,0 1 1,1 0 0,2 0 0,1 0 0,-1 1 0,1-1-161,-8 1 1,0 0 0,0 1 0,0-1-1,0 1 1,1-1 0,-1 1 158,1-1 1,0 1 0,0-1 0,0 1 0,0-1 0,1 1 0,0-1-9,4 0 0,1 0 0,1-1 0,0 1 0,-1 0 0,-2 0 0,-3 0 2,7 0 1,-2 0-1,-2 1 1,-2-1-1,0 0-10,-5 0 0,-1 1 1,0-1-1,-2 0 1,-3 1-26,14-1 0,-4 0 0,1 0-443,6-1 0,1 0 0,-9 1-1491,-18 2 1,-2 0 1974,19-1 0,-9 1 0,-27 3 0,-6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7567-85AF-799B-7478-495DC6594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3F871-0BBC-9135-6622-D6BB2AA7D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DBB5E-198C-B73A-8DE2-F22289E8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3F97B-051D-E0AD-39DA-44C13BB2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047C9-D452-5848-446F-746D1478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6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E1F3-FC22-9698-B814-74A9754C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822E2-D5A7-DA7E-51CB-5D4E52E38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F855C-E291-154E-7961-44B72C70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7A4E-207D-AA77-738A-90797D8D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4A307-9949-94C1-5FA7-8D437AB3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3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541B-F3E3-A894-2543-C4939062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00495-ED77-18F8-787D-2A8297E1C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80686-F460-F4F3-4E89-7DB8DBB5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0ECCE-F30B-7D05-B3E7-5C9BE4DC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F7C4F-2C04-956A-EDF6-2E5339C3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8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D3E9-4C90-D526-812E-E6DF12AB5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FDB5-2571-D96C-9184-9A237853E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96200-379E-731F-D175-86D2DDA71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BB54A-0358-7C17-ECC8-217DDC94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44AE8-6F90-F4C3-DC2B-48D74434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AF26D-7D70-6EA8-F0EF-D57F13F2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7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CFFA-7602-4780-34F1-517E5410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D7AD7-5012-1538-C54C-54F39F802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6B56B-64A4-0BE2-6A0D-803681721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9BD66-9CB8-AFCA-A5EE-7F5A02540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FCA76-D468-3CBF-BDF4-3794B3CAF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408C5E-FB43-7EBB-AC97-56A6B4E3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AAA8B-0763-02D7-D013-CB156797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30980C-FA11-CEAA-85E3-16935A0A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36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66CA8-331D-B446-B199-235BB6B6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54179-E19E-BBFB-E422-52C065FF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48359-6AF4-36BB-5A5A-22D958AB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36768-FAF4-2902-9A73-F2165987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3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F908A0-0775-2EB4-1C8D-10B5527B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772F3-4492-C19B-98BB-1C2C7336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71FEA-86A4-0F95-DAD7-AA25B720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8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1910-F74A-AF79-C20C-738197699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C618D-3F01-D70D-9D80-9CE10A216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AC10D-C0D6-3AA9-F810-3CB369699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11B17-64F5-B8E2-6DF8-D1F3B542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57DB4-F3C8-F7AF-ADAA-3D7A65EE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51E17-DE29-1726-FF01-EED043A6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3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4CF9-062E-2628-B4F3-444386BE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588C1-8277-7A12-122C-AC9E6A8378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D088E-59FD-0225-7DBF-C9BA1F292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1AB56-8D51-1F89-6298-62C8DB06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0EC1E-54C7-19D1-A7EB-D55802EB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6D631-0DE0-9CDD-393D-858E0E2E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09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4C21D-63FC-F666-1B76-131475A6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5D739-7B94-368C-32D9-624606759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F1293-03E0-449C-27C4-718B61D4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F3658-C5A1-6319-47C1-867EF75B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09427-ABE8-C3DE-F6F0-CD95A584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1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C7ABD-A837-BF74-6913-2FA9D533C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119A5-E0C9-0876-6775-3ECDCA068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6F11C-D183-9779-CD1F-78227398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0181D-D919-6312-2053-A83BAF06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42E18-1969-5936-80AC-FE389EE7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9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1048F-5C5A-8AA3-A1E6-4E54DC4E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35629-8B04-3348-9EA9-B3C767FBA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B494F-90AC-BD2B-2643-06857FC4F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DE317-AED2-6A42-8469-BD7C5034DE18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E31CC-86A4-86DB-F84B-81EB29FF0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4085B-E73C-E3C1-B69F-7BD6F1163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69E40-F2D5-944C-A73D-2FFDF0703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1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DF9F41-6C22-87EF-36C6-8FB92C848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6B9D42-FAFB-A250-2AB5-83526FBE45BC}"/>
                  </a:ext>
                </a:extLst>
              </p14:cNvPr>
              <p14:cNvContentPartPr/>
              <p14:nvPr/>
            </p14:nvContentPartPr>
            <p14:xfrm>
              <a:off x="501480" y="3353400"/>
              <a:ext cx="1831680" cy="618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6B9D42-FAFB-A250-2AB5-83526FBE45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120" y="3344040"/>
                <a:ext cx="1850400" cy="63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82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03C66A0-912E-55FE-E5DA-A1E3BAF46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654D7C-CE74-6EAE-F736-C384AFEA09F8}"/>
                  </a:ext>
                </a:extLst>
              </p14:cNvPr>
              <p14:cNvContentPartPr/>
              <p14:nvPr/>
            </p14:nvContentPartPr>
            <p14:xfrm>
              <a:off x="657360" y="497520"/>
              <a:ext cx="5261040" cy="405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654D7C-CE74-6EAE-F736-C384AFEA09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000" y="488160"/>
                <a:ext cx="5279760" cy="406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236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627D8-5B80-EA0C-CAD8-B2EF01A4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97DE7-D861-DA6D-63EF-56A13A212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876DA7B4-9618-82E9-2AED-9C44A903B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307B3F4-3CA5-1089-370A-D5F1A51CD423}"/>
                  </a:ext>
                </a:extLst>
              </p14:cNvPr>
              <p14:cNvContentPartPr/>
              <p14:nvPr/>
            </p14:nvContentPartPr>
            <p14:xfrm>
              <a:off x="764280" y="280080"/>
              <a:ext cx="11126880" cy="5245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307B3F4-3CA5-1089-370A-D5F1A51CD4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4920" y="270720"/>
                <a:ext cx="11145600" cy="526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8105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5C333-763B-4BAD-9CD8-0BCC6A5B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A068BA-CF16-EA22-9D68-477DE6C22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D638D7D1-9CBE-280F-3927-AF0A86801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174658-4C23-CB85-308F-D609178505A6}"/>
                  </a:ext>
                </a:extLst>
              </p14:cNvPr>
              <p14:cNvContentPartPr/>
              <p14:nvPr/>
            </p14:nvContentPartPr>
            <p14:xfrm>
              <a:off x="272520" y="613800"/>
              <a:ext cx="5436000" cy="3903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174658-4C23-CB85-308F-D609178505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160" y="604440"/>
                <a:ext cx="5454720" cy="392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413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344D3-5EA2-913C-8D3D-AD0B176E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4F9A58-6DAF-CE4F-AA60-85CF7AE3A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0C3123B4-455F-7623-56AE-28FBE97DA9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2EC76B-41DA-8428-1411-FFFFF4CDB022}"/>
                  </a:ext>
                </a:extLst>
              </p14:cNvPr>
              <p14:cNvContentPartPr/>
              <p14:nvPr/>
            </p14:nvContentPartPr>
            <p14:xfrm>
              <a:off x="445680" y="447120"/>
              <a:ext cx="7630920" cy="351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2EC76B-41DA-8428-1411-FFFFF4CDB0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320" y="437760"/>
                <a:ext cx="7649640" cy="353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667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94D95-A864-9431-DE83-2D91B6DE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9E3486-DAC2-4A76-D57C-E2A4BB658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2F7B5743-2CE1-3A9E-D25C-3528DB8AD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A655FD-724B-2550-EE04-0FEE03935286}"/>
                  </a:ext>
                </a:extLst>
              </p14:cNvPr>
              <p14:cNvContentPartPr/>
              <p14:nvPr/>
            </p14:nvContentPartPr>
            <p14:xfrm>
              <a:off x="277920" y="420120"/>
              <a:ext cx="11845080" cy="4256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A655FD-724B-2550-EE04-0FEE039352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560" y="410760"/>
                <a:ext cx="11863800" cy="427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312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2026-02-20T13:19:17Z</dcterms:created>
  <dcterms:modified xsi:type="dcterms:W3CDTF">2026-02-20T15:57:46Z</dcterms:modified>
</cp:coreProperties>
</file>
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13:34:37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2103 5835 7806,'-10'-4'4845,"3"1"-3859,7 3-68,0 0 264,-10-5-919,7 3 6,-7-3-224,10 5-45,1 0 246,3 2 286,7 1 112,8 3-22,13 0-180,8-2-133,8 0-57,7-2-28,8 0-305,-29-1 0,2 0 162,4 0 1,2 0-449,4 0 1,2 1 402,5-1 1,1 1-513,4 0 0,1-1 476,3 1 0,-1 0-3,1 0 1,1-1-12,-1 0 0,0 0-518,0 1 0,-1-1 526,-1 1 1,0 0-4,-3 0 1,0 1-133,-3 0 1,1 1 118,7 0 0,1 0-910,-10 0 0,0 0 912,-4-1 1,0 0-1,-2 0 0,-1-1 181,-9 0 0,1-1-156,8 0 1,2 0 8,-3-1 0,1 0 0,-2-1 0,1 0 0,-1-1 0,-1 1-12,0-1 1,0 0 0,-1 1 0,-1 0 2,-3 0 1,0 2-6,5 0 0,-1 1 0,11 0 14,-17 0 0,0-1 646,11 0-644,-15-2 1,1 0 0,2-1 0,3-2-797,14-3 0,1 0 794,-15 1 0,0-1 8,19-2 1,0-1 842,-19 5 1,-2 1-844,8-2 1,1 1-18,-5 2 1,-1 0 2,-4 1 1,0 1 7,6 0 1,-2 1-11,14-1 5,-16 1 0,1-2-5,18-2-3,-19 1 0,1 0-26,3 0 1,0 0-9,2-1 0,0 2 28,-9-1 1,0 2-4,13-1 0,0 1 238,9 0-221,-18 2 1,-1 1-18,10 3 6,-5 3 22,-2-2-10,1-2-40,8-2-17,8-3 45,-23-1 0,1 0-219,3-2 1,2 1 209,3-1 1,1 0 19,0 0 0,3 0 3,15 0 0,-1-1-3,-17 2 1,0 0-1,16-1 0,-5-1 0,-6 1 245,14-2-256,-22 3 11,13-2-11,-12 4 0,0-1-3,-10 1 1,1 1 4,10-1 1,-1 1-3,17 0-5,0 0-936,-24-1 1,-2-1 940,13 0-522,-7-2 0,-3-1 545,-2 1 702,-1 0 1,1 1-743,13 2 1,11-1-18,-1 3 117,-5 1-117,-4 1 12,-5 0 2233,-2-2-2412,-4-8 2727,2-5-12357,6-13 8321,-17 8 0,-3 1 0,-21 13 0</inkml:trace>
  <inkml:trace contextRef="#ctx0" brushRef="#br0" timeOffset="1.75523E6">1815 7227 24575,'-1'-3'0,"7"0"0,9 3 0,12 0 0,7 0 0,-1 0 0,5 0 0,15 0 0,8 0-790,-13 0 0,4 0 0,4 0 0,3 0 790,-9 0 0,3 0 0,2 0 0,0 0 0,0 0 0,-2 0 0,4 0 0,-1 0 0,0 0 0,1 0 0,3 0 0,-5 0 0,4 0 0,3 0 0,-1 0 0,-1 0 0,-2 0 0,-5 0-986,8 0 1,-7 0 0,1 0 0,8 0 985,-11 1 0,6-1 0,3 0 0,2 1 0,2-1 0,-1 0 0,-2-1 0,-2 0-592,-1 0 1,-2-2 0,-1 1 0,0-1-1,0-1 1,3 1 0,3 0 591,-6 0 0,3 0 0,1 0 0,3-1 0,0 1 0,0 0 0,-1-1 0,0 0 0,-2 0 0,-2 0 0,3-1 0,-2 0 0,-1 0 0,-2 0 0,1-1 0,-1 0 0,2 0 0,0 1 0,4-1 0,2-1 0,0 1 0,1-1 0,-1 1 0,-1-1 0,-1 1 0,-2 1-438,-2-1 1,-1 1 0,0 1 0,-2-1 0,-1 1-1,0-1 1,-2 1 437,11-1 0,-3 1 0,0-1 0,-2 1 0,0 0 0,-4 1 0,0-1 0,-1 1 0,-4 0 0,-4 1 222,20-1 0,-7 0-222,-1 1 0,-2 0 0,-8-1 0,-1 1 823,-7 0 0,-1 0-823,-4 1 0,-1-1 0,27-2 3705,-13 1-3705,-10 1 5931,-10 0-5931,-8 2 1846,-7 0-1846,-4 0 0,-5 0 0,-1 0 0</inkml:trace>
  <inkml:trace contextRef="#ctx0" brushRef="#br0" timeOffset="1.75736E6">1896 8323 24575,'18'0'0,"7"0"0,8 0 0,13 0 0,-5 0 0,3 0 0,-10 0 0,1 0-768,23 0 1,-1 0 767,-23 0 0,-1 0 0,17 0 0,0 0 0,-16 0 0,0 0 0,11 0 0,5 0 0,0 0 0,3 0 0,-1 0-1389,9 0 0,2 0 1389,-16 0 0,5 0 0,-1 0 0,-3 0 0,0 0 0,-3 0 0,0 0 0,5 0 0,1 0 0,0 0-683,0 0 0,0 0 1,1 0 682,3 0 0,2 0 0,2 0 0,-3 0 0,3 0 0,1 0 0,-5 0 0,1 0 0,-3 0 0,2 0-930,-1 0 0,2 0 1,0 0-1,-4 0 930,-2 0 0,-4 1 0,5 0 0,-2 0 0,6-1 0,1 1 0,0 0 0,-3 0 0,-1 0 0,-2 0 0,0-1 0,3 1 0,0 0 0,3 0 0,2 0 0,-3-1 0,-3 1 0,7-1 0,-3 0 0,-1 0 13,0 0 0,0 0 0,1 0-13,5 0 0,0 0 0,-2 0 0,-13 0 0,-3 0 0,1 0 0,3 0 0,0 0 0,-3 0 0,0 1 0,-3 0 0,-6 1 0,0 1 0,2 0 0,-1 0 2034,9 4-2034,11 0 1809,-26-1-1809,2 0 5107,-5-2-5107,-1 0 1091,-5 1-1091,0 0 0,-3 1 0,-2-2 0,1 0 0,-1 0 0,2-1 0,3 0 0,1 1 0,2 0 0,-2-1 0,0 0 0,0 0 0,2 0 0,18 4 0,4 1 0,2 0 0,-4 0 0,-15-2 0,4 3 0,-10-2 0,3 2 0,-9-3 0,-7-3 0,3 1 0,-9-2 0,0 1 0,0-2 0,-3 0 0,0-2 0</inkml:trace>
  <inkml:trace contextRef="#ctx0" brushRef="#br0" timeOffset="1.75908E6">2374 9840 24575,'16'-3'0,"4"0"0,10 3 0,13 0 0,12 0 0,-6 0 0,2 0 0,-13 0 0,0 0-908,16 0 1,0 0 907,-13 0 0,0 0-999,9 0 1,3 0 998,1 0 0,4 0 0,-1 0 0,6 0 0,-1 0 0,-6 0 0,-2 0 0,4 0-1324,0 0 0,2 0 1,2 0-1,-1 0 1324,0 0 0,-2 0 0,3 0 0,4 0 0,-11 0 0,3 0 0,3 0 0,1 0 0,0 0 0,-1 0 0,-2 0 0,-1 0 0,-3 0 0,0 0 0,0 0 0,3 0 0,3 0 0,-3 0 0,5 0 0,3 0 0,1 0 0,1 0 0,-1 0 0,-2 0 0,-4 0 0,-6 0 0,9 0 0,-6 0 0,-3 0 0,1 0 0,2 0 0,1 0 0,2 0 0,1 0 0,0 0 0,-1 0 0,-3 0-754,2 0 1,-1 0 0,-1 0-1,-3 0 1,-1 0 753,1 0 0,-3 0 0,0 0 0,2 0 0,2 0 0,2 0 0,2 0 0,-4 0 0,-5 0-110,-1 0 1,-5 0 0,-1 0 109,19 0 0,-2 0 0,-8 1 0,-1 0 0,-4 1 0,2-1-850,10 0 0,-1 1 850,-13-1 0,-3 1 0,-8-2 0,-2 0 2597,12 1-2597,-21-1 4050,-6 0-4050,-7 0 1471,-4 1-1471,-3 1 1696,-5 0 0,1 0 0,-3-2 0</inkml:trace>
  <inkml:trace contextRef="#ctx0" brushRef="#br0" timeOffset="1.94905E6">7672 9736 18952,'-4'-7'3091,"0"2"-2227,4 5-215,0 0-694,-37-54-207,27 44 62,-27-38 173,37 63 45,8 7 129,27 16 11,4-15-95,-7-9 0,4-4-161,-3-10 0,0-4 149,7-3 1,0-4-20,5-5 0,2-5-22,-5-1 1,3-3-1,-2 0-450,4-2 0,0-1 433,0 0 1,2-3 0,-3 3-18,1 0 0,0 3-45,9-5 0,0 3-171,-9 8 1,-2 4-550,-9 7 1,-5 7-3297,7 27 4075,-33 7 0,-6 2 0,1 6 0,-13 11 0</inkml:trace>
  <inkml:trace contextRef="#ctx0" brushRef="#br0" timeOffset="2.39532E6">2017 11337 24575,'-5'-3'0,"5"2"0,8-1 0,11 2 0,10 0 0,7 0 0,18 0 0,6 0-2000,-5 0 0,4 0 0,1 0 2000,-8 0 0,0 0 0,2 0 0,3 0 0,-1 0 0,2 0 0,2 0 0,2 0 0,0 0 0,-2 0 0,0 0 0,2 0 0,1 0 0,1 0 0,3 0 0,-8 0 0,3 0 0,1 0 0,1 0 0,1 0 0,-1 0 0,0 0 0,-1 0-490,-3 0 0,-1 0 0,0 0 0,0 0 0,0 0 0,0 0 0,0 0 0,0 0 490,1 0 0,0 0 0,1 0 0,-1 0 0,0 0 0,-1 0 0,-1 0 0,-2 0-583,6 0 0,-2 0 0,-1 0 0,-1 0 0,0 0 0,-1 0 583,-1 0 0,-1 0 0,-1 0 0,1 0 0,1 0 0,1 0-335,0 0 1,2 0 0,2 0 0,0 0 0,-1 0 0,-2 0 0,-3 0 334,6 0 0,-4 0 0,-2 0 0,1 0 0,3 0-105,-1 0 1,4 0-1,0 0 1,0 0 0,-4 0-1,-4 0 105,-1 0 0,-4 0 0,-3 0 0,1 0 584,10 0 1,0 0-1,-1 0-584,3 1 0,1 0 0,-4 0 0,8 0 0,-3 0 1448,-8 1 1,-3 0-1449,-13 0 0,-6 0 0,-6 0 4333,-6 0-4333,-5-2 1619,-11 0 1,-1 0-1,-2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13:34:59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1720 2328 18442,'-11'-43'1432,"-1"0"0,2 4 1,1 14-1489,5 26 134,0 45-70,1-14 1,1 4-868,-2 19 0,0 5 698,2-18 0,-1 2 1,0 1-507,-1 4 1,1 1-1,0-1-610,-1 12 0,1 0 1277,0-7 0,2 2 0,-1-9 0,0 8 0,2-17 0,-1 0 0</inkml:trace>
  <inkml:trace contextRef="#ctx0" brushRef="#br0" timeOffset="310">1544 2605 15104,'-22'-40'1306,"0"0"1,1 0-1,-7-16 1,5 3-983,10 12 1,5 1-498,4 5 1,6 2 335,16-23-85,22 13-70,-10 26 1,4 3-6,8 4 0,3 4-9,7 5 0,1 4-8,4 6 0,-1 6-634,0 6 1,-2 5 535,-6 6 0,-6 2 39,-9-6 1,-8 3 60,-7 15 1,-12 1 0,-15-16 0,-7 0 25,-10 13 0,-8-2 8,-9-9 0,-6-6-358,-3-1 1,-2-2 298,2-4 1,1-2-482,6-4 0,3-3-4545,-19 1 4448,26-9 1,21-3 0,11 0 0</inkml:trace>
  <inkml:trace contextRef="#ctx0" brushRef="#br0" timeOffset="1283">2459 2414 22884,'-33'-21'188,"1"-1"1,-2 5 0,0 9-105,-20 39-45,4 4-33,15-7-1,17 7 23,25-16 28,18 3 17,36-14-56,-15-7-3,-8-4 0,-1-3 31,5-8 39,6-7 67,-15-4 39,-12-1 1,-11 0-79,-7 6 235,-9-4-129,-1 11-33,-4-2-95,3 9-90,3 3 6,2 4-6,-3 17 11,-2 8 17,-4 21-6,1 4-10,5 2-52,3-2 35,9-7-1,8-9 12,11-12 67,10-11-29,11-11-16,9-15-178,-26 2 1,1-2 168,-1-4 1,0-2 5,-3-2 0,-3-1 26,14-25 27,-16 2-50,-12 14 112,-15-3-39,-4 17-34,-7-7-17,0 8-10,6 4 405,-1-4-389,7 7-22,-1-1 5,4 6 6,1 3 72,1 2-89,0-3-22,0 2 11,0-4-29,0 3 102,-1 0-101,1 1 22,-1 0-22,1-3-3279,6-21 3427,-2 9 17,7-22 40,-4 12-39,-1 4 3,-2-7-58,-3 12 19,-3-6 1,0 3 3451,-1-1-3404,1 1 4,3 2 122,2 3 72,1 4 108,-1 5 26,-1 4 443,-2 11-733,0 13 33,-4 22-99,1-14 0,0 3-555,-1 6 1,0 2 318,0 2 1,2 3-217,7 11 0,3 0-43,-3-17 1,3-1-721,10 15 0,6 0-296,-4-19 1,2-1-1622,4 9 0,0 0 2872,0 0 1,-2-3-1,2 4 1,-9-9-1</inkml:trace>
  <inkml:trace contextRef="#ctx0" brushRef="#br0" timeOffset="1837">2751 2566 14174,'-8'-6'4128,"2"1"-2923,6 5-1082,0 0 11,2-73-111,39 47-498,-15-16 1,3 2 474,14 27 0,2 8-1463,-3-5 1,-3-1 1467,-5 0 1,-1-2 11,21-16-6,-8-6 12,-15 5 133,6-22 220,-21 16 441,2-16 203,-15 16-174,-8 8 341,-4 9-475,-2 8 2884,5 7-3415,1 11 135,9 13-175,3 16 29,5 15-21,-3-4 0,-3 3-49,-3-11 0,-1 1-1734,-1 7 0,-2-3 1735,-11 9-331,-9-5 109,1-6 132,-1 2 55,9-17 134,7-15-8,11-16 3128,10-13-3222,21-23 79,-9 8-126,-6 8 1,1-1 120,19-15-189,-5 9 33,10 0 12,-14 24-61,2 10-29,4 11-212,2 14-813,2 15-428,-20-17 0,-2 3 1394,3 6 1,-3-2-1,4 6 1,-4-4-1</inkml:trace>
  <inkml:trace contextRef="#ctx0" brushRef="#br0" timeOffset="2592">4326 2641 13633,'-3'-46'849,"1"-1"1,0 7 0,1 6 1771,2 14-2576,4 22 1380,2 11-1419,12 32 2,-8-15 1,1 4-31,4 14 1,0 7-82,-5-1 0,-1 4 1,-1 1 172,-2-4 0,-2 0 1,-2 2-538,-1-5 1,-1 2 0,-2-1-1,0-4 93,-1-2 1,-1-3 0,-1 0-228,-1 3 0,-2 0 0,2-3-167,0 1 1,1-5 448,1-5 0,-1-4-4118,-1 0-570,5-52 3787,-3-8 1220,3-2 0,0-2 0,-1-13 0,-2 4 0,-1-8 0,-2 2 107,0 0 1,-2-1-108,-1-4 0,-1-4 0,0 5 1284,0 6 1,-2 3 972,-4-10 0,-1 0-338,2 12-1,0 0-554,-4-11 0,-1-1-401,3 3 1,1 1-475,3 2 1,3 1-78,3 4 0,3 2-197,7 5 1,4 3-42,24-21-127,8 30 1,6 5-59,-11 6 0,2 4 16,5 1 1,6 3-1,0 5 2,0 6 1,1 4 0,-2 1-413,11-2 0,0 4 386,-7 4 1,1 4-1,-9 1-29,-11 1 1,-7 3 8,1 6 0,-9 3 335,-16-3 1,-9 1-303,-13 0 1,-7-3-7,-11 0 1,-6-3-84,-5-1 0,-2-3-31,0-2 0,-1-4-233,4-3 0,2-3-2334,5-4 1,3-2 2692,-6-1 0,18-4 0,25-1 0</inkml:trace>
  <inkml:trace contextRef="#ctx0" brushRef="#br0" timeOffset="4599">5327 2390 23755,'-41'-13'273,"-1"-1"0,5 1 1,3 7-403,-2 34 68,6 1 23,-9 15-14,20-13-4202,11 14 4243,11-24 819,31 18-863,-7-27 125,12-3 0,5-3-378,14-13 327,-22 5 1,0-3 47,2-9 0,-4-3 62,5-10 22,7-16-67,-28 14 3424,-12-9-3402,-8 20 115,-7-10-70,-5 19 530,-4-2-508,-4 8 18,9 4 32,-2 15 33,10-3-69,-3 11-6,-2 13-15,3-2-24,-2 18-105,5-19-97,7 5-58,18-8-3483,10-4 3502,6-6 10,-5-17 0,2-4 44,16-10 5,11-3 68,-29-4 0,-3-2-26,-4-4 1,-3-6 1,-3-2 17,-10-5-49,0-18-70,-11 24 96,-7-5-39,2 17 3254,-4-2-3273,7 8 387,3 9-321,4 0-6,16 3 0,4 1 0,8 2-17,14 4 28,-11 0-16,18 2-12,-7 1 6,0 1 11,3 7-17,-13-2 17,-7 5 5,-17-8 7,-7 3 16,-4-1-34,-4 4 0,1-4 1,-3 10-23,4-7 5,4 8 35,3-11-259,21 4-330,5-10-538,21 1-391,3-10-108,2-6-132,0-5 1058,-2-6 492,-2-1 160,-5-2 120,-4 0 352,-2-7 449,-11-9-168,-6-2 5,-12-3-71,-8 5-58,-6 3-167,-9 5 323,-11 9-391,-11 9-92,-9 11-126,-2 9-67,1 11-73,12 0 34,1 11 27,10 7-33,5 0 6,9 6-12,16-13 1,12-5 27,11-8-22,9-7-6,4-9-10,-10-6 72,11-15 34,-22-3-1,5-14-10,-19 0-46,-6 6 180,-7-10-45,-1 18-84,-1-5 79,-1 13-35,1 7-156,0 2-33,0 5 44,-1 7-45,-2 11-38,0 12 16,1-1-325,1 29-274,9-15 119,1-12 1,4-1-814,23 11-310,16-13-183,12-14 940,-21-17 0,-1-4 487,13-6 462,-17-2 1,-4-5 423,-2-15-85,-2 1 1231,-10-22-335,-12 20-117,0-14-666,-5 23 722,-2-2-751,1 17-50,-2-2-381,2 10 32,1 6-60,5 8-28,1 2-5,13 29 27,-6-2-10,2 21 5,-9-5-11,-8-4-6,-2-8 17,-1-13 22,1-15 163,3-9-73,4-13-84,7-9-6,9-15 29,8-12 28,7-6-29,-15 22 1,0 1 16,11-14 45,-8 15 0,0 1-6,5 1-67,12-6 79,-13 20 47,-1 8-182,-2 10 6,-1 9 11,-3 10 0,-2 6 0,-2 3 11,-3-1-146,2-5-12,1-7 163,1-9 7,4-9 16,4-10-17,5-11 6,5-11 12,0-8-7,-2-3 29,-5 2 22,-7 6-34,-9 10 45,-3 5-67,-6 9-16,0 0-52,-2 4 24,2 1 32,3 6-16,4 5-5,12 15 10,-4-7-5,14 10 6,-7-13 11,8 1 11,-2-8-17,-8-5 11,3-9 34,1-10-11,2-6 22,5-14-11,-14 5-22,-5 1 50,-8 0-11,-5 2 16,-1-10 180,-4-5-168,1 14 56,-1-1-68,3 21-44,1 2-22,0 3-18,3 12 1,1-2-1,8 18-16,3 4 6,9 12 21,7 7-41,-5-17 0,1 0-42,10 13-124,-9-13 1,-2 0-1132,-3 10-3338,-5 12 4660,-15-9 0,-2-24 0,-4-13 0</inkml:trace>
  <inkml:trace contextRef="#ctx0" brushRef="#br0" timeOffset="5343">1189 3409 15754,'62'-11'186,"1"1"1,-1 0 0,1 0 0,-8 2 0,0 0 0,1 0 0,0 1 0,1 1-144,3 1 1,1 1 0,0 0 0,1 1 0,1-1-790,-3 1 0,0-1 0,1 1 0,1 0 0,1 0 0,0 0 768,-4 0 0,1 1 1,0-1-1,1 1 1,0-1-1,1 1 0,0-1-126,-3 1 1,-1 0 0,1 0 0,1 0 0,0 0 0,0 1 0,1-1 0,0 0 112,-5 1 0,2-1 1,-1 1-1,1-1 0,0 1 1,0 0-1,0 0 1,1-1-1,0 1-44,1 0 0,1 0 0,1 0 0,-1 0 0,1 0 0,0 0 1,0 0-1,-1 0 0,1 1 38,1-1 0,1 0 0,-1 1 0,1-1 0,0 0 0,-1 1 1,0-1-1,-2 1 0,-2-1-134,6 1 1,-2-1 0,-2 1-1,-1 0 1,2-1 0,1 1 0,3 0 131,-9-1 1,3 1 0,2 0-1,1 0 1,1 0 0,-1 0-1,0 0 1,-2 0 0,-3 0-1,-2 0 3,3-1 0,-4 1 0,-1 0 0,-2 0 0,1 0 0,3 0 0,3-1-3,-4 1 1,4 0 0,2-1 0,2 1-1,1-1 1,0 1 0,-2-1 0,-1 0-1,-3 1 1,-3-1-32,11 0 0,-3-1 0,-2 1 0,-3 0 1,0-1-1,0 1-52,7-1 0,-1 0 1,-1 1-1,-2-1 0,-3-1-611,1 1 1,-3-1 0,-2-1 0,-4 1 692,3 0 0,-4-1 0,-3 1 0,8-1 0,-4 1 0,-13 0 0,1 0 0</inkml:trace>
  <inkml:trace contextRef="#ctx0" brushRef="#br0" timeOffset="5965">9316 2163 12578,'-1'-3'6402,"0"1"-4397,1 2-2050,-18-9 96,7 12 21,-23 3-66,13 17 11,0 9 265,14 3 382,15-14-3646,10-4 3169,4-18 164,7-13 41,-3-6 215,9-15-114,-13 6-122,-5-1-201,-14 16 146,-18 4-146,4 10 3484,-25 6-3373,15 3-732,-5 9 0,1 4-2674,1 14-1887,-9 15 5052,26-10 0,6-25 0,1 0 0</inkml:trace>
  <inkml:trace contextRef="#ctx0" brushRef="#br0" timeOffset="6250">9455 2636 23274,'-35'21'165,"0"-1"1,2-1-1,11-1 7,23 0 99,12-3-4482,-2-7 4315,10-4 1200,13-12-911,-6-5 62,12-8-135,-18 3 115,-8-3-110,-14 4 2627,-16 3-4251,-9 7 466,-21 14 1,25-2 0,-3 3 0</inkml:trace>
  <inkml:trace contextRef="#ctx0" brushRef="#br0" timeOffset="7974">10972 2720 16825,'-9'-43'1090,"-1"0"1,0 0 0,-1-13 0,1 4-623,7 16 0,0 5 192,3-12-79,-1 20-542,0 13 72,4 14-83,10 14-5,10 18-7,-5-9 1,1 2-273,2 5 0,1 3 261,2 2 1,-1 0-1,-1 1 1,0 0 8,-3-4 0,-1-3 142,10 22-89,-9-21 73,-9-17 425,-5-16-441,0-21-57,5-21 6,6-20 304,0 7-330,-3 13 1,2 1 3,6-7-46,-8 15 1,1 3-79,6 1-218,1 15-12,-4 11-1769,25 20-717,-3 5 13,-7-4 0,1 1 2776,3 2 0,-3-1 0,6 2 0,-3-1 0</inkml:trace>
  <inkml:trace contextRef="#ctx0" brushRef="#br0" timeOffset="8884">12036 2684 13715,'3'-5'6755,"-2"2"-8807,-6-26 0,-3-6 2434,1 11 650,-3-15 0,-1-1-450,2 19 771,-2-2-995,1 10-252,3 7 57,-14 15 3324,-5 10-3425,-17 15-29,2 9-302,6 1 275,13-1-6,15-7 39,28-4-28,0-14-5,17-5 13,-6-16 1,2-5-9,-4 0 0,1-2-199,13-6 0,0-2 216,-11 0 0,-5-1 22,11-11 494,-16-9-354,-22 18-27,-11-6 5,-16 15-129,5 6 11,-6 5 394,16 7-438,0 1-6,2 24 22,3 1-16,-2 23 5,3-1 23,3 4-29,12-3 29,13-9 0,19-14-20,-4-22 0,1-4 8,18-4-11,-13-8 0,0-4-378,9-17 389,-21 9 1,-1-4 7,-1-4 1,-2 0 14,5-11 45,-5-13-96,-22 32 68,-4-9 5,-5 17-22,0 0 5,2 1-39,4 4 374,3-2-374,19-4-39,1 4 45,10-3-29,-6 7 7,-11 2 44,-3 1-39,0 0-6,3-1 6,19-2 17,-4 0-17,-1-1-22,-13 3 27,-11 1 18,-3 6-12,-3 6 56,-9 24-28,-4 5-22,0-6 0,0 2-28,-4 22 5,8-26 1,3 1 10,21 18-10,-1-20 5,27-5-6,-3-21 0,17-9 6,-27-3 0,0-3 0,0-4 0,-3-2 12,22-23-7,-28 12 1,-4-1 11,4-8 5,-5-10 6,-14 25 67,0-1-56,-2 10 45,1 4-39,-1 6-50,1 1 21,2 4-4,5 6-29,7 19 11,-4-5-55,3 33-12,-11-27-370,-3 28-828,-6-18-2117,-2 4 3388,1-5 0,2-19 0,3-7 0</inkml:trace>
  <inkml:trace contextRef="#ctx0" brushRef="#br0" timeOffset="9085">13563 2455 19876,'-8'-43'1191,"1"0"0,1 6 1,1 10-1231,3 18 16,2 15-330,5 22-324,0 7 32,3 8-1836,0 13-4005,-1-5 5638,2 5 0,-3-21 0,-2-16 0</inkml:trace>
  <inkml:trace contextRef="#ctx0" brushRef="#br0" timeOffset="9485">14028 2684 4245,'8'-4'9802,"-2"1"-6460,-6 3-899,0 0-829,-23-55-1289,-10 49-266,12-19 0,-1 3 39,-10 30 0,1 11-31,-4 7 645,-6 7-672,16 6-18,10 7-27,6-1 2494,12 5-2483,15-20 28,11-9 83,7-10-44,-5-12 213,24-28-40,-16-9-809,-11 7 0,-1-2 731,5-15 39,-15 14 0,-2 1 12,-2-2-23,2-6-140,-12 26-12,-2 10-55,-1 16 11,0 0-5,0 14 1400,0 8-1457,1 11-156,1 17 5,1-9-356,0-16 1,1 0-945,4 7-1271,8 11-3214,6-30-3833,9-16 9824,-6-8 0,-5-2 1,-14 0-1</inkml:trace>
  <inkml:trace contextRef="#ctx0" brushRef="#br0" timeOffset="9909">14543 2644 14314,'12'-53'2812,"0"-1"0,-2 6 0,-3 4-2101,-3-3 846,-4 2-924,0 27-336,0-1-230,0 14-11,1 11 0,4 12 0,5 20-33,0 3-21,-3-6 1,-1 3-340,-3-4 0,-1 3 342,-5 19 1,-2 2-4,0-13 1,-1 0 5,-4 1 1,0-3-3,-1 3 44,5-19 17,4-15 152,4-8-46,7-17-145,8-11 23,10-20 5,-6 12 0,0-2-3,-2 5 0,-1 1-6,3-2 1,0 2 31,15-6 618,-7 18-714,4 6 17,0 18-22,15 21 33,-13-2-6,-10-1 1,-3 3-17,0 16 16,-6 15-5,-25 1-358,-6-29 1,-5-2 335,-11 0 0,-4-3-65,-7-2 0,-2-4-101,-4-5 1,-1-5-214,3-4 1,1-4 19,11-3 0,3-5-4535,0-10 1,6-3 3961,6-2 1,1-9-1,17 23 1</inkml:trace>
  <inkml:trace contextRef="#ctx0" brushRef="#br0" timeOffset="10851">15069 3067 25169,'52'-28'313,"0"-1"1,-3-4 0,-9-6-286,-20-5 0,-7-5-1095,2-10 0,-2-1 1080,-4 16 0,0-1 1,-2 1-6,2-9 0,-2-1 7,-3 7 0,0-1 0,-1 5 12,-1 4 1,-1 3 11,0-12 1,-1 2 610,-4 3-488,0 20-78,-1 12-56,1 12 1087,2 15-1143,-1 44 14,1-21 0,0 4-211,-1 19 1,1 2 201,0-20 1,0 0-1,2 0-43,-1 1 1,1 0 0,1-1-101,1-1 0,2 0 0,2-2-361,5 14 0,5-4-453,4-6 0,5-5-619,1-8 0,4-5-1132,0-6 1,2-6-76,0-5 0,-1-6 1680,1-6 1,0-6 1864,-1-5 0,-2-4 790,17-16 1476,-17 2 1,-3-2 259,3-12-2047,-11 14 0,-2 1 379,-5-7-690,-14 13-274,-9 10-180,-6 8 781,0 3-1116,5 6 285,6 2-358,4 7-17,4-2 78,14 13-50,9-6-16,17 5 16,4-10 22,1-9-5,-6-13 0,-8-10 11,-9-13 0,-11-7-12,-6-2 12,-10 2 51,-4 9 27,-10 10-27,-4 9-18,-5 7 6,-12 17-100,11-1 22,-10 24-34,22-11-6,4 5 1,2 3-12,4 15 9,6-14 0,5 1-9,22 19 6,-5-30 0,4-1-142,4-3 0,2-3 136,2-4 1,2-2 5,-1-3 0,1-3 5,-2-5 1,1-2-3,-3-2 0,-1-3 8,25-19 17,-11-12 11,-12-11 39,-11-5 23,-11 0 22,-5 8 51,-4 8 44,-1 11-16,0 8-40,1 8-162,0 6 0,0 6 285,8 22-302,2 9-28,10 23-73,-9-19 1,0 1-160,-2-4 0,-1 0-538,8 28-1224,-12-8-7792,-18-12 8460,2-5 1,1-18 0,11-19 0</inkml:trace>
  <inkml:trace contextRef="#ctx0" brushRef="#br0" timeOffset="11300">17761 2733 22733,'12'-38'963,"0"0"0,6-19-929,-20 63 0,-2 6 27,-7 29-72,5-10-238,2 9 0,4 3-519,5-1-2047,4 0 1,3-1-6271,5-4 9085,5 6 0,-14-29 0,-3-6 0</inkml:trace>
  <inkml:trace contextRef="#ctx0" brushRef="#br0" timeOffset="11468">17874 2505 14751,'0'-11'3988,"0"3"-3847,-10-52-641,7 45 120,-7-44-5390,8 76 5770,3 0 0,0 3 0,1-8 0</inkml:trace>
  <inkml:trace contextRef="#ctx0" brushRef="#br0" timeOffset="11834">18117 2842 14844,'46'14'115,"0"1"1,-7-4 0,-7 3 2533,-9 26-2582,-14-16 1588,-5-1-1537,-2-14 1503,-2 1-1313,0-9 3611,0-12-3835,0 0 73,1-22 61,10-20-145,-1 8 11,3 10 0,5 0 31,5 9 0,1 2-59,18-15-20,11 19 0,4 11-52,3 22-666,-6 1 0,-2 4 631,-4 21-397,-17-3 0,-2 4-1384,-13-10 0,-2 0-667,4 7 1,-1-1 1833,-1 24 1,-10-37 0,-2-1 0</inkml:trace>
  <inkml:trace contextRef="#ctx0" brushRef="#br0" timeOffset="12408">20294 2840 20481,'5'-56'1238,"-1"0"0,-1 8 0,0 7-796,-2 8-302,-1 19-129,0 8 28,5 20-5,0 12-17,4 24 0,0 12-17,-5-27 0,0 0-126,-1-1 0,1 0 171,6 26-22,3-11 27,7-13 107,6-13-56,-2-12 90,11-15-63,-2-14-36,-7-3 1,-1-4-18,-5 0 1,-2-2-20,2-8 0,-4-3 0,-8-4 0,-5 0-39,-2-14-26,-5 19 1,-2 4-25,-6 5-270,-2 2-571,3 14-751,6 13-2301,6 14 3926,14 13 0,-8-10 0,7 0 0</inkml:trace>
  <inkml:trace contextRef="#ctx0" brushRef="#br0" timeOffset="12985">21033 2689 22125,'25'-46'140,"-5"36"953,-18 52-1088,-1-9 1,0 2 13,1-2 1,-2 0 2,-1 0 1,-1-1-1,-1 16 618,-9 11-623,5-29 6,-3 7 482,7-24-214,1-9 649,2-14-923,0-12 174,0-17-157,1-15-26,0 21 1,0-1-248,1-4 0,0-2 250,1-2 0,2 1 3,0 0 0,3 1-3,1 3 0,2 2-49,1 5 0,2 3 21,11-10-17,12 7 12,15 17 22,4 6-11,-2 10 0,-1 30 5,-31 6 3,-9-9 0,-5 3 3,-12-2 0,-7 0-162,-5 2 1,-6-2 180,-7 1 1,-3-3 5,-3-2 0,-3-2-11,4-6 0,-1-2 48,-21 2 541,20-11-469,16-7 62,13-1-135,6-1-44,10 0-11,12 0-40,17 5 0,15 6 14,-22-1 1,0 1-14,21 10-127,-14-3 0,0 1-361,19 6-101,-16-7 0,2-1-468,-5-6 1,1-2-1054,0-2 1,2-3 2142,4-4 0,-4-1 0,7 0 0,-8-5 0</inkml:trace>
  <inkml:trace contextRef="#ctx0" brushRef="#br0" timeOffset="13258">21999 2641 20499,'9'-52'1267,"0"-1"1,-1 7 0,-1 8-747,-1 18-315,-3 12-195,-3 8 71,0 15-3,-4 18-29,-2 5 99,-11 18 0,-4 2-88,-2 1-16,5-13 0,-3 6 0,3-8-23,0 4 0,4-8 1,5-1 66,15-4 35,16 1-7,24-14-647,-11-15 0,4-4 516,9-1 0,3-2-56,8-1 0,2-1-163,2-1 1,0 0-480,-1 1 1,-3-1-2753,-8 2 0,-4 0 2866,-11 0 1,-6 1-1,0 0 1,-23 0 0</inkml:trace>
  <inkml:trace contextRef="#ctx0" brushRef="#br0" timeOffset="18790">2421 5046 16308,'0'-5'4436,"0"1"-3501,0 4-867,-71-42-29,27 46-2134,-9-15 0,0 5 2101,7 37-37,18-7 0,2 1 767,-5 14-943,6 14 168,18-22 28,26 7 39,-1-27 78,23 5-39,-4-13 8,-4-7 1,-1-1 160,9-1 3711,1-6-3494,-33 8-357,-14 2-108,-10 1 24,-31 12-1,10-3 11,-16 12 6,3 7-45,16-4-50,-9 21 22,28-10 12,8 0-398,24 12-544,11-21 0,4-2 274,-8-2 0,3-2-898,13-4 1,7-2 0,-1-5 1348,2-7 1,-1-4 0,-2 5 0,-3-2-1,14-8 1</inkml:trace>
  <inkml:trace contextRef="#ctx0" brushRef="#br0" timeOffset="19151">2957 5120 18016,'0'-6'4986,"0"0"-4790,0 6-342,0 0-83,-2-25 279,0 29 17,-8-1-56,-8 49-61,-3-5 0,-2 1-669,6-13 0,-1 1 500,-12 17 1,-2 0-197,11-19 1,0 0-593,-7 10 1,1-2 900,-6 9 78,2-15-112,24-38 34,-4-21 643,3-26-296,1 8 193,3 2 0,1 0 300,4 2-387,0-8 1335,3 24-1615,-1 14 710,14 9-827,25 20-28,1-1-1017,9 4 1,3 0 634,3-1-554,-14-6 0,7 4 1,-6-1-3903,-6-1 1,-3 1 4070,10 1 1,-5 0 0,-4 4-1,-28-19 1</inkml:trace>
  <inkml:trace contextRef="#ctx0" brushRef="#br0" timeOffset="19408">1871 6370 15404,'57'-5'146,"0"0"1,1 0 0,-13 1 0,-1 0 0,4-1-118,10-4 1,6-1-1,1-2 1,-5 2-23,1-1 1,-4 1-1,4-1-91,-10 2 0,2 0 0,2-1 1,-1 1-1,-6 0 67,8-1 0,-5 0 1,2 1-61,7-2 1,2 0-1,-3 0 217,-12 4 0,-2 1 1,0-1-336,-2 0 1,1 1 0,2 0 194,13 2 0,3 1 0,-10 1 0,5-1 0,-12 3 0,0 1 0</inkml:trace>
  <inkml:trace contextRef="#ctx0" brushRef="#br0" timeOffset="105770">5812 6421 20168,'-12'-43'1328,"0"-1"1,0 1 0,-6-23 0,6 27-1385,15 58 84,9 12-25,-2-1 0,3 4-48,3 6 0,0 5-114,-2 0 0,-1 5 1,-1-3-1817,0 7 1,-1 0 1759,-3-10 1,-1 1-1,-4 4-2131,-4 0 1,-3 3 0,-2 0-1,1-5 2346,-1 12 0,0-1 0,-1-1 0,1 2 0,-1-11 0,-1-7 0</inkml:trace>
  <inkml:trace contextRef="#ctx0" brushRef="#br0" timeOffset="106046">5653 6633 15339,'-22'-56'1609,"1"0"0,6 13 0,0-1 0,5 5-1082,4-21-373,7 17 0,4 0-367,8 8 1,4 2 245,9 1 1,4 3-278,6 2 0,3 5 246,5 5 1,2 5-20,0 5 1,0 5-4,-10 2 1,-1 6-99,9 12 1,-6 9-63,-2 25 138,-15-13 0,-7 2 39,-18-3 1,-8-1 13,-8 0 0,-5-2-3,-8-1 1,-3-2-51,-1-3 0,-2-2-244,4-3 0,1-2-4619,-15 10-4926,28-13 8820,15-9 1,13-8-1,-4-2 1</inkml:trace>
  <inkml:trace contextRef="#ctx0" brushRef="#br0" timeOffset="106680">6666 6253 13933,'3'-4'5327,"-2"1"-1585,-1 3-3636,-27-42-11,6 45 17,-27-25 6,15 56-28,0 5-46,5-1-32,9-3-7,9-8 107,13-8 101,13-11-56,17-12-84,16-13-29,-19 3 1,1-3 39,-1-2 0,-1-1 179,19-20 73,-19 4-11,-16 8-55,-14 9-114,-4 8-100,-5 7-67,0 8-11,-1 8 22,1 9 0,3 7 17,3 5-23,5 4 23,3 1 11,6 1-34,4-3-5,5-6 33,10-9 46,10-13-1,14-16-48,-22-3 1,1-3-403,2-6 1,-1-4 421,1-4 1,-2-3-1571,-1-5 1,-4-2 1549,-2-5 1,-4-2 5,-2-2 1,-3 0-153,-3-1 1,-2 0 179,-4 3 0,-1 2 45,-2 5 0,-2 2 84,-6-21 114,-2 20 393,-2 17-689,1 12 3136,3 11-3120,-3 32-21,4 20-32,2-10 1,2 6-455,5-5 1,2 4 0,0-4 428,0 6 1,2-1-72,3-2 1,3 4-1,0-6-231,2-1 0,1-3-807,7 9 1,0 0 61,0-8 0,-1-3-2701,-2-7 1,-1-3 3809,10 11 0,-18-24 0,-11-13 0</inkml:trace>
  <inkml:trace contextRef="#ctx0" brushRef="#br0" timeOffset="107179">7133 6270 23390,'45'-27'-40,"-1"0"1,1 0 0,0 0 0,3-4 0,-2 1 0,-2 6-6,4 7 0,-4 4-39,13-12 64,-25 8 1,-2-2 8,17-21 58,-24 12 1,-4 0 30,5-10 602,-5-9-529,-16 30 519,-8-7-142,0 14-366,-2 0-106,2 8 216,3 11-221,0 13-7,1 25-38,3-13 0,1 4-4,3 22 1,0 3-507,-1-19 1,1 0 504,-2-1 1,1 2 0,-1-5 6,-2-4 1,0-4 5,0 5 0,0-2 81,0 18 23,-2-27 655,1-9-549,2-20-40,8-14-105,9-14-1,16-16-19,-7 14 0,3 0 7,-3 6 0,0 1-46,0 2 0,-1 2-93,17-7 95,-12 18-22,7 6-39,9 29 5,-16-2-272,-8 12 1,-5 3-42,-5 3-432,-4 1 0,-3 4 779,-5-9 0,-1-2 0,0 14 0,-1-4 0</inkml:trace>
  <inkml:trace contextRef="#ctx0" brushRef="#br0" timeOffset="107588">9212 6084 21433,'0'-6'2986,"0"0"-1597,0 6-1411,0 0-673,6-35-190,-2 37-7657,8-6 8542,-5 44 0,-2-14 0,-3-15 0</inkml:trace>
  <inkml:trace contextRef="#ctx0" brushRef="#br0" timeOffset="107748">9240 6574 22789,'-2'-3'3517,"0"1"-4480,2 2 963,-19 13 0,14-9 0,-14 9 0</inkml:trace>
  <inkml:trace contextRef="#ctx0" brushRef="#br0" timeOffset="110515">13035 6172 19699,'27'-45'792,"-1"0"0,0 1 0,-2 3 0,0 2 0,-5 6-97,1-9 448,-6 14-975,-7 14 224,-6 11-263,-8 18 50,-12 21-115,1-4 1,-4 4-715,-7 14 0,-4 3 661,7-11 0,-2 1 1,0 2-415,-3 3 1,0 1 0,0 1 383,1 0 0,-1 0 1,1 0-59,3-2 1,1 0-1,2-2-77,-3 6 0,4-1-1179,3 11 0,5-5-1003,5-3 2336,8-8 0,3-5 0,1-19 0,5 4 0</inkml:trace>
  <inkml:trace contextRef="#ctx0" brushRef="#br0" timeOffset="110979">13583 6242 18610,'0'-4'4392,"0"0"-2337,0 4-1988,14-45-11,-12 36 23,8-31-18,-17 54-22,-2 3-27,1 1-29,-1 7 11,6-9-11,-1 4 23,6-9 67,0-6 168,2-2 28,3-9-185,-1-1 50,8-14 96,0-12-28,-1 0 27,-3-1-22,-8 17-134,-1 9-62,-4 5-408,-10 16 145,3-2-140,-9 13-1076,5 8-1954,-4 9 3422,4-10 0,0 0 0,0 4 0,-1-1 0</inkml:trace>
  <inkml:trace contextRef="#ctx0" brushRef="#br0" timeOffset="111295">13672 6536 24323,'-40'24'80,"0"1"1,4-2-1,10-2 4,22-1-17,4 1 6,0 1-17,0-3 34,0-3 212,1-8 298,1-3-34,5-10-314,8-9-135,10-10 40,5-6-45,-6 5 358,-5-2-279,-14 15-141,-8 0-83,-13 11-583,-15 11-8201,-14 14 8817,0 4 0,14-6 0,13-8 0</inkml:trace>
  <inkml:trace contextRef="#ctx0" brushRef="#br0" timeOffset="113373">14428 6196 14894,'1'-47'717,"-18"28"433,-8 40 1,-6 16-1109,-2-3 0,-1 2-26,0 1 1,1 0 708,3-1 0,4 2-742,4 9 1,7 2 16,10-16 0,4-1-9,7 6 1,8-4-9,35-4 6,-16-21 0,2-3-3,5-6 0,2-3 155,3-4 0,1-4-130,0-4 0,-1-4 11,-1-3 1,-3-3 1241,-4-1 0,-3-2-1172,-7 0 1,-4 0 530,5-23-360,-18 12-101,-20 13-61,-16 14-17,-18 17-17,-10 12-47,24-3 0,1 3 2,-20 21-16,13 3-12,16 3 945,12 0-967,13-4 590,11-6-568,15-8 6,12-10 6,9-9 33,5-15 22,0-9-121,-28 2 0,-3-3 167,19-24 5,-13-9 28,-15-5 0,-13 3-23,-16 6-33,-13 10-33,-15 11-12,-8 12-5,-3 7-1,5 12-55,6 8-57,5 20 46,14-7-146,2 22-275,15-8-471,10 12-928,16 0 242,-2-29 0,7-3-2655,17-2 1,4-5 2310,-13-4 0,0-2 924,22-6 1,0-7 1030,-21-2 0,-2-3 0,7-5 0,0-3 2302,-5-2 0,-3-2 218,-5-1 1,-2 0 862,12-22-1114,-17 4-611,-11 9-460,-8 9-196,-4 8-599,-1 8 387,-2 5-751,-2 7 34,-4 9-57,-6 14-21,-5 13 16,1 9-22,4 2-17,9-1 5,11-7 12,11-10 22,16-12 34,13-10 6,12-18-29,-23-1 0,0-3-148,0-4 0,-1-4 226,-2 0 1,-3-2 107,13-23 94,-14-3-201,-15 17 100,-7-2-89,-7 19-61,-1 1-152,-1 7-162,2 2-34,0 10 466,1 0-802,0 14-594,1 3-458,9 8 547,8-1 673,26-8 421,-8-11-1605,1-14 1,-1-5 1782,-3-3 376,23-18 924,-20-1-392,-2 0-600,-6 2 264,-9 8-151,-7 9-208,-1 1-246,-4 6 3268,-3 6-3380,-1 8 22,1 3-5,0 18 22,1 3-6,-5 17-11,-2-18 1,-1-1-1,-1 12-11,-4 5-22,11-22 83,7-12 57,10 0-40,17-27-33,15-13-3,-19 6 0,1-3-151,1-2 0,-1-1 159,-2 1 1,0 1 128,16-15 45,-14 13-191,-16 13-22,-8 10 1,-6 4 10,2 9-5,9 12 280,5 3-292,12 7-5,-4-14 28,17-1 6,3-11-4,-8-6 1,2-3-340,-5-5 1,-2-1 327,0 0 1,-1-5 39,-3-13 0,-5-3-31,-1-9-6,-6-2 1,-3-6 10,-8-3 1,-5-1-6,0-1 0,-3-1 5,-2-6 1,-3 3 13,-1 16 1,-2 4-3,-6-10 67,-1 11-17,8 21-83,-1 2-12,5 19 11,1 18-22,1 27-1,1 1-235,2-1 1,2 4 97,1-13 1,1-2 2,0 10 1,0 1-611,6 7 0,0-5-12,1 2-644,0-8 1,1-1 1411,3 2 0,-3-13 0,-3-12 0</inkml:trace>
  <inkml:trace contextRef="#ctx0" brushRef="#br0" timeOffset="114195">16452 6366 14125,'-6'-3'4206,"2"0"-2058,4 3-2137,0 0-22,67-25-45,-27 21 0,3 2-12,18-11 1,3 1-591,0 11 0,-4 3 607,-27-2 1,-1 0-51,10-4 0,-4-1 889,-11-3-715,15-11 1387,-27 5-850,-1-6 45,-9 6-240,-5 3 2241,-2 5-1620,-2 1-621,1 0-286,0 0-6,3 2-101,1 3-27,1 0-18,9 6 1,13 20 27,2 12-13,-8-9 0,-3 3-195,-4 2 0,-2 1 139,-3 4 0,-1 0-6,-2 0 0,-2-2 25,-2 20 6,-2-1 111,0-36 91,-5-11-102,2-28 1,-3-36-28,3 13 5,5-20-6,9 28-21,6-4-12,2 13 310,15 2-361,27 2 29,-8 5-520,6 3 1,2 0 529,-20 5 1,0 0-9,15-3 1,-1-1 13,-15 3 1,-5 0 78,17-8-12,-25 8 12,-12 1-28,-17 6 17,-1 1 10,-5 0 978,3 1-1033,2 0 22,2 4-28,1 7 17,-1 10-39,2 12-17,4 9-17,9 6-5,8 1 10,9-4 7,3-13 55,2-13 12,4-17-17,-6-9 27,-3-9 1,1-4 34,11-12-15,-11 9 0,-2-1 26,3-3 95,-7 5-56,-14 15-113,-3 3 1,-4 16 11,-2 14-28,-3 19 5,0-13 1,-2 1-22,-6 27-762,-2-12 0,-3 5 176,-1 0 0,-2 6-1856,5-10 0,0 7 1,-1 0-1,2-5 1229,0-3 0,1-4 0,0 1 0,1 6 1,0 1-1,3-13 0,4-11 0</inkml:trace>
  <inkml:trace contextRef="#ctx0" brushRef="#br0" timeOffset="117671">11334 6574 19087,'7'-49'1170,"1"-1"1,-2 6 0,0 9-729,-1 17-403,-4 10-128,0 7 105,-1 14 18,0 2 84,-8 47-40,-5 0-346,2-14 0,-1 2 271,1-16 0,1 0-17,0 10 0,3-3 3,6 4 55,10 9 147,16-35 117,11-16-23,9-20-83,6-19-450,-9-2 366,-11 2 0,-1-3-43,-12 12 1,-1 0 10,6-12 1,-1 1 104,-1-12 565,-11 13-660,-6 13-131,-4 11-222,-1 8-191,1 4-476,1 8-1402,12 7-7505,9 6 8454,0-4 0,-3-5 0,-13-8 1</inkml:trace>
  <inkml:trace contextRef="#ctx0" brushRef="#br0" timeOffset="118010">11912 6469 17199,'-2'-6'4867,"1"2"-3511,1 4-1451,-5-35 100,6 30 29,7-7-23,12 43-33,13 18-79,1 1-22,-1 1 67,-10-13 0,-7 9 123,-15-23 90,-10 4 5,-11-18-28,-9-12 12,-2-12-12,4-11-61,10-8-62,10-2-33,16 1-118,13 2-286,15 5-952,14 3-636,-21 14 0,2 3 2014,4 1 0,-2 2 0,6 0 0,-6 3 0</inkml:trace>
  <inkml:trace contextRef="#ctx0" brushRef="#br0" timeOffset="118328">12286 6743 23736,'26'-38'200,"-1"-1"1,1 1-1,-2 1 1,-1-1-1,-5 3-119,-6-2 1,-4 0-810,0-4 0,-1 0 778,-3 8 1,0 0 165,-2-11 0,-1 2 645,-5-5-525,-2-10-78,-2 32 145,1 13-397,3 8 10,-1 10-16,-1 16 880,-4 21-878,4-12 1,1 3 3,-1 8 0,1-1 10,1-7 1,1 2-127,1 13 0,0 7 0,2-5-792,3-6 0,1 1 743,1 8 1,1 6 0,0-10 0,5 3 0,5-7 0</inkml:trace>
  <inkml:trace contextRef="#ctx0" brushRef="#br0" timeOffset="122896">13659 6263 18585,'-3'-3'1103,"0"0"2202,3 3-925,1-29-1855,-1 19-471,0-21 206,-2 27-829,0 3 195,-2-1 1053,0 3 1376,-2 4-1026,-3 3 587,-1 4-115,1 0-883,2-1-618,3-1 0,1 0 0,2-1 0,0-3 0,1-1-809,1-3-874,1-1 1443,0 0 389,1-2 1177,1-5-400,3-4-595,0-4-331,-3-4 0,-2 5 0,-6-8 0,-1 10 0,-2-5-1557,2 11-156,2 2 497,2 5 1531,-2 7-132,0 2 135,-4 17 556,2-6 190,-2 13 66,4-16-528,1 1-602,5-12-1274,1-1 111,3-4 1424,4-4 987,11-13-320,-5 3-928,11-14 0,-12 4 0,-1-6 0,-4-14 0,-8 18 0,-6-8 0,-4 25 0,-3 0 0,-2 6 0,-1 6 0,0 2 0,-5 21 0,8-3-5695,-1 17 5795,7-12 1,4-11 0,0-9 0</inkml:trace>
  <inkml:trace contextRef="#ctx0" brushRef="#br0" timeOffset="123678">13534 6676 23077,'-2'7'5302,"1"-2"-4906,1-5 3398,0 0-3596,3-17-198,-2 10-236,3-14-382,-2 15-413,2-2 1050,1 1 64,-1 2-640,-1 3 14,-2 1 799,-4 5 82,-1 2-168,-3 6-9,3-4-250,1-2-139,2-5-87,2-1 139,5 0 61,7-3 433,17-3 290,-3-1 14,-1-1 225,-12 3-361,-10 0-486,0-1 0,-4-3 0,-4 0-395,-3-3-752,1 5 113,-3 0 88,5 6 217,0 0 333,-1 7 646,-2 5 277,0 3 258,-3 6-10,0 1-195,3-3-265,-1 4-263,7-15-178,0 0-265,2-6-104,12-11 861,6-6 70,15-12-286,0-1 17,-9 7-3111,-6 0 3181,-14 12-73,-3 0-10,-15 8-764,-3 1 62,-8 4 478,8 0 62,1 3 3489,10-3-3259,-2 4-108,5 1-23,-1 5-370,2 1-463,5 2-2614,10 2 3208,5-3 0,-4-5 1,-3-5-1</inkml:trace>
  <inkml:trace contextRef="#ctx0" brushRef="#br0" timeOffset="126812">18877 6394 10153,'21'-39'1156,"-1"0"0,1 0 0,1-1 0,1 0 0,-3 5-753,-3 6 1,0 2 511,5-6 1,-2 6-311,-7 12-481,1-1-80,-12 15 63,-3 6 386,-7 15-171,-8 11 0,-4 6-241,-5 5 0,-2 3-709,-3 6 0,-3 2 639,5-11 0,-1 1 1,0 0-844,4-5 0,0 0 0,0 1 845,-6 8 0,0 2 0,0 2-58,-2 4 0,1 1 1,3-2-510,5-9 0,2-2 1,2-2 214,-9 17 0,4-3-1089,10-13 0,3-4-8403,6 20 9353,2-15 0,6-12 0,0-27 1</inkml:trace>
  <inkml:trace contextRef="#ctx0" brushRef="#br0" timeOffset="127395">19435 6356 10528,'3'-8'3904,"-1"0"-3103,-2 8 1266,0 0-1883,-33 26 113,12-5-151,-23 20-107,26-16 275,9-11 5,5-5 118,4-8 331,5-3-360,15-10-273,7-3-51,5-6 352,5-5-228,-21 13 234,6-10 152,-18 12-442,-4 1-180,-10 4 5,-11 9 12,-31 18-67,17-3 38,-8 7-11,32-9 46,8-9 44,4 2 6,2-6 179,8-2-140,-2-2 96,15-10-35,-8-2 79,6-7-101,-11 7 202,-4 0-246,-6 7 33,1 0-196,-2 5-577,0 0-986,3 10-2515,5 6 4162,8 17 0,-7-13 0,1 1 0</inkml:trace>
  <inkml:trace contextRef="#ctx0" brushRef="#br0" timeOffset="127763">19327 6852 10287,'-6'8'6761,"2"-2"-5770,4-6-398,0 0-716,-8 4 185,6 1-45,-6 2 5,8 0 6,2 0 67,-1-2 332,3-1 250,4-5-156,6-7-224,8-8 27,3-6 259,-4 0 67,-9 6-342,-8 7-263,-11 6-56,-8 1 16,-9 6-5,-4 1 28,2 3 0,8-2-39,9-3-174,6-2-2279,3-1 2464,15-1 0,-11 1 0,12-2 0</inkml:trace>
  <inkml:trace contextRef="#ctx0" brushRef="#br0" timeOffset="128179">20066 6429 22094,'-57'-3'23,"13"0"-102,21 29 62,14-5 28,9 8 23,9-9-17,30 9 5,-4-9 1,18 10-40,-14-7 29,-10 1 49,-13-2 18,-15 2 49,-12 0 1,-15-1-22,-14-3-46,-13-4-50,22-10 1,-2-2-188,-1 0 1,-1-2-49,0 0 0,-1-1-1566,-1-1 0,2 1-8041,-14-1 8336,11 1 1,26-1 0,10 1-1</inkml:trace>
  <inkml:trace contextRef="#ctx0" brushRef="#br0" timeOffset="128446">20425 6302 15720,'1'-5'4834,"0"1"-2577,-1 4-2173,22-35-11,-21 48-17,14-13-39,-18 25 0,-6 14-26,0 10 1,0 1-504,3-15 1,1 0 273,-2 18 0,3-1-367,3-19 0,3-1-661,1 6 0,2 0-1829,2-6 0,0-1 3095,10 14 0,-6-21 0,-5-13 0</inkml:trace>
  <inkml:trace contextRef="#ctx0" brushRef="#br0" timeOffset="129203">20280 6678 13390,'-2'-4'4750,"1"1"-3456,1 3-1036,61-61-1796,-17 38 1582,2-13 1,4 2-14,-12 24 0,-1 4-3,2-2 0,0 0-9,0 1 1,0-1 260,-4 1 1,-1-1-208,26-7 5,-25 6 337,-2-4 401,-26 9-536,-2-2-163,-9 2-27,-9 1 933,-11 1-866,-7 5-22,-6 5-51,2 5-6,2 6 1,4 5-3376,3 11 3319,11-11 23,2 10 39,13-17 140,4 0 174,7-6 5,13-7-157,12-10-78,9-7 0,2-13 3387,-6-5-3354,-13 0-3234,-11 1 3150,-10 12 40,-5 6-118,-2 10-50,-2 2 11,-3 8-5,-6 7 5,-3 15 3380,4-6-3385,4 11-12,7-12 6,6 3-6,4-3 28,6-6 28,14-6-16,-7-8 2,6-10 0,3-4 9,15-16-32,-18 12 1,0-4 28,2-12 1,-4-4-10,-12 8 0,-1-3-2,6-22 0,-2-3-1,-11 15 1,-2 2-9,-1 0 0,-1 1 73,-11-21 23,0 31-96,-3 0-6,2 19 7,-1 25-7,-2 13 1,-2 7-12,0 23 1,7-5-260,3-18 1,3 1 253,3 0 0,2 1-17,2 0 0,2 0-40,3-2 1,1 2-409,2 5 0,-1 0-502,-4-7 1,-1-2 117,-1-2 0,-1-2-6023,0 13 6883,0-26 0,-2-2 0,-1-12 0</inkml:trace>
  <inkml:trace contextRef="#ctx0" brushRef="#br0" timeOffset="129722">21222 6498 21108,'34'-9'15,"1"0"0,0 1 0,1 1-32,0 8 0,0 0-45,7-4 1,-2-1-12,14-1-31,-13-5 1,-4-1 92,-7 1 246,21-9 6,-38 11-151,-2-1-68,-15 6 124,-13 2 156,-5 2 175,-14 5-287,5 1-89,0 5-79,13-2 1,7 2-6,6-1 100,12 6 68,10-6-79,6-1 96,13-6-45,-3-11 28,9-5 195,-3-20-251,-15 7 179,-8-20-213,-25 23-55,-13-6 4,-7 17 46,-3 9 0,-3 3-12,-14 8-67,14-2 0,1 2 29,-8 14-29,15-3 11,6 9 29,7 9-40,3-6-39,4 19 5,17-5-3419,10 2 3235,7-5 55,7-20 1,-1-4 0,-10-6 0,25 8 0</inkml:trace>
  <inkml:trace contextRef="#ctx0" brushRef="#br0" timeOffset="137089">9410 9082 23920,'2'-37'79,"-5"22"-68,-10 62 6,1 8-1,4 0 12,8-3 6,12-9 44,14-9 174,27-14-156,-13-12 10,13-11 191,2-26-490,-10-6 293,-13 8 1,-2-2 25,-9 3 1,-3-2 198,8-25-17,-11 5-23,-8 10-38,-6 11-107,-4 10-151,0 9-118,-1 5-255,2 2-1207,2 2-2078,7 8 3669,8 8 0,-5-5 0,3 2 0</inkml:trace>
  <inkml:trace contextRef="#ctx0" brushRef="#br0" timeOffset="137445">10122 8878 20515,'-4'-5'3752,"0"2"-3281,4 3-438,17 20-5,8 9-22,7 10 8,-6-5 0,-2 2-31,2 16 0,-9-10 1,-3 0 10,-4 4 62,-8 2 274,-5-35 1,-3-5-191,-3-20-39,-2-11-17,-1-12-50,4-8-29,4-1 7,9 2-85,9 3-218,15 6-673,11 7-1310,13 9-3450,5 8 4876,-8 11 0,-18-1 0,-16 3 0</inkml:trace>
  <inkml:trace contextRef="#ctx0" brushRef="#br0" timeOffset="137760">10758 9273 20016,'0'9'3977,"0"-2"-2818,0-7-542,0 0-500,40-77-1596,-17 41 1,1-2 1483,-4 2 1,1-2 0,0-1 18,4-6 0,2 0 1,-5 4 65,-6 10 1,-2-1-55,10-26 1,-4-2 33,-13 26 0,-3 1 34,-2-5 1,-5 1 377,-18-21-336,3 27 83,-8 10-190,19 20 2129,-1 3-2174,2 17 679,-4 18-673,4-5 0,0 3-3,0 10 0,1 6-1208,2 3 1,1 7-1,1-5 1009,0-2 1,3 2-1009,3-10 0,1 7 0,2-3 0,1-7 832,5-6 0,1-4 0,0 8 0,1-5 0,2-10 0</inkml:trace>
  <inkml:trace contextRef="#ctx0" brushRef="#br0" timeOffset="138254">11769 8664 20229,'15'-60'1282,"1"1"1,-4 8 0,-2 10-553,-6 24-657,-4 15 92,0 16 76,-2 26-84,-5 14 1,-1 5-673,1-13 0,-2 1 558,-4 11 0,-4 5 0,-1-1-611,0-13 1,-1-1 0,-3 4 468,2-7 1,-2 5-1,-1 1 1,-1 0 0,2-3-1954,-1 6 1,0-3 0,0 0-1,1 0-383,-1-2 0,0-1 0,1-1 0,4-4 2435,-4 15 0,6-10 0,6-16 0,7-14 0</inkml:trace>
  <inkml:trace contextRef="#ctx0" brushRef="#br0" timeOffset="138757">12386 8992 21472,'9'-43'928,"0"-1"0,0 6 0,-4 8-905,-4 22-23,-1 12 67,-1 15-6,-2 23-50,0-11 1,0 2-152,-2 9 0,-1 2-2317,-1 6 1,0 0 2456,1-3 0,0-3 0,-2 14 0,5-26 0</inkml:trace>
  <inkml:trace contextRef="#ctx0" brushRef="#br0" timeOffset="139121">12629 8538 20755,'-10'37'266,"0"0"0,2 25 154,36-49 24,6-6-198,-7-7 40,-3-5 878,2-16-884,-12 2-5,4-12 27,-15 8-55,-7 5-113,-3 5-117,-1 7-258,2 2 95,1 4-867,-2 13-443,2 0 1456,0 28 0,3-25 0,2 8 0</inkml:trace>
  <inkml:trace contextRef="#ctx0" brushRef="#br0" timeOffset="140111">12922 8866 23803,'1'41'29,"0"0"1,-2-2 0,2-2-19,2 15-5,-8-2-6,-1-9 90,-2-12 419,4-13 158,6-14-342,8-14-196,10-13-23,11-12-50,-2 3 36,-6 8 1,1 1-31,8-5-68,12-10-11,-14 20 0,-5 11 1,-7 8-130,10 18-11,-7 8-84,11 14-230,-3 1-1760,-6-18 1,2-1 1843,12 5-278,-2-13 0,2-3 245,5-6 56,6-6 0,3-4 330,-15 0 0,-1-3 90,15-5 0,0-3 104,-14 0 0,-4-2 356,17-22 72,-19 1-6,-17 1 0,-11 3-72,-10 7 2992,-8 7-3312,-9 9 678,-10 11-739,-15 13-87,21-1 0,-1 3-17,-8 10 0,1 2-13,-11 12-15,19-9 0,6 2-3,6 9 23,5 9 11,22-8-17,19-11-11,24-12-8,-21-14 0,2-3-118,1-4 1,0-5 114,-2-3 0,-2-3 30,-4-5 1,-4-3 13,-2-5 1,-4-2-9,-4-5 0,-2-2 20,-4-6 0,-1-1-245,-3-5 0,-1 1 225,-2 8 0,1 1 76,-2-16 0,-1 3 123,1-7-70,-1 20 0,1 4 109,0 2-162,1 17-129,-1 10 50,1 23 6,-1 31-34,0-14 1,-2 3-261,0 12 0,-2 3 260,-1 0 1,-2 0-1,0 2 1,0 1-4,2-3 1,1 0-9,3-5 1,3-2-12,5-7 0,5-4 399,22 17-455,17-22 6,11-19 44,-26-14 1,-1-4-152,3-5 1,0-4 187,-1-5 0,-2-3 25,-1-2 0,-3-1 11,-4-1 0,-3 0 40,9-22 44,-15 13 0,-12 13 720,-7 13-860,-4 13-5,-2 4-29,-3 15-5,3 14 28,1-3-3111,11 28 3066,2-32-224,14 22-392,-3-19-1081,5 4-5819,-3-7 7021,-5-8 1,-6-9 0,-5-6 0</inkml:trace>
  <inkml:trace contextRef="#ctx0" brushRef="#br0" timeOffset="140281">14529 8728 19848,'-3'-5'2947,"0"0"-3188,3 5-1289,2 11 1530,11 19 0,-9-13 0,9 12 0</inkml:trace>
  <inkml:trace contextRef="#ctx0" brushRef="#br0" timeOffset="140697">15169 9041 25769,'-34'-36'224,"0"0"0,-2 2 0,1 13-196,1 33-34,-18 13 6,7 2-224,16-5 0,1 2 208,-11 20 18,18-14 1,4 3-8,6 14 16,49-6 22,21-36-8,-14-10 1,1-6 21,-4-6 1,-2-5 89,3-12 0,-5-3-73,-13 11 1,-3-1 92,2-11 0,-5-1 218,-8-4 158,-1-1-236,-7 18-125,-3 13-200,-1 12 23,-3 20-12,1-1 235,-2 30-288,3-16 0,1 2-333,2 2 0,0 1-107,0 0 1,1 1 509,2 13 0,0-4 0,-1-14 0,2 25 0</inkml:trace>
  <inkml:trace contextRef="#ctx0" brushRef="#br0" timeOffset="141221">15922 8833 18800,'12'-48'1158,"1"-1"0,-1 1 1,2-7-1,-2 4-629,-4 14 0,-2 6 295,-3 3-684,0 11 17,-3 35 117,-2 39-126,-1-8 1,-3 5-464,0-10 1,-1 3 0,-3 5 346,-4-3 1,-2 5-1,-3 3 1,-1 0-1,1-3-791,-2 3 0,1-1 1,-2 0-1,-2 3 667,4-9 1,-2 2-1,-1 2 1,0-1-1,1-1 1,1-2-899,-3 8 0,1-2 0,1-1 0,2-2 990,2-6 0,1 0 0,2-2 0,1-4 0,-4 17 0,4-8 0,3 6 0</inkml:trace>
  <inkml:trace contextRef="#ctx0" brushRef="#br0" timeOffset="141861">16411 9105 18089,'1'-7'4986,"-1"2"-3973,0 5-363,0 0-673,11-54 57,-10 51 11,6-28-28,-16 74 11,-1 13 33,0 5-44,4 0-23,17 0 57,13-20-34,7-9 39,20-21 28,-13-18 0,1-6-3,1-4 0,0-4-368,4-5 1,-3-3 308,-15 4 0,-4 0 85,6-26-57,-14 14-22,-3-4-179,-7 17-404,-6 9-50,-2 13-1692,-6 11-2595,1 8 4892,1 5 0,3-6 0,3-7 0</inkml:trace>
  <inkml:trace contextRef="#ctx0" brushRef="#br0" timeOffset="142281">17160 9038 24654,'-1'37'388,"-1"0"1,0 3-1,-1 2-243,-4 15 1,-2 2-1537,2-6 0,0-2 1396,0-1 1,0-1-1252,-2 7 0,0-4 1257,-1 1-3,1-7 1,0-1 1053,0-3-990,0 0 63,4-22-62,4-15 994,-2-22-1056,0-18-33,1-25 895,6 4 1,1-4-857,0 16 0,0-2-4,6-13 0,3-7 0,-2 8-5,-2 15 1,0 0 4,2-6 0,2-5 0,0 4-469,2-5 0,1 3 458,2 2 1,0 2-9,-2 5 1,4 4-4,8 11 1,1 6-3,5 5 5,9 8 1,2 5 11,-2 11-34,4 10 0,-1 8-255,-23-3 1,-4 3 262,8 12 0,-5 2-2,-8 18-6,-20-23 0,-8 0-73,-7-8 0,-8-3-872,-9 1 1,-6 0-1,0-3 973,-11 3 0,1-3 0,-1-2 0,6-3 0,5-6 0</inkml:trace>
  <inkml:trace contextRef="#ctx0" brushRef="#br0" timeOffset="147527">9742 12580 16101,'3'-49'1833,"-1"1"1,-1-3-1,-5 9-791,-6 22-202,-6-5-509,4 16 61,0 4-431,4 5-303,-12 12 325,-15 19 14,8-2 1,-3 4-834,-6 9 0,1 1 822,4-5 0,3 1-57,6 0 0,0 3 0,6-3-307,4-1 0,6-1 258,0 15 0,9-2 38,13-17 1,7-7 14,10-5 0,5-6 16,9-6 1,2-6 36,-8-2 0,1-7 27,9-9 0,5-7 0,-8 0-368,-12 5 1,-2-2 383,11-7 1,4-5 0,-8 1 29,-13 2 0,-4 0-20,1 2 0,-1-1 21,-3-7 1,-4 2 101,-6 4 1650,0-15-1716,-17 33 384,-4 5-491,-8 18 910,2 2-922,-14 28 352,14-7-340,-3 18 11,13-19 11,17 11 0,5-21 40,32 5-1,-5-25-25,-12-8 1,1-4 18,22-23-121,-28 9 1,-1-3 140,-2-1 1,-3-3 16,-3 0 0,-5-3 98,-4-11 0,-6-1 29,-11-17-130,0 22 0,-7 5 6,-35 3-78,13 15 5,6 15 0,-1 4-27,-10 14-24,-6 14-16,14 8-33,17 5-1,11-8-481,23 22-364,6-19-132,-3-11 1,4-1-2065,26 10 1235,-20-22 0,1-4 369,4-4 1,1-4 829,2-6 0,-1-3 585,22-9 733,-19-8 1,-4-4 1832,4-11-892,-13 9 1,-4-1 969,-5-14-852,-9 4-816,-9 13 604,-6-2-858,0 16-363,-2-1-41,4 10-301,1 13 106,-1 11 0,-2 19-27,1 11 16,2 9 5,5-2-10,7-5 21,8-11-10,3-14 11,24-11 16,11-28-16,-13-5 0,-1-3-130,-8 1 1,-2-3 221,9-17 0,-6-2 59,-6-8-84,-10 15 0,-3-1 62,-9-11-90,-8 16-6,-11 4-83,-8 15-124,1 1-106,-2 11-241,12 9-481,6 10-1423,8 8-1883,9 3 4291,10 4 0,-8-17 0,0-3 0</inkml:trace>
  <inkml:trace contextRef="#ctx0" brushRef="#br0" timeOffset="148089">11250 12556 22772,'24'-40'670,"1"0"0,-1 2 1,-9 14-688,-15 24 17,-1 8 17,1 9 16,-1 14-33,3 10 6,1 7-1,0 3-10,1-4 10,-3-7-5,0-13 124,0-12 161,2-10-71,5-16-125,6-11-50,2-4 20,3-2 0,2-1 25,11-11-39,-10 13 0,1 0 22,5-1-50,-8 13 27,-5 26 1,-4 14-17,8 34-11,-2-5-9,-6-20 1,2-2-4,14 15 7,10-6 16,8-12-17,7-11 11,4-15 40,3-17-37,-29 1 0,-2-4 3,2-8 0,-4-3 8,0-6 1,-3-4-368,-2-6 0,-3-1 370,-3-4 0,-3 0 14,-4 1 0,-3 0 20,-3 5 0,-4 2 16,-2 5 1,-1 2 73,-10-18 16,-1 15-28,5 15-123,4 11-73,3 7 28,3 13 17,5 14 12,4 24-24,-1-14 1,1 2 113,1 8 0,1 2-236,0 5 0,-1 2-727,0 3 1,-1 0-59,0 3 1,0-1-676,1-5 1,1-2-368,-2-13 1,1-2 1960,14 16 0,-13-36 0,-1-3 0</inkml:trace>
  <inkml:trace contextRef="#ctx0" brushRef="#br0" timeOffset="148904">12089 12515 22615,'-37'-21'472,"-1"1"1,3 1-1,16 4-483,40 8-73,28-2-31,-10 5 0,4 0-774,10-2 0,2 0 438,4 2 1,1-2-217,-2 1 0,1-3-424,-15 1 1,2-1 0,-5-1 832,1-2 0,-4-1 546,4-2 1,-8-4 898,-17-7 460,-20 2-28,-11 3-275,-8 3 646,1 3-1116,3 2 237,7 2-870,4 5-252,5 2-73,7 10 89,4 3-10,7 9-1703,14 10 1,3 3 1707,3 4-20,3 4 1,-2 6-317,-19-7 1,-5-1 287,0-7 1,-3 1-32,-1 12 1,-6-1 50,-9-3 79,-3-3 44,-6-23-33,0-22 3159,-2-17-3143,5-17-33,5-9-22,15-2 717,11 7-751,4 23 0,4 4-12,12-3 12,-4 10 0,2 4-3392,20 1 3394,-21 3 1,0 0-9,-3 1 0,0-1-103,2-1 1,-1 1 108,8-4-23,9-6 29,-21 0 10,3-6 1,-4 1 33,-9 4 3389,-9 6-3395,-6 5 272,-4 3-333,-1 1 5,1 3 23,3-2 0,13 6-11,11 1 0,17 6 5,-11-4 1,1 1 10,-3-2 1,-1 1-6,29 8 0,-7-8 50,-20-8 90,1-8 129,-10-18 0,-9-7 106,-1-12 62,-5 7-51,-4 8-246,-2 11-50,-2 10-185,-2 11 50,0 3 45,-3 19-6,-4 13-11,1-1 1,0 5-49,1 1 1,-1 2-808,-1 14 1,2 2 154,1-2 0,2-2-28,1-10 0,3-1 745,5 15 0,2-6 0,-1-15 0,7 14 0</inkml:trace>
  <inkml:trace contextRef="#ctx0" brushRef="#br0" timeOffset="149139">14825 12256 25730,'46'-17'-333,"0"1"1,11 0-1,3 5-1322,2 8 0,0 4-453,-10-1 0,-1 0 2108,15 2 0,-8 0 0,-24 0 0,-2 0 0</inkml:trace>
  <inkml:trace contextRef="#ctx0" brushRef="#br0" timeOffset="149311">15184 12484 23187,'-51'12'815,"1"-1"1,5-1 0,12-3-653,27-5 139,14-3-251,19-4-415,31-4-1926,-12 2 1,2 0 23,-2 2 0,0-1 2266,12 0 0,-6 1 0,-8 1 0,-1 0 0</inkml:trace>
  <inkml:trace contextRef="#ctx0" brushRef="#br0" timeOffset="151061">16183 12261 22884,'-19'28'-239,"0"-1"0,1 2 0,5-1-1766,5 27-6879,15 5 8884,5-21 0,1-9 0,-4-22 0</inkml:trace>
  <inkml:trace contextRef="#ctx0" brushRef="#br0" timeOffset="151421">16369 11998 19843,'-60'4'112,"12"11"5,57 17-61,-1-5 90,15 4 291,3-20-219,-3-4 252,5-15 18,-13-11 44,2-12 236,-8-16-550,-6 15 353,-13-16-414,2 31 0,-14-7-180,11 19-133,-17 8 32,8 13-189,-10 14-40,12 0-1148,10 0 0,3 2-751,6 3 2252,6 5 0,1-3 0,0-15 0,8 10 0</inkml:trace>
  <inkml:trace contextRef="#ctx0" brushRef="#br0" timeOffset="152398">16762 12175 24273,'-9'-13'-336,"4"12"342,8 55 5,-2 1-6,-5-9 18,-9 12-23,-8-6 28,3-8 45,2-10 425,12-27-224,10-16-190,9-13-28,3-4 53,5-1 1,1-1 47,14-13-549,-9 13 0,0 1 426,7-2-40,3 5-22,-7 14-5,-1 4-1,-1 11-84,-1 16 84,-11-2-28,4 9-212,6 9 100,-8-12-470,9 3 0,4-1-454,20 0 618,-9-9 1,2-2 356,-13-8 0,2-3 92,18-3 0,0-6 146,-20-3 0,0-2 72,12-4 1,-3-6 305,-8-15 0,-8-3-229,6-9 119,-15 0 1,-6-2 562,-12-3-459,-19-6-448,-2 27 12,-32 30-29,18 12 1,0 5-234,-1 0 1,1 3 212,-7 7 1,4 1-9,13-3 1,5 0-34,-6 23-101,18-2 89,14-12-49,21 0-80,13-14 82,-1-11 0,3-4 90,-3-5 0,0-4-222,9-6 0,-3-3 280,11-16-239,-25-2 1,-5-3 250,-3-6 16,-7-13 1,-3-5-29,-8 21 0,-3-1 0,2-17 1,-1 1 33,-2 14 0,0 3 574,1-23-345,1 20-16,0 18-252,-1 12 1068,0 13-1096,3 11 654,1 17-643,0 21-26,-7-17 1,-1 2-339,-4 8 1,-1 0 335,0-8 0,-2 3-12,-6 17 1,1 1-6,8-21 1,2-1-21,0 14 1,5-2-87,22 10-34,24-18 81,-16-27 1,2-4-56,4-4 0,-1-4 126,23-6 21,-18-8 1,-3-4 84,7-13-31,-14 7 0,-3-2 98,1-18 50,-11 3-106,-8 12 331,-6 1-208,-2 18 474,-2-2-715,0 10 191,-1 5-179,-1 7 5,0 11-28,1 9 6,1-2-34,8 12-352,11 2-415,6-2-1126,11-1-3804,3-21 4894,-3-9 0,-11-8 0,-10-2 0</inkml:trace>
  <inkml:trace contextRef="#ctx0" brushRef="#br0" timeOffset="152581">18627 12038 20100,'-5'-5'3630,"1"1"-3333,4 4-555,0 0 62,-27-27-1597,39 42-1040,-16-16 211,21 20 1,13 10-1320,-3-6 1,0-1 3940,25 14 0,-18-14 0,-13-12 0</inkml:trace>
  <inkml:trace contextRef="#ctx0" brushRef="#br0" timeOffset="152910">19408 12195 23054,'-42'-17'187,"0"0"1,-1 0-1,-17-4 1,4 12-163,13 23 0,5 8-8,3 0 0,4 1-17,5-1 0,5 2 6,-6 21 551,20-5-356,25-6-10,25-10-113,-10-15 1,2-4-318,5-5 1,1-3 378,0-4 0,0-4 59,-4-4 0,-3-3 25,16-14 109,-25 6 0,-4-1 48,-1-5 242,0-7-388,-15 22 37,-5 10-289,-1 6-6,-5 10 57,-5 11 541,-6 17-911,-1 15-387,9-19 1,3 2-3742,0 3 0,2 1 4464,2-3 0,1-3 0,1 11 0,1-19 0</inkml:trace>
  <inkml:trace contextRef="#ctx0" brushRef="#br0" timeOffset="153864">9807 14180 13989,'-7'5'7170,"1"0"-6454,6-5 1419,0 0-1967,-32-51 78,14 35-185,-4-12 1,-1 3-112,6 22-6,-1 4 28,4 9 17,-2 6-28,-2 10-1,3 5-21,4 17 38,7-13-5,14 19-33,15-15-12,-3-14 0,3 1-526,4-1 0,2-1 470,2-1 0,0 0 9,-1-3 0,-2-2-93,16 12 218,-22-4 141,-31-8-107,-12-4-3056,-34-1 3068,-4-3-46,20-6 1,-2 0-1157,0-4 0,2-2-37,-10-6-7269,12-17 8457,34 1 0,0 3 0,6 8 0</inkml:trace>
  <inkml:trace contextRef="#ctx0" brushRef="#br0" timeOffset="154827">10388 14142 17697,'0'-3'4666,"0"1"-3736,0 2-880,1 61-38,9-17-32,-2 3 0,3 3-492,4-16 0,2-3 173,2 2 0,1 0-468,1 0 1,-1-1-819,-1 0 1,-1 0-958,-3-2 0,-1 0-3243,5 19 4934,-8-15 891,-1-21 0,-5-20 997,0-8 6756,-8-24-2853,-12-1-2519,-13-12-1821,2 15 421,-6 7 31,16 17-748,2 1 16,6 4-336,12 2 16,14-5-94,37-10 67,-8 4-267,-4 4 0,2-1 256,-12 4 0,0 1 10,9-3 1,3-1-6,8-3 1,-1 0 60,-9 3 1,-2 0 16,-2 0 1,-3 0 84,12-7 179,-28 9-56,-4 2-152,-36 4 79,-18 14-17,-16 5-83,5 8 4,1 14-44,23-8-5,-3 12 521,19-16-482,11 5 16,10-15-5,2 3 72,15-11 23,9-13-22,3-7-51,-1-5 118,-10-10 218,-10-3-229,-5 5 454,-5-6-259,-11 22-229,0 0-17,-1 8-151,0 3-67,2 2 34,-1 12 55,1 7 0,2 6-5,9 10 45,12 3-40,5 1 17,11 2-16,-11-20-29,22-6 34,-21-13-6,4-9 1,0-5 16,5-18-346,-11 2 1,-3-3 353,-4-4 1,-5-3 2,0-6 1,-3-1-15,-3 7 1,0-2 47,-1-21 0,-1 0 25,-5 21 0,-2 2 25,-1-15 1,-3 2 139,-10-6-39,-7 20-134,6 16 0,1 11-51,6 13-16,-2 14 697,3 5-714,3 10 0,3 4-3,3-5 0,2 2-37,2 18 1,2 3-621,5-4 0,2-1 447,2 4 0,2-1-331,1-1 1,0-1-412,0-2 0,0-1-838,-2-6 0,-1-2 1738,-2-4 0,-2-5 0,1 5 0,-5-14 0</inkml:trace>
  <inkml:trace contextRef="#ctx0" brushRef="#br0" timeOffset="155344">11598 14351 23405,'29'-42'-734,"22"6"527,-14 29 0,5 4-1147,1-1 0,3-1 0,-3 0 561,2-1 1,-1 0 369,9 0 0,0-2-443,-4-1 1,-4-2 1637,3-5-352,8-3 2456,-33-1-367,-25 7-1008,-15 0-829,-12 8 1031,-11 9-1468,3 6-190,8 2 28,-1 14-68,20-3-10,4 10 38,22-7-22,5-8 29,28-4-18,-16-13 0,2-2-230,-2-2 0,1-3 269,5-3 1,-2-4 84,9-19-56,-11-6 151,-14-4 34,-13 2-23,-17 5-124,-15 11-49,-18 11 22,-18 12-51,26 6 0,0 3 112,-2 2 1,2 3-151,-15 12 21,4 18-33,30-7-5,-1 7-74,32 17-10,14-15-369,-3-12 0,5-1-55,4-5 0,4-3-1153,5 0 0,4-1 1558,-9-6 0,2-1 0,-4-2 0,-4-1 0,-2-2 1,1 0-1,0-1 0</inkml:trace>
  <inkml:trace contextRef="#ctx0" brushRef="#br0" timeOffset="155564">13468 14142 21024,'-42'-11'517,"0"-1"1,2 1-1,13 1-556,27 8-342,25-6-555,16 3 29,-5 1 0,2 1 344,-7 1 0,2 0-2851,16 0 0,0 1 3414,0 2 0,8-1 0,-41 2 0</inkml:trace>
  <inkml:trace contextRef="#ctx0" brushRef="#br0" timeOffset="155730">13548 14369 22795,'-57'16'772,"0"-1"1,2 0 0,11-4-369,26-8-399,3 1-10,20-4-1,6-2-644,20-1 0,6-2-2887,1 1 0,2-1 3431,13-1 0,0 0 1,9 0-1,-25 2 0</inkml:trace>
  <inkml:trace contextRef="#ctx0" brushRef="#br0" timeOffset="156321">14646 14096 23971,'-16'-52'173,"-4"39"-111,9 54-51,3-9 0,1 0-16,-2 25-12,5-7 39,12-8 23,11-11 11,17-12 6,17-9-430,-20-11 0,2-3 410,1-2 0,0-3 42,-1-3 0,-3-3 114,-4-2 1,-3-3-3,11-26-17,-15-7-90,-11 9 220,-9-18-124,-6 25-68,-2-10-94,1 27-281,-1 8-493,6 10 79,-1 2-5111,5 18 5783,2-3 0,-1 5 0,0-11 0</inkml:trace>
  <inkml:trace contextRef="#ctx0" brushRef="#br0" timeOffset="156761">15347 14158 25152,'10'32'11,"-1"0"0,2 5 1,-2-1 16,1 13-17,1 12 0,-3-7 12,-3-5-23,-4-22 84,-1-5 308,0-19 51,0-3-275,-2-14-129,-4-13 0,-6-18-11,-4-16-14,7 26 0,0-1-265,0-2 0,2 0 253,1 1 1,1-1 11,1 3 0,2 1 9,5-28-51,6 8 44,12 12-216,9 11 194,11 13-16,4 9-6,-11 16 0,0 6 0,14 16 14,-19-3 0,-4 3-9,-7 25-21,-14-10-309,-24-8 0,-7-3-644,-7-3-3919,-7-1 1,-1-4 3599,7-10 0,-2-3 1,27-9-1</inkml:trace>
  <inkml:trace contextRef="#ctx0" brushRef="#br0" timeOffset="157960">9536 15748 11110,'3'-3'1053,"7"6"107,14 11-93,10 0 0,4 0-1282,-7-2 1,3-2 486,10 1 1,7 1-1,0-2-742,-2-3 1,0-1 0,4 0 554,0 0 0,3 0 1,2 0-1,1 0-527,-5-2 0,0 0 1,1 0-1,1 0 1,1-1 475,-5 0 1,1 0-1,0-1 1,1 1-1,1-1 1,0 0-243,5 0 0,1 0 1,0-1-1,1 1 1,0-2-1,2 1 277,-7-1 1,2 0 0,0-1 0,0 0-1,1 0 1,0 0 0,1-1-126,-4 0 0,0 1 0,1-1 0,0-1 0,1 1 0,0 0 0,0-1 0,1 0 94,-4 0 1,0 0 0,1-1-1,0 1 1,0-1 0,0 0-1,1 0 1,0 0 0,1 0-49,2 0 1,0 0 0,1 0 0,0 0 0,1-1-1,-1 1 1,1 0 0,0-1 0,0 1 20,-4 0 1,-1 0 0,1 1 0,0-1-1,0 0 1,0 0 0,1 1 0,-1-1 0,0 1-1,1-1-14,0 1 0,-1 0 0,1 0 1,-1-1-1,1 1 0,0 1 1,0-1-1,0 0 0,1 1 0,1-1-70,-1 1 0,1 1 0,1-1 1,0 0-1,1 1 0,0-1 0,-1 1 1,-1 0-1,0 0 0,-1 0 1,-2 1-596,2-1 0,0 1 0,-1 0 0,-1 0 1,-1 0-1,0 0 0,-2 0 0,1 1 0,-1-1 28,3 1 1,0-1 0,-1 1 0,0 0-1,-1-1 1,-3 2 0,-2-1 0,-4 0 639,16 2 0,-4 0 0,-6 0 0,-9 0 0,-9-1 0,-7 0 0,6 1 0</inkml:trace>
  <inkml:trace contextRef="#ctx0" brushRef="#br0" timeOffset="159245">9197 13228 7470,'-13'16'4598,"15"-4"-4037,46-10-399,-15-1 0,3-1-1273,9 2 0,3-1 1192,11 0 1,4 1-36,-14-1 1,1 0 0,2 0-382,7 0 0,1 0 0,1 0 377,-10-1 0,1 1 0,1-1 0,0 0-239,5 0 0,0 1 1,2-1-1,0 0 293,-9-1 0,1 1 1,1-1-1,0 0 1,0 0-318,4-1 0,0 1 0,1 0 0,0-1 0,1 1 391,3-1 1,0-1-1,1 1 1,0 0-1,1-1-196,-8 1 0,1 0 0,-1 0 0,2-1 1,-1 1-1,1 0 124,3 0 0,-1-1 0,1 1 0,0 0 0,2-1 0,3 1-81,-7 0 1,3 0 0,2 0 0,1 0 0,0 0 0,-1 0 0,-3 1 0,-2-1 11,2 0 1,-3 0 0,-2 0 0,0 1 0,2-1 0,4 1 3,-9-1 0,3 1 0,2 0 0,1-1 0,0 1 0,1 0 0,0 0 0,-1 0 0,-2 0 12,4 0 1,-1 1-1,1-1 1,-2 1 0,1 0-1,-1-1 1,-1 1-1,-1 0-63,1-1 0,-2 1 1,0-1-1,-1 1 0,1 0 1,2-1-1,2 1 44,-7 0 1,3 0 0,1-1 0,1 1 0,1 0 0,1 0 0,-1 0 0,0 0 0,-1 0 0,-2 0 21,9 0 0,0 0 1,-1 0-1,0 0 0,-1 0 1,0 0-1,-2 0 0,0 0-33,1 0 1,-3 0 0,0 0 0,-1 0-1,1 0 1,1 0 0,4 0 4,-9 0 0,3 0 0,2 0 0,1 0 0,0 0 1,0 0-1,0 0 0,-2 0 0,-3 0 0,-2 0 6,14 0 0,-5 0 0,-2 0 1,0 0-1,0 0 0,4 0-14,-8 1 1,1-1 0,1 0-1,1 0 1,1 0 0,-1 1-1,-1-1 1,0 0 22,5 1 0,0-1 1,-1 1-1,-1-1 0,1 1 1,1 0-1,0 0-139,-4 0 0,2 0 1,0 1-1,1 0 1,-2 0-1,0 0 1,-3 0-1,-3 0-277,11 0 1,-4 0 0,-2 1-1,-1 0 1,3 0 380,-5 0 0,4 0 0,0 1 0,-3 0 0,-6 0 0,-8-1 0,3 1 0,-7-1 0,0 1 0,0 0 0</inkml:trace>
  <inkml:trace contextRef="#ctx0" brushRef="#br0" timeOffset="162570">12268 7519 7845,'-6'0'5461,"2"-1"-3080,4 1-2533,-9-8-397,6 7 230,-4-7 655,23 8-218,-1-1-1,13 1 343,30-5-718,-14 1 0,5 1 457,11-2 0,2 0-871,-3 1 0,0-1 772,-14 2 1,2 0 0,-2-1 14,17 0 0,2-1-63,-11 1 0,3-1 0,1 1-6,-1-1 1,0 0 0,2-1-12,-6 2 0,1-1 0,1 0 0,-1 1-17,10-2 1,-1 1 0,0 0-6,-2 0 0,0 0 1,0 1 4,1 0 1,1 0 0,-1 1-1,-6 1 1,-2 0 0,4 0-554,-4 1 1,3-1 0,1 1 0,0 0 538,1 0 0,1 0 0,0 0 1,0 1 0,1 1 1,1 0 0,0 0-1,-1 0-5,0 1 0,1-1 0,-1 1 0,-1 0 1,0 1 1,-1 0-1,0 0 1,0 0 9,-3 0 0,1 0 0,-1 0 1,-1 0 3,-2 0 0,-1 0 1,0 0-1,2 0-325,4-1 0,3 1 0,-1-1 0,-2 1 338,-7-1 0,-1-1 0,-1 1 0,-1-1-8,14 1 1,-1 0 0,-1-1 3,-2 0 0,-1 0 1,-1 0-46,-10-1 0,-2 0 0,4 0 32,1 0 0,5 1 1,-1-1-1,-3 0-9,-4 0 0,-2 0 0,3 0 10,4 0 1,5 0-1,0 0 1,-6 0 1,11-1 0,-2 0-9,-12 1 1,2 0 0,-1 0 16,18-2 1,-3 1-6,-13-1 0,1 1-252,-2 0 1,2-1 0,0 1 253,12-1 1,-2 0-12,-4 0 1,-1 1 380,-5-1 0,-2 2-364,-10-1 1,1 1-7,19 0 1,3 1-23,-10 0 0,0 0 17,9 1 0,-1 0 17,-9 0 0,-2 1-14,-10-1 0,1-1 27,22 2 1,-2 1-34,-28-2 1,1-1 2,28 2 0,3 0 16,-12 0 1,-2-1 2,2 1 1,1-1 2,3 0 1,-2 0 2,9 0 1208,-10-1-1085,11 0-89,-28-1 0,1 0-57,-2 0 1,3 1 64,15-1 1,-1 0-37,-2 1-579,11 0 0,2 0 562,-6 1-17,-14-2 0,4 1 612,8 2 1,-2-1-612,7 0 144,-17 0 0,6 0 0,-6-1-72,16 0-33,-19 0 0,1 0 67,20-1-79,-14 0 39,16-1-19,-26 1 0,0 0-31,25 0-3,-17 0 0,2 1 14,-8 0 1,-1 1-21,0-1 1,1 0 8,3 2 0,-1-2 45,15 1-45,-14 0 2769,6-2-2755,-14 0 0,1 0-31,4 0 1,-1 0 525,-1 1 1,0-1-527,1 0 0,-4 1-11,-2 1 553,10 0-513,-23 0 446,0-2-132,-2 0-169,4-3-129,-1-1 22,10-4-33,12-2-28,4 1-12,7-1 1,-16 4-28,-9 1-186,-11 1-2491,-9 0-6219,-4 2 8918,-3-1 0,0 2 0,0 0 0</inkml:trace>
  <inkml:trace contextRef="#ctx0" brushRef="#br0" timeOffset="1.91444E6">12719 9718 17529,'-52'-4'-235,"0"0"0,2-1 0,13 4-561,31 7 875,5-1 229,26 5-48,10-7 1,7-2-152,10 0 0,4-3-1215,5 1 1,3-3 1123,-7-1 1,4-3 0,-5 0-22,0 1 0,4-2-15,-7-1 0,10-2 0,4-1 0,-2 0 1,-5 1-567,-10 2 1,-3 0 0,-1 0-1,3-1 583,3 0 0,2-1 0,2 0 0,-2 0 0,-4 0-3,11-3 0,-3 1 1,-6 0-229,3-1 1,-3 2 379,3-2 1,-5 1 400,2-3-650,-56 10 73,-53 13 31,23-1 0,-4 0 0,-5 4 1,-5 2 0,0 0 7,0 1 0,-1 0 1,-5 2 2,6-1 1,-5 1-1,-3 0 1,1 1-1,1-1 6,4-1 0,0 0 1,1 0-1,-1-1 0,1 1-8,-11 3 1,-1 0 0,1 0 0,0-1 26,3-1 0,1 0 0,0-1 0,3 0-361,-2 0 0,3-1 1,-2 0 371,7-1 0,-1 0 1,1 0-1,1-1-169,-7 3 1,3-2 0,2 1 188,-11 1 0,5 0 247,19-5 0,4-1-576,-4 2 2446,47-7-1968,31-9-172,0 0 1,5-3 372,-7 2 1,3-2 0,4-1-427,3 0 0,6-1 1,0 0-1,-4 1-193,2-1 1,-3 1 0,5-1 194,-9 3 1,4-2 0,2 1 0,-1-1 0,-3 2-530,13-4 1,-4 2 0,3-1 535,-6 1 0,2-1 0,0 1 0,-1-1-6,-3 2 0,-1-1 0,-1 1 0,-1 0 3,7-2 0,-2 1 0,-4 1-120,9-2 1,-9 2 315,1-1 635,-57 6-853,-49 12 8,8 0 0,-6 1 126,11-1 1,-3 2 0,0 0-162,-3 1 0,-1 1 1,0 0-49,2 0 0,0 0 0,2 0-467,-13 4 1,4 1-50,14-3 0,8 2 613,11 11 0,14-11 0,20-4 0</inkml:trace>
  <inkml:trace contextRef="#ctx0" brushRef="#br0" timeOffset="1.9153E6">17066 9516 4834,'-46'10'1695,"-1"0"1,0-1 0,-17 4 0,6-1-1514,22-5 0,4-1 166,-25 4 1994,30-4-2589,5-1 1335,16-3-730,18-1 344,8-3-607,15-4 1,7-2-80,-2 0 1,3-2 128,0 1 0,4 0 0,0 0-145,-2 0 0,0 1 0,-1 0-11,2 1 0,0 1 0,-1 0-10,-2 0 1,0 1-1,-3 1-2,6-1 1,-2 1-56,-3 1 0,-5 1-51,-4 1 134,-29 7 1,-21 1-12,-35 7 1,-9 2-552,24-7 0,-2 0 568,-14 4 0,-8 1 0,3-1 15,14-4 0,2 0 1,-3 0 10,-1 1 1,-5 0 0,1 0 0,2 0-7,-4 1 1,2-1 0,2-1-27,2 0 1,2 0 0,4-1-62,-1 2 0,7-1-230,4 2 365,13 1 1302,21-5-1235,34-6-90,2-7 0,5-4-450,6 0 1,4-1 397,-7 0 0,3-2 0,-3 1-7,6-3 0,0 1 3,0-1 0,4 0 0,-4 1 48,2 0 1,-2 0-72,-4 2 1,2-1 0,-6 2-1,-5 2 1,-4 2-45,15-2 61,-60 12 12,-9 3 1,-16 3 1,-12 2-1,-1 0-706,6-1 1,-1 0 0,-3 0 727,-3 1 1,-4 1-1,-1 0 1,2-1 71,-12 3 0,2-2 0,2 0-335,12-2 1,2-1 0,-1 0 416,-4 0 0,-1 0 0,8-1 508,-10 1-596,1 0 236,76-8-63,36-8-173,-10 1 1,3-1 577,-6-1 0,4-2-661,-8 2 1,6-2 0,2-1-1,-4 1-76,3 0 1,-2-1 0,1 1-92,9-3 0,2 0 0,1 1 155,-8 2 0,2 1 0,-2 0 0,-9 2 0,-9 0 0,-2 2 0,24-3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13:50:27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2838 2932 16611,'-1'-56'3584,"0"1"1,3 11-3459,-3-14 0,2 6 143,3 36-252,-2 11-23,4 10 90,4 16 6,1 24-60,-7-11 1,-2 2-231,-6 6 0,-4 3 216,-4 2 1,-5 1-3,-3-1 0,-4-1-14,2-4 0,0-3-3,3-6 1,2-3 91,-5 9 359,12-20 74,8-20-337,9-21-101,11-23-51,-3 11 1,3-1-581,4-6 0,2-1 569,3-2 1,2 2-12,0 2 0,0 2-11,-3 3 1,1 4-1,-4 5 0,0 2-5,18-9-7,-1 16 1,1 15-17,3 17-5,0 15-12,-2 16 359,-25-19 0,-1 2-415,-2 1 1,-2 1-88,-2-1 0,-1 0-92,3 1 0,2-2-1327,23 12 576,11-15 420,12-31 513,-30-6 0,-1-4 23,2-5 0,0-2 167,-1-3 0,-2-1 73,-1 0 1,-2 0 58,9-15-2466,-6-9 2930,-20 22 168,-4-7-526,-12 19-252,-1 8 6,-22 18-89,16 0 114,-18 22-132,21 3 3387,0 15-3409,11 4-5,13-1 28,11-7 10,23-6 18,-12-17 22,18-9 11,-17-23 17,8-11 45,-3-17 33,-8-12-303,-9-8 337,-11-3 11,-13 3-11,-12 6-28,-12 10-55,-10 12-40,-8 13-68,-12 13 1,18 7-91,-5 15-189,25 9-331,3 13-851,16 8-2347,18 1 3173,0-23 1,2-3-1,3 4 1,3-7-1</inkml:trace>
  <inkml:trace contextRef="#ctx0" brushRef="#br0" timeOffset="1644">4602 2745 14645,'1'-5'5097,"1"1"-3647,-2 4-441,-69-32-6037,19 34 5162,-3-11 1,-2 6-71,13 23 1,6 8-598,7-4 0,2 1 530,3 0 0,3 1 960,3 22-996,16-12 17,13 5 33,36-8-5,-7-17 8,-1-11 0,1-5 53,18-16 877,-21 3 1,-2-4-864,-3-5 0,-3-4 14,-3-4 0,-4-4-3,-4-5 1,-3-3 13,-2-4 1,-3-1 44,-2-3 0,-2 1 67,0 2 1,-2 0 126,-3 2 0,-1 2-155,-3-9 124,-9 4 10,2 35-307,0 1-62,2 13 45,4 17-33,-1 38 7,5-20 1,0 1 19,1 4 0,0 1-131,3 10 0,1-1 1069,-1-7 0,1 0-1335,0 8 0,2 2-479,1-2 0,1-3 103,4 12-784,12-8 342,0-40 605,14-9 605,8-21 392,6-15 198,-19 3 1,-1-3-141,-6 3 0,-1-1-148,-1 1 0,-3 1 1009,8-20 672,-19 25-936,-5 0-818,-14 14-150,-13 15-96,0 10 11,0 12 0,11 3 23,11-7 774,15 4-774,16-12-12,4-1-16,20-9 33,-8-10 14,-13-5 0,-2-3 48,16-16 34,-8-19-46,-25 12 74,-15-11-12,-17 12 11,-10 11 1,-3 3-79,-11-3 8,3 12 0,0 4 54,-3 10-84,1 2-18,-2 20-44,22 3 28,-3 9-14,18-4 0,6 2-114,14 19-57,-7-21 0,3 0-59,10-2 1,6-4-407,4-4 0,2-2-3,0-1 1,2-2-337,5-3 1,0-4-238,9-6-26,-18-8 0,2-5 409,2-6 0,-1-2 885,-6 3 0,1-2 311,9-9 0,-2-4 890,3-14-1146,-12 5 0,-3-1 738,3-7-606,-15 14 0,-3 3 734,-10 7-313,-4 2-269,-1 8-190,-1 6-219,2 7 2975,-1 11-2936,0 2-1023,0 17 0,1 3 1007,-1 2 5,1 5 0,1 1-352,1 3 341,1 0-58,1 3 64,0-29 5,0 4 67,5-23 3153,2-6-3209,13-15 51,11-23-40,-5 7 34,0-4 0,0 0-22,-6 8 8,1 0 0,-1 2 536,-2 9-538,1 1 40,-2 9-91,0 6 11,4 10-11,5 9 5,-3 4-5,3 14-6,-5 9 17,-4 1-5,-3 3-6,-11-17-1,-2-11 29,0-7 28,9-17-23,12-18-10,1 0-1,17-18 17,-10 14-6,6-5-33,-3 8 0,-5 9-6,-4 9-5,-1 7 10,2 9-10,1 7-23,1 9-39,2 6 6,-7-5-241,18 12 77,-6-15 119,7 2-79,18-13 186,-27-11 16,6-6 0,2-4 28,6-15 0,-14 4 0,0-1-683,10-22 744,-15 10 360,-7-3-29,-15 21-353,0 1 11,-13 12-78,-3 6 23,-7 3-12,-30 29-33,20-2 16,4-5 0,5 2-27,12 17-6,21-2 11,18-6 16,3-13-13,0-13 0,1-4 53,14-4-17,-15-4 0,0-4 29,9-15 766,-13-13-761,-15-11 5,-12-9-28,-9 9 17,-3 10 1,-3 0 21,-9-6 35,-13-11-18,2 24-50,0 11-17,2 8-89,2 10-146,3 9-420,4 15-1250,8 9-4233,20 7 6127,7-5 0,1-16 0,-3-11 0</inkml:trace>
  <inkml:trace contextRef="#ctx0" brushRef="#br0" timeOffset="1976">7606 2722 25758,'4'-8'28,"0"34"-6,-9 26-28,4-12 1,1 0-12,5 10 6,2 5-12,2-14 96,-1-17 95,2-18-11,9-20 5,18-18-70,-11 6 1,3-1-594,5-6 0,1 0 593,3 0 0,0 1-19,-2 3 0,-1 2-169,-5 7 0,-2 3 140,13-2-27,-14 20-6,-8 17-16,-3 16-152,-2 16-1445,-3 12 1602,-6-21 0,0-2 0,-1 5 0,0-1 0</inkml:trace>
  <inkml:trace contextRef="#ctx0" brushRef="#br0" timeOffset="3383">2883 4447 19109,'-54'9'170,"0"1"0,12-3 0,11 2 216,20 7-55,52-4-281,3-7 0,6-3-1319,0-1 1,2-2 1234,-10 0 1,3-2-1,2 0-95,11-3 0,3-1 1,1-1 6,-11 1 0,0 0 0,2 0 1,3-1 41,-6 1 1,3-1 0,1-1-1,1 1 1,-1-1 0,-3 1-303,12-3 1,-3 0 0,-1 1-1,-1-2 442,0 0 0,2 0 1,-4 0-1,-8-1 195,6-4 0,-12-1 148,2-15-229,-47 1 83,-34-1 0,7 15 1,-5 3-129,-5-2 0,-1 3 117,8 2 1,0 1 425,-8 0 0,3 0-185,3 2 973,-3-1-1460,30 8 2300,7 1-2261,12 10-28,6 6 6,6 6-1237,2 2 1,1 0 1208,5 6-199,7 8 0,1 3-1043,-13-13 1,-2 0 395,6 5 0,-1 3 480,-2 4 1,-4-3-1,-5-9 1,2 12 0</inkml:trace>
  <inkml:trace contextRef="#ctx0" brushRef="#br0" timeOffset="3843">5403 4326 23411,'-7'-37'330,"1"-1"0,-4-12-386,13 76-291,3 18-678,5 16-1481,-5-25 1,1 1-1382,3 25 3887,1 1 0,-7-38 0,0-2 0</inkml:trace>
  <inkml:trace contextRef="#ctx0" brushRef="#br0" timeOffset="4184">5622 4089 20308,'-24'22'67,"0"1"0,-2 17-33,65-13 44,6-11 151,-2-7 135,-12-13 12,-10-12-57,-12-14 1,-10-9 94,-8-2-190,-2 8 325,-15-4-347,6 20-152,-5-3-67,-8 20-128,8 14-343,-11 16-963,11 16-212,9-4-1563,10 3 2378,7-8 0,0-18 0,2 0 0</inkml:trace>
  <inkml:trace contextRef="#ctx0" brushRef="#br0" timeOffset="4777">6132 4179 22727,'-13'37'17,"1"1"0,-1-2 0,6-2 0,16 19-12,-4-8 29,-3-11 201,-2-12 493,-1-16-577,1-10 202,10-30-230,-2 9 84,16-29-39,-1 17 157,11-5-44,0 10 7,1 14-8,6 14-70,-14 9-46,9 17-59,-17 8-83,2 14-217,-4 8-22,-3 2 9,3-2-58,5-10 65,7-12 98,10-16 154,-6-10 1,-1-11 1,-1-6 111,13-17-66,-12 5 0,-3-4-201,-9 0 1,-4-3 215,-4-1 0,-3-1 41,-3-1 1,-4 0-19,-4 1 0,-3 1 15,-10-24 50,-6 13-111,-1 15-96,6 14-37,7 8 27,5 6 2,8 14 393,10 6-395,13 20 0,-7-16 1,2 2-381,4 2 0,0 2 338,1 1 1,-2 2-61,-1-1 0,-4 1-366,-5 7 0,-5-1 159,-4 14-249,-12-18 0,-9-3-3112,-9-9 1,-3-5 3685,-21 15 0,4-10 0,25-17 0</inkml:trace>
  <inkml:trace contextRef="#ctx0" brushRef="#br0" timeOffset="5000">7395 3974 20806,'0'-3'3517,"0"0"-2845,0 3-627,-14 60-56,15-24-277,-6 5 1,4 4 189,10-9 0,6-2-528,1 3 0,2 2-242,5 8 0,0 3 868,4 6 0,-1-4 0,1 3 0,-4-1 0</inkml:trace>
  <inkml:trace contextRef="#ctx0" brushRef="#br0" timeOffset="5916">7321 4413 15773,'-43'-25'493,"-1"0"0,5 4 0,11 3 2072,24 8-2576,33 5-46,16 2 1,8 1-39,7 1 0,2-1-302,-16 1 1,2 0 0,-2 0 337,13 1 0,0-1-48,-13 0 1,2-1 0,-1-1 4,-4-1 1,-1-1-1,0 1 76,2 0 0,-1 1 0,-1-2 802,17-8 0,-10-1-720,-15 2 101,9-12 39,-35 9-17,-14-3 2688,-27-2-2615,-10 9-139,-5 2 2357,-3 12-2403,12 8-62,-4 9 283,12 19-316,17-1 17,13 2-12,19-1-5,10-11 6,11 5 33,9-8 6,-10-12 0,-4-7 28,-8-15 44,-7-6-3279,1-11 3251,-9 8 79,-10-5-89,-10 16-34,-8 3-17,2 6-6,-4 9 0,9 7 1,2 2 10,12 8-5,4-10 3398,18 7-3404,32-1 0,-24-13 1,2 0-586,12-1 0,0-2 591,-14-4 0,-2-1 2,4-4 1,-2-3-3,11-11 25,-18-4 1,-2-4 7,6-27-227,-19 14 1,-3-2 229,-7 1 1,-2 0 24,-2-2 1,-1 1 34,-2-20 1,-2 23 0,-1 4 178,-5-1 1032,-3-5-1172,4 25-107,5 6 5,-1 11 524,-5 21-545,-1 13-18,6-8 0,1 4-929,3 2 0,3 1 929,1-6 1,3 1-4,4 8 1,6 0-375,10 0 0,5-3 360,5 0 1,2-2 11,1-2 0,4-4-34,19-6 0,2-7 11,-18-9 1,-1-3 19,10 4 0,0-6-20,-2-13 1,-5-8 35,-17-1 1,-3-4-3,11-14 0,-5-7 7,-17 4 1,-5-4 0,-2 2 3,2-5 0,-3 0 2,-4 0 0,-3-2 0,-1 3 23,-5 3 1,-2 1 16,-3-6 0,-3 1 23,-2 8 0,-1 4 80,-15-13-77,10 21 33,6 14 1789,12 14-1896,1 17-2451,4 25 2429,3 8-11,1-11 0,1 6 0,0-2-380,0-6 0,0 3 147,0 4 1,2 8 0,0 1 0,0-6-721,3 13 1,1-2 781,2-1 0,1 4 0,-1-8 0,-3-14 0,0-5 0,15 22 0</inkml:trace>
  <inkml:trace contextRef="#ctx0" brushRef="#br0" timeOffset="6751">10930 4378 20823,'-20'-42'761,"1"-1"1,-1 6 0,-3 9-555,-20 23-137,11 14 0,2 3-58,-13 7-21,15 3 1,4 4-48,6 17 5,4 17 34,14-28 1,4 0-29,4-1 0,4-1-31,7-1 1,3-2-15,7-1 1,5-4-513,6-2 0,4-3 571,4-4 1,2-3 32,1-2 1,1-6 47,2-8 1,-2-4 30,-13-1 0,-4-2-31,-4-1 1,-4-4 458,1-19-229,-17 7 39,-3-6 269,-20 3-504,2 15-5,-14 8 49,-3 20-72,-4 10-44,-4 11-18,13 9 790,16 1-795,25 0-11,21-6 24,-10-20 1,4-4 3,3-1 0,1-4 22,4-4 0,-2-2 5,12-5 74,-3-13 49,-33-5 7,-3-15-11,-18-5-43,-8 13 0,-6-1 22,-10 2 1,-4 1-87,4 3 0,0 2-3,-4 4 0,0 5 75,-19 3-61,4 6-89,-9 16-6,25 1-258,9 32 73,24-18-678,18 25-1372,22-13-1622,-9-15 0,2-1 3896,1-2 0,-2-4 0,2 2 0,-22-13 0</inkml:trace>
  <inkml:trace contextRef="#ctx0" brushRef="#br0" timeOffset="7343">11824 4493 24872,'-8'-4'39,"5"14"-44,15 42-6,-3-10 5,-4 3 6,-4-21 6,-10 17 38,5-26 12,-5 5 90,7-19-51,4-10 6,1-9 124,7-25-18,0-3 34,5-13-135,-4 20 28,5-3-83,0 14-40,0 3-17,29 4-5,-10 17 6,27 9-7,-24 7-8,-8 5 1,-1 3-14,9 13 16,-12-10 0,-3 1-11,1 16 22,-15-6 12,-11-8 0,-19-3 10,7-14 46,-15 1 50,8-27-73,7 4-16,0-16 44,13-3 73,10-16-28,6-2-706,11-5 622,-4 26-11,6 7 11,4 14-33,5 10-29,11 14 0,-13 5-70,-8 3 1,-1 4-216,8 12-6,-10-9 0,-2 0-890,6 19-829,-8-5-1777,-7-8-5549,-4-13 9370,-2-11 0,-4-9 0,0-4 0</inkml:trace>
  <inkml:trace contextRef="#ctx0" brushRef="#br0" timeOffset="8963">12726 4576 20649,'15'-48'1191,"0"0"1,-2 7-1,-2 9-334,-7 17-784,0 12 137,1 6-187,16 14-12,2 7-11,14 17-11,-12-10-28,-1 17 131,-16-16-114,-11 16 22,-5-24 352,-11-2-285,7-16 23,-1-5-12,4-11 0,4-12 1,2-15-46,1 3 34,5 2 1,1-1 44,5-12-59,-2 13 0,1 1 54,7-7-74,-4 14 12,4 6-45,10 10 11,7 2 23,14 9-40,-9 3-8,-8 7 0,0 4 8,-4 3 1,-1 1-23,24 20 14,-25-15 0,-5-1-3,-5-4 0,-3 13 34,-14-19 17,-4 3-17,-2-13 78,-4-8-34,4-10-10,-1-15-18,4-10-10,4 4 27,12-19-27,4 24-18,14-10 1,7 21 16,9 9-33,6 8-51,3 12-55,-4 9-113,-7 10-123,-6 7-167,-6 3-237,1 0-296,2-5-268,6-6 32,7-11 303,7-9 505,9-7 430,-11-4-117,-9-5 1,-1-1 570,12-9-266,-20 8 0,-1-4 761,17-23-24,-28 6-79,-1-16-459,-19 15 459,-26-8-425,-4 20-80,-21-3-110,3 15-101,1 11-57,8 7 547,10 10-597,11 10-17,9 7 6,15 4 218,12 0-218,13-6 33,3-9 36,-1-12-14,-4-10 18,-1-13 33,0-9 28,-2-13 40,-4-7 78,-5-6 50,-8 3-11,-6 5-34,-9 9-145,0 10 56,-10 5-112,7 7-29,-2 2 1,7 11-28,5 11-67,8 12-113,9 11-162,11 3-212,6-1-321,2-7-228,1-8 179,-2-12 458,0-10 421,-2-12 247,-1-9 212,-3-12 230,-8-7 151,-5-4 79,-10 0-73,-3 4-180,-7 7-173,1 7-280,-1 8-17,1 5-129,2 4 6,3 7 5,6 8-16,6 12-23,7 8-17,2 4 18,-5-9-29,-1 4 84,-10-20 79,0 4 10,-5-16-38,0-9-34,0-1 28,9-20-28,7-1-22,-1 2-6,13 0-6,-4 18 0,12 1-38,6 11-63,3 10 34,-10 2-92,-9 1 0,-1 2-210,12 8 106,-10-7 0,2-1-381,24 9 50,-25-16 0,1-2 328,2-2 0,1-2 93,21 1 103,-22-5 1,1-4 89,-1-4 0,0-3 17,0-2 0,0-2 30,2-7 1,-3-4 52,-10 0 1,-4-1 193,7-31 90,-17 3 50,-26 7-6,-22 13-223,-5 14-6,0 13 0,-2 4-738,-15 10 525,19 0 0,2 3-17,0 9 11,15 16 1,18-16 494,23 20-501,18-18-30,-3-6 0,4-2-444,5-4 0,1-4 480,4-2 1,0-4 16,-2-3 0,-1-6 308,-6-4 1,-3-4-292,10-19 25,-26-5 1,-6-5-219,-6 10 1,-4-2 270,-1-5 1,-3-4 0,0 4-369,0 3 1,-3 2 440,-4-12 1,-2 4 178,-2 4 803,-2 0-971,7 20-139,5 16-46,5 12 444,11 24-455,11 25 9,-7-10 0,-1 5-683,0 11 1,-3 4 548,-6-16 0,-2 2 1,-3 1-330,-3 2 1,-3 1 0,-2 1 151,-3 5 1,-3 1 0,0-6 0,0-4 0,1-6-1,-1-2 1,0-1 0</inkml:trace>
  <inkml:trace contextRef="#ctx0" brushRef="#br0" timeOffset="10951">8670 6877 17496,'3'-61'2135,"0"0"1,-2 6 0,-2 6-1284,-8 5-516,1 16 185,0 7-555,7 15-38,-2 4 88,6 15-4,5 12-35,5 16 29,6 11-6,0 5 0,-5-3 0,-5-8-6,-5-16 129,-4-7 152,0-16-12,-1-6-162,-1-14-51,-1-14 1,-1-16-23,2 3 28,5-15 0,4 14 11,13-12-56,4 16-5,15 6-18,5 17 7,-4 8-46,14 9-105,2 17-3421,-2 9 3414,-6 6-396,-27-6 0,-3 1-606,4 17 151,-7-14 0,-1 1-2263,10 17-761,1-12 1215,6-17 2173,3-16 964,-6-11 2806,10-23-1596,-22 7 2732,7-30-2222,-19 20 2662,-1-12-3666,-5 17 23,-1 8-801,1 8-392,1 7 151,3 21 11,8 12-11,8 28-11,1-5-172,-5-15 1,0 3 171,-3 3 0,-2 0-372,0 0 1,-1 1 365,-2 3 1,-1-2-6,-8 11 16,-1-16 74,-1-17 49,0-14-38,0-17 278,-4-15-346,-7-20 6,-4-17 219,9 22 0,0-2-227,-3-16 0,0 0-356,4 16 1,0 0 352,-5-17 0,0 3 22,5 21 0,1 2-8,-2-6 0,1 0-3086,2-27 3067,11 20-257,18 12 0,10 4 242,3 8 1,4 3-6,0 2 1,4 0-1,0 3 2,20 1 1,0 7-1,-2 5 1,-1 6-29,-6 5 1,-5 6 2,-9 4 0,-6 4 11,-8 3 1,-8 1-1,-12 2 1,-9-1-4,-9 0 1,-7-2-29,-10 0 1,-5-4 70,5-5 1,-2-3-159,-9 0 1,-3-4-491,0-6 1,-1-6-773,2 0 0,0-5 1400,-3-7 0,4-3 0,7-3 0,13-3 0</inkml:trace>
  <inkml:trace contextRef="#ctx0" brushRef="#br0" timeOffset="11534">10224 6419 23702,'29'48'181,"-1"0"0,-2-4 0,-4-2-47,-2 4 6,-9-2 0,-8-6 186,-8-7-242,-2-11 405,-4-5-114,6-11-158,-3-6-139,3-13 84,1-15-128,0-14 11,7-8 11,6-4-6,6 5-5,3 8-34,2 10 0,3 11-5,6 8-12,10 7 29,-4 6-26,-5 7 0,2 3-19,10 13-298,10 7 297,-11 11-10,-12 7 33,-7 2-6,-12 6 6,-13-24 11,-11-1 57,5-19 44,-2 1-40,8-21-27,2-13 0,7-19 0,8-13-26,-2 24 1,4 0-1,1 1 1,4 2 38,1 2 1,2 2-64,26-11 16,-9 13-14,-8 13 0,1 4-19,21 6 19,-23 0 0,3 2-70,8 9 1,-1 5-144,-13-1 1,-1 2-592,13 8 0,-3 4 807,-11 3 0,-5-2 0,5 4 0,-12-1 0</inkml:trace>
  <inkml:trace contextRef="#ctx0" brushRef="#br0" timeOffset="11958">13263 6575 23702,'-4'-48'823,"0"-1"1,1 5-1,-1 12-834,-1 23-23,3 12 51,4 11-39,7 17-23,1 1-213,13 22-358,-10-21 0,1 1-418,-2 1 1,0 0-1197,1 6 1,-3-2-3287,-1 8 5516,-5-8 0,-4-30 0,0-3 0</inkml:trace>
  <inkml:trace contextRef="#ctx0" brushRef="#br0" timeOffset="12292">13465 6129 21461,'-47'-25'142,"1"-1"0,2 3 0,12 14-120,26 29-5,7 12 16,13 8 18,25 7-23,-6-14 11,-6-15 1,1-4 150,6-5 152,4-1 100,-9-14 303,-8-18-504,-11 2 179,-7-25-45,-15 10-72,-10-7-119,-10 6-82,-5 13-102,3 12-102,6 10-200,5 14-1014,8 15 1316,7 20 0,5-19 0,3 3 0</inkml:trace>
  <inkml:trace contextRef="#ctx0" brushRef="#br0" timeOffset="12684">15140 6590 18537,'-5'0'3860,"2"0"-634,3 0-3209,49-32-45,7 18-62,-7-6 1,4 2-500,0 11 1,-2 5-1595,-11 0 0,-1 0 959,-6 1 1,-1 1 1337,14 1 0,-31-1 1,6 1-1</inkml:trace>
  <inkml:trace contextRef="#ctx0" brushRef="#br0" timeOffset="13226">16225 6435 16577,'1'-3'5450,"0"0"-3081,-1 3-1854,-15-62-386,-7 44-93,3-15 1,-5 4 30,-31 37-33,8 3-6,17 0 0,0 3-11,-15 16-23,10-5 12,10 8 38,35-9 24,10-3 61,22-1 78,7-12 157,2-12 123,-7-9-235,-15-4 196,-7-11-56,-11 5 62,-3-8-241,-5 12-129,-3 4-79,0 12-55,-2 4 28,2 26 27,4 18-592,0 13 577,0-19 1,2 6 0,-1-2-811,0 11 1,1 2 783,-2-1 1,0 5 0,-1-4-21,0 4 0,-4 0-70,-2-9 1,-2 3 0,-3 0-1038,-5 2 1,-2 1 0,-2-2 1067,2-2 0,-1-1 0,-1-2 82,-3 1 0,0-1 0,-2-8 32,2-10 1,-2-13 25,-11-23-6,12-24-14,10-10 0,5-9-194,4 1 1,4-4-1,0 0 206,2-2 1,2-1-1,0 1-19,0-2 1,1 0 0,4 1 1,7-1 1,3 2 0,0 5-61,0 6 1,1 3-112,3-9 0,3 4-4151,1 12 0,1 7 4539,8 0 1,3-1-1,-22 18 1</inkml:trace>
  <inkml:trace contextRef="#ctx0" brushRef="#br0" timeOffset="14858">17609 6680 19193,'-2'-50'1126,"0"0"0,0 5 0,0 6 50,-1 9-756,1 14-409,-1-2-39,3 17 50,5 12 12,2 16-17,1 17-12,-4 16-5,-9-7 8,-5-11 1,-4 0 13,-9 8-8,6-17 0,1-2 138,-3-2-3074,9-17 3163,6-9 95,12-23-184,4-10 4,13-21-66,-11 23 0,2-1 16,5-5 0,0 2-78,9-12-6,-9 19 1,1 3-34,7 2-28,9 3-12,2 9-10,3 14-34,6 10-1,4 13 15,-26-11 0,-1 1-142,-1 1 0,-1 2-147,17 20 152,-14-10-605,2 6 565,-16-22-369,17 5 425,-7-22 3493,14-11-3213,2-13 135,3-10 47,-18 12 1,-3 1-26,7-9 278,-4 0 299,-16 16-515,-5 8-268,-1-1-86,-3 8-32,-4 8 55,0 5-5,-1 13 5,9 4 23,4-3-11,26 10 10,1-15 7,8 3 38,7-12 57,-25-10 44,7-7-55,-22-4 145,-3-14-106,-4 6 313,-13-36-280,-8 18-89,2 6 0,-2 0 27,-26-5 12,-3 7-51,3 8-94,9 10-52,11 10-105,10 10 10,8 2-744,11 23-275,12-7-1020,17 16-2838,16-10 4220,1-8 0,-17-12 0,-13-9 0</inkml:trace>
  <inkml:trace contextRef="#ctx0" brushRef="#br0" timeOffset="16502">19213 6621 15165,'1'-5'7266,"-1"2"-5407,0 3-1316,-76-60-888,43 45 458,-3-5 1,-8-4 0,5 11-63,-6 25-48,12-2 0,1 3-14,-10 23-12,15-3 0,5 13-38,17 5-1,9 0 34,18 3 34,18-23 22,11-14-17,-6-10 45,11-18 25,-27-5 1,-1-3 5,0-3 0,-1-4 22,2-7 0,-5-4-28,-7 1 0,-5-2-17,-1-3 1,-4-1 30,-2-1 1,-1 0-32,-1 10 0,-2 0 146,-2-6 0,-2 1 53,-3 0 142,-3-8-276,1 27-37,3 11-154,2 5 40,3 11-1,8 22-5,-1-1-88,2 3 1,1 1 14,2 9-109,0 5 0,-2 5-11,-4-16 0,0 1-526,2 17 1,1-2 444,0 10-93,-1-28 0,3-4 104,8-4 190,13 1 140,1-31 452,6-15-295,0-16 50,1-8 870,-10 8-528,5-10-117,-20 26-152,1-4-207,-13 18-258,-3 5 141,4 3 21,7 1 12,14 0-22,14-4 28,8-7 16,-2-7 40,-12-8-1,-14-7-16,-13-1 5,-13-1-33,-11 6-17,-13 7 6,-8 7-6,-4 8-11,2 9-23,9 1-3403,-6 30 3404,24-16-95,-7 35 27,23-14-72,13 14-18,-2-26 1,4-2-232,4 0-1,4-2-98,2-2 0,2-2-241,1-4 1,2-2-231,1-5 1,1-4-68,1-3 1,1-4 397,0-4 0,0-4 538,-2-3 0,-1-4 288,-3-2 0,-3-4 219,-4-1 0,-2-3 797,12-24 253,-13 2 17,-10 5-258,-10 6-320,-5 8 2993,-3 8-3552,1 9-194,3 6-204,3 5 345,1 10-278,0 12 6,1 17-17,0 11-50,1 8-1,-4 1-16,-5-2-11,-5-8 38,-1-12 46,4-16 33,5-12 28,10-18 17,7-14-22,10-17-17,-6 6 0,-1-1-1,9-15 9,-8 14 1,1 2 58,3-2-45,2-2-61,1 12 5,-2 13-22,-1 6-6,10 12 0,-2 8-22,9 11 28,-3 7 22,-4 4-28,-11 0 28,-10-2-16,-15-2-18,-8-6 90,-2-8 51,5-13-101,5-8 33,12-21-3324,14-18 3307,-2 6-48,-1 9 1,3 2 59,9-1-6,6 0-39,-1 11 6,-2 9-23,1 9 3339,-1 8-3406,-2 8 77,-3 8-206,-3 5-168,-2 3-308,0 2-431,2-5-403,8-5-421,25-12 1580,-15-10 193,-8-7 0,0-3 222,10-12 262,10-9 236,-26 9 0,-2 0 538,14-13-477,-7 3 555,-17 8-246,-11 9-348,-1 1-257,-6 4-297,0 3-12,-14 14 1,4-1-23,-15 23-17,7 5-16,2 18 22,13-19 0,3 0-227,6-4 0,2-3 233,10 27 0,21-16-181,11-17 214,5-8 3,-21-15 0,-1-5 37,21-19-18,-14-5 46,0-21-12,-26 16 0,-3-1-6,0-1 1,-3 1-31,-2 0 0,-5 1 58,-16 1 1,-6 4-34,-10 2-11,-5 5 0,-6 3-20,4 10 0,0 3-25,7-2 0,1 4-34,-7 4 1,5 7 275,16 10-466,0 7-437,27 12-1731,15-1 2392,0-11 0,1-1 0,5 5 0,3-5 0</inkml:trace>
  <inkml:trace contextRef="#ctx0" brushRef="#br0" timeOffset="16825">22129 6640 26799,'36'24'56,"-7"25"-61,-27-7 10,3 14 1,2-24-6,1-14 73,1-10 61,4-11-61,0-3 123,22-25-51,0 1-64,-7 7 1,3 1 41,9 2 0,1 3-351,18-5 309,-3 12 0,0 5-567,-4 8 503,-1 3 0,-2 3-17,-1 8-110,-5 5 1,-3 6-1369,1 19-1695,-17-18 0,-5 2 3173,-8 28 0,-10-45 0,-1-2 0</inkml:trace>
  <inkml:trace contextRef="#ctx0" brushRef="#br0" timeOffset="19033">4334 8988 20285,'-1'-48'1224,"1"-1"1,-1 1 0,-1 10-855,-1 23-376,0 0-257,1 20 280,4 27 5,1-4-14,1 6 1,1 4-466,-1-6 0,0 1 465,1 11 1,-3 3-15,-1 1 1,-3 0-7,-3 1 1,-3-3 16,1-10 1,-3-2 151,-6 3 1,-3-6 111,-4-6 11,-5-3-157,13-37-28,8-22-22,5-25-45,6 3 14,1 15 0,1-2-9,3-4 1,1 1-6,-1 0 0,1-1-9,1-2 1,0 3 2,-3 17 1,1 3-34,14-19-12,13 8 34,3 12-520,9 8 1,6 4 496,-10 7 1,1 4 1,-2 0 1,3 1 0,-4 3-8,1 2 1,-3 8-21,6 13 1,-7 8-184,-20-4 1,-5 3 211,3 15 0,-7 3-1167,-15-4 1,-9 0 1154,-4 2 1,-4-1 10,-3-1 1,-2-2-859,3-5 1,1-3 715,-10 17 543,15-22-375,12-15 307,13-18-268,-1-4 106,19-36-50,-8-1 2350,5-11-2384,-13 25 1,-1 3 2954,-1-1-3011,1-2-83,-6 23-24,1 7 63,5 7 44,12 6 1,14 8 21,15 6-32,-4-5-12,-4-5 0,1 1-468,-11-5 1,1-1 444,13 5 1,2 0-1,-11-3 1,0-1-235,-1-2 1,-1 0 217,18 3-22,6-5 49,-7-13 57,-3-6 11,-5-13-5,-21-5 927,-10-3-832,-7-4-96,-3 14 582,-2-3-542,0 15-6,0-1-23,0 4-38,0 4-96,0 2-600,-1 1-1483,-2 5-3350,0 7 5506,-2 3 0,3-3 0,1-3 0</inkml:trace>
  <inkml:trace contextRef="#ctx0" brushRef="#br0" timeOffset="19775">4368 9110 19199,'-4'-44'1260,"0"1"0,0 1 0,2 9-588,2 24-397,-1 1-264,0 5 11,0 10 74,-3 27-91,1-2 9,-1 4 0,-1 5-23,0-5 1,-1 1-271,0 12 0,-1 2-183,1 10 0,3-1-1212,4-11 0,2-3 422,-1-3 0,4-3 1252,9-8 0,1-6 0,-4-7 0,8 3 0</inkml:trace>
  <inkml:trace contextRef="#ctx0" brushRef="#br0" timeOffset="20199">4933 8975 9503,'2'-5'9001,"0"0"-4458,-2 5-4308,-14-7 11,-10 12-162,-5-6 73,-17 23-23,4 6-543,12-7 0,-1 2 471,-4 3 0,-1 2-1,-10 10 1,1 0-23,7-6 0,2-2-28,2 0 1,2-2 72,-10 13-17,27-26 129,-3 3 263,16-15-201,0-1-740,2-2-279,8-6 761,13-4 0,-9 2 0,7-1 0</inkml:trace>
  <inkml:trace contextRef="#ctx0" brushRef="#br0" timeOffset="21093">5622 9053 8528,'0'-5'9830,"0"1"-4553,0 4-4953,-4-53-273,2 39-12,-3-38-22,2 60 11,-2 7-11,1 12-6,1 8-17,9 7 1,6 1-7,10-2 29,0-11 118,20-2-68,-19-18 392,29-5-95,-24-19 45,12-13-61,-15-10-85,-6-8-56,-7-5-67,-6-1-39,-3 3 28,-5 7 11,-2 11-68,-1 11-66,0 10-202,2 6 56,3 5-39,-1 10-252,5 11-505,4 15 40,1-1-3397,2-5 0,1 0 3445,3 6 0,3 5 0,-10-27 0</inkml:trace>
  <inkml:trace contextRef="#ctx0" brushRef="#br0" timeOffset="21442">6340 9046 25359,'-12'-22'35,"2"14"-19,3 65 1,1 1-11,-4 3-17,3-13 5,-4 5-28,5-16 107,1-8 280,6-11 28,12-27-135,15-15-128,1-6 47,5-2 0,1-2-473,-8 9 1,0-1 368,12-10 1,1 0-26,-8 10 1,-1 2-282,-1 4 0,-1 3 262,15-5 0,16 8-62,-18 19-11,-10 1 0,-1 3-308,17 23-532,-4 12-244,-25-18 0,-3 3 995,0 4 1,-3 0-1,1 4 1,-4-2-1</inkml:trace>
  <inkml:trace contextRef="#ctx0" brushRef="#br0" timeOffset="21859">7800 9311 14687,'-50'0'619,"1"1"1,-7 2 0,7 0 2046,15 3-2571,-3 2 1521,46-5-1448,28-3-123,-5-2 0,4-2-25,9-1 0,2-1 129,5-2 0,1-1-144,1-1 1,-2 1 8,-3-2 0,-1 0 19,-6 1 1,-3-2 44,-6 0 1,-4-1 3271,9-15-3138,-18-2-66,-25-3 33,-14-3 96,-16-1 55,-1 2-5,4 6-73,11 8-112,11 9-107,6 6 817,3 4-855,7 10 5,9 10-17,15 18 20,-9-11 0,1 2-377,2 4 0,-1 2 262,1 3 0,-3 1-148,-4 1 0,-3 1-390,-4 1 0,-5 1-1456,-8 1 0,-4 0 2106,-2-5 0,-1-3 0,-9 11 0,5-22 0</inkml:trace>
  <inkml:trace contextRef="#ctx0" brushRef="#br0" timeOffset="22832">10095 9688 18179,'7'-37'1954,"-1"0"1,-2 4 0,0 0-1734,3-10 1,-2 1 517,0-19-240,-5 37-309,0 2-178,1 12-7,4 11-10,8 15-7,8 15 12,4 18 6,-13-19 0,-3 1-268,-2 3 1,-2-2 261,-5 20 6,-14 3 61,-11-16 107,4-8 89,1-10-106,16-24-113,10-14-38,7-17 5,4-1-8,0 8 0,2-2 11,5-3 0,2 1 36,0 1 1,0 1-40,3-1 1,-1 3-7,6 0-33,-11 14-22,-5 8 11,4 19 39,-5-2-6,13 25-5,-6 1-34,5 16-28,-2 2-72,0-2-46,2-5-196,8-6-117,7-10-40,6-10 79,1-13 364,-2-14 135,-5-13 72,-7-13-11,-12 2 263,1-19-72,-15 18 40,3-6-142,-10 20 212,-3 9-711,0 4 399,-1 14-68,1 5-21,3 16-12,6 2 0,8 1 12,8-4 10,5-7 6,3-9 40,-2-8 33,0-11 28,-3-8 34,-3-11 50,-4-7 17,-9-7-28,-6-3-96,-9 8 158,-15-14-175,-9 17-32,-19-7-1,-6 19-3454,-10 12 3376,21 8-90,2 11-190,29 7-375,3 10-875,18 6-2447,15 2 4016,-1-17 0,0-2 0,5 3 0,2-4 0</inkml:trace>
  <inkml:trace contextRef="#ctx0" brushRef="#br0" timeOffset="24530">11970 9737 21993,'18'-44'1101,"1"-1"1,-4-1 0,-11 7-833,-26 19-196,-7-1 45,-27 18-46,-3 18-566,21-4 1,-1 4 504,4 1 0,1 4-11,2 5 0,3 0-5,-4 10 309,7 12-332,21-15 159,9 5-142,15-5 22,18-10 3,-5-15 0,2-5 8,15-3 3,-11-7 1,-2-5 327,6-15-283,-18 7 0,-1-2 3,-4-2 0,-4-4 19,-3-14 1,-4-2-71,-2 13 0,-3 0-397,0-20 0,-2 1 462,-2 16 0,-1 3 27,0-7 1,0 0 75,-2 6 1,1 2-51,-2-7-123,2 14-51,2 19 199,2 7-204,7 14-6,12 36 28,-9-18 0,0 1 243,1 4 0,-2 3-316,-3 7 1,-3 1-658,-5-6 1,-2 0 323,-1 10 0,0 3-345,1 3 1,3-3 369,3-14 1,5-4 113,5-2 0,6-6 195,17-9 94,22-21 124,-1-19-12,-19 3 1,0-2 39,-1-5 0,1-2 123,4-8 0,-3 1-320,-13 9 1,-2 1 313,4-5 1,-4 2 669,-9 7-552,-6 2 643,-13 9-1063,-8 5 98,1 1-149,3 3 375,5 0-240,13 3-12,10-3-32,18 0-12,-4-2-6,11-1 68,-15-5 55,1-2 51,-12-15-112,-9 6 84,-12-21-33,-16 9-68,-9-4 11,-15 8-27,8 15-1,-14 7-11,10 11 0,2 1-27,1 13 10,17 1-28,1 21-55,18-1-18,19 10-10,9-17-79,-1-16 0,3-3-283,0-4 0,2-2-50,8 2 0,5-3-1077,10-3 1,2-3 1045,-8-5 0,-1-2 409,-2 0 0,-2-3 109,-6-2 0,-4-4 776,13-19 174,-9-4 111,-15-7-493,-20 14 913,-7-8-1080,0 19 460,-4-10-483,3 18 810,1 1-1207,2 5-22,0 7 83,0 10 0,-6 27 11,1-8-14,-5 4 0,-2 0-2,-1-2-1,0-3 0,0 1-5,-2 5 0,1-1-11,7-9 66,10-13 18,11-15 5,13-10-22,1-10 11,-2-4 0,-1-3-39,2-3 44,3-6 1,-1-2 33,2-3-72,6-8 16,-3 12-50,-8 19-6,0 1 22,3 10-5,-5 12 17,5 8-34,1 13-11,-3 10 17,-7-3-11,-3 10-57,-9-4 35,-2-3 27,-5-8 34,0-16 117,-1-10 45,0-3-89,6-12-51,12-23-22,-2 5-17,19-22-11,-5 22 11,8-4-23,0 10 12,-1 9 5,5 9-22,-5 8-11,-1 4-67,-3 11-85,-10 7-318,3 21-85,-8-1-398,1 10 337,-4-19-812,13 2 329,6-18 833,2-9 0,2-4 271,17-2 138,0-13 0,-1-3 69,-5-6 226,-11 0 1,5-5 0,-5 0 6,-11 4 0,-1-1-873,15-12 1,-3 2 964,-10 2 410,-10 6-572,-13 14 28,-4-2-269,-6 8-78,-7 2-11,-11 10 1868,-6 9-1924,-6 24 33,12-9 22,6 24-10,23-16 13,5-12 1,5-1-9,20 14 0,-9-22 0,1-4 0,12-2 16,10-9 46,-10-16 89,11-19-16,-17-12-79,-19 11 0,-4-1-17,-3-16 67,-8-13 45,-20 7-106,-10 5-23,6 24 1,-3 5-17,-25 2-18,13 9-38,4 12 0,23 2-550,10 31 220,12-16-987,26 29-1401,10-17 30,5 0 2738,-11-13 0,-2-2 0,-8-5 0,12 4 0</inkml:trace>
  <inkml:trace contextRef="#ctx0" brushRef="#br0" timeOffset="24850">15323 9871 25444,'20'-39'313,"-1"0"1,-1 0 0,-6 17-376,-10 23 107,-2 12-34,-2 13-33,1 2 33,-2 6 0,0 1-28,-2 8 6,-2 16 6,2-24 16,2-19 95,1-1 12,5-14-68,10-16-5,13-13-6,14-15-342,-15 19 0,1-1 345,4 0 0,2 2-1555,12-2 1,1 3 1531,-14 8 1,1 2 5,13 0 0,-1 4-122,9 9 111,-20 3 0,1 3-34,-2 4 1,-1 3-186,0 3 1,-3 5-799,-4 2 1,-3 3-3914,-6 2 1,-4 0 3987,1 13 0,-10-12 0,-2-23 0</inkml:trace>
  <inkml:trace contextRef="#ctx0" brushRef="#br0" timeOffset="25876">17842 9843 19468,'1'-7'5186,"1"1"-4593,-2 6-430,0 0-135,16-47 84,-18 76-100,14-52-29,-15 51 0,-5 17-118,4-10 1,0-1-74,-2 21-421,2-15 1,2-1-1713,1 6-5993,6 3 8334,2-17 0,1-15 0,-2-11 0</inkml:trace>
  <inkml:trace contextRef="#ctx0" brushRef="#br0" timeOffset="26227">18110 9625 22627,'-37'1'47,"-1"-1"1,-24 11-48,55 27 0,2-4-11,11 4 61,4-16 23,4 6-4022,19-27 4038,-11-7 967,24-14-894,-21 3 317,-2-8 0,-2-2-70,-7-6-163,0-18-184,-20 27-12,-15 7-50,-4 11-95,-21 15-12,13 0-867,-14 32-784,33-4 161,-2 9-3319,20-12 1,4-3 3947,-1-1 0,8 10 0,-11-33 1</inkml:trace>
  <inkml:trace contextRef="#ctx0" brushRef="#br0" timeOffset="26959">18437 9951 19720,'4'-5'4855,"-1"2"-3303,-3 3-1485,2 19-72,-20 26 16,9-4-6,-6-7 1,-2-1 0,0 2-6,1 0 17,7-16 313,7-12-201,4-10 33,20-26-83,6-9-37,-5 8 0,2-1-1694,0 2 1,0 1 1718,14-16-444,-14 20 0,-2 2 338,3 1 5,10-3 12,-10 19-6,-3 6-140,13 11-454,9 19-134,3 7 1409,-20-13 0,0 2-1888,-6-3 0,1 1-2193,8 5 0,0-2 314,14 10 495,-8-14 1,4-5 2198,-10-11 0,0-2 1151,9 0 0,2-3 1223,-2-6 1,-1-4 198,-2-3 1,-3-2-199,16-13 1137,-4-13 1010,-12-11-2811,-19 7 0,-6-2-1067,-5-12-168,-16 22 0,-7 9 6,-23 20 10,-8 14 1,-4 6-632,15-2 1,0 3 555,-17 8 1,3 2-1,21-8 0,6 1-14,1 6 1,6 0-18,10 4 333,15 8-288,14-21-20,16-10 1,6-6-190,-5-3 0,2-4 215,19-2 0,0-5 67,-8-4 0,-3-5-42,-5-4 0,-4-3-12,-9 7 1,-4-4 39,-1-8 0,-5-5 17,-6-5 0,-3-2-14,-1 0 0,-1-1 39,-2-6 0,-4 2 8,-4 16 0,-1 3 93,-2-17-45,-2 21-106,4 15-73,1 9 362,1 22-339,2 18-15,0-4 0,1 5-12,0 9 1,-1 1-157,1 9 1,0 0 13,0-11 0,-2 2-706,-2-1 1,-1 3-1,0-2-2055,1-1 0,-1 0 2303,-2 14 0,1-5 0,1-4 0,3-27 0</inkml:trace>
  <inkml:trace contextRef="#ctx0" brushRef="#br0" timeOffset="27343">20039 10086 26278,'2'-23'6,"7"8"-23,15 29 11,9-7 1,4-3 5,10 0-2126,-10-4 1,-2-3 2136,-4-5 910,13-17-871,-15-6 6,3-21 0,-23 12 33,-14 8 1,-6 2 56,-12-8-54,3 13 1,-3 3 103,-18 0-90,5 11-61,6 13-11,4 14-34,2 16-17,1 15 11,7-4-1159,12 3 0,3 0 1087,5-2-10,8 9 0,4-2-242,5-16-663,3-6 0,4-2-1051,24-4-287,-14-12 0,4-2-2585,6-5 1,1-2 4880,-3-3 0,-2-2 1,14-1-1,-25-1 1</inkml:trace>
  <inkml:trace contextRef="#ctx0" brushRef="#br0" timeOffset="27683">20996 10093 11592,'7'-7'9830,"-2"2"-6313,-5 5-2514,32-62-359,-26 42-465,11-15 1,-5 4-68,-19 25-90,-4 6-5,-6 10-39,-9 10-51,-7 14-56,-5 10-20,17-18 1,-2 0-781,-4 2 0,-2 0 416,-3 1 1,-2 0-194,-3-1 1,-1-2 170,3-3 0,1-2 328,-14 6 162,19-18 236,27-24 380,10-18 179,12-17-386,1 6 165,-5 9 1,1 1 148,4-5-129,4-10 933,-13 30-1543,-8 11-29,-2 16 84,4 15-22,7 21-36,-2-14 0,2 1-113,2 4 1,1 1-345,2 0 0,1-1-1325,1 0 0,1-1 1846,5 1 0,-1-4 0,2 4 0,2-8 0</inkml:trace>
  <inkml:trace contextRef="#ctx0" brushRef="#br0" timeOffset="27866">21546 10393 27718,'-33'-49'-818,"6"11"-252,27 45-1713,2 6 1720,4 11 0,-3-9 0,2-1 0</inkml:trace>
  <inkml:trace contextRef="#ctx0" brushRef="#br0" timeOffset="28084">21889 10313 27527,'11'32'-8,"1"0"1,0 5 0,-5 0-144,-15 18-823,0-20 1,-3 2 393,-7 1 1,-5-2-1315,-7 2 1,-4-3 1893,0-5 0,0-3 0,-13 7 0,16-19 0</inkml:trace>
  <inkml:trace contextRef="#ctx0" brushRef="#br0" timeOffset="28317">21867 9868 26318,'8'-7'-2172,"0"6"0,0 25 0,-1-9 0</inkml:trace>
  <inkml:trace contextRef="#ctx0" brushRef="#br0" timeOffset="28716">22658 10046 23377,'0'-4'2537,"0"0"-1988,0 4-134,-63-42-214,38 29-173,-11-13 0,5 9 28,25 27-11,26 31-28,-1-4-26,12 11 1,5 2-610,-9-15 1,1 0 611,-1-2 0,2 2 1,-2-1-49,6 5 1,-3-3 5,-7-9 1,-3 0-255,3 22-281,-36-17 29,-6-3-1003,-15-13 0,-8-8-1636,3-11 0,0-4 2012,-1 5 1,0-4 446,0-13 0,6-7 2397,17-5 1,7-2 207,1-1 0,3-2-987,4 1 1,5 0 426,7 3 0,3 3 291,7-11-655,-1 1 498,-7 16-1165,-6 11-280,-5 18-73,-3 12 309,-5 8-1995,-20 28 1759,-3-7 0,4-6 0,7-15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14:00:20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1659 2078 16135,'-20'-36'2046,"-1"1"0,-5 14 1,-3 2-2347,-3-16 0,-3 5 487,-6 20 1,2 9-64,-2 8-35,0 10 1,-2 5-48,13 0 0,2 4-609,-14 13 1,3 5 577,9 1 0,4 2-17,3 3 1,4 1-86,6-1 1,3-2 87,4-11 1,6-2-177,13 5 0,8-6 168,29-3 22,-9-12 0,3-5-201,2-15 1,1-7 208,4-5 1,0-6 10,0-7 1,-2-5 25,-2-6 0,-4-4 6,-6-4 0,-5-4-9,-7-3 0,-6-2 8,-6-2 1,-7-1 11,-6 1 0,-7 1 61,-10-4 1,-6 4-102,7 19 1,-4 3 2,-14-3 1,-5 7 688,-21 14-708,22 9 0,-2 3-20,3 7 0,1 6-5,4 3 0,3 5-40,4 6 0,5 4-109,5 7 1,4 3-253,3 6 0,6 2-726,4 8 1,4 0 395,-1-9 0,3 1-2538,5 2 0,3 4 0,0-4 3258,-1-5 1,-1-4-1,2 6 1,-3-9-1,-7-20 1</inkml:trace>
  <inkml:trace contextRef="#ctx0" brushRef="#br0" timeOffset="200">1528 2462 19440,'-11'-58'1405,"0"1"1,1 11 0,2 6-1160,1 0-78,1 27-246,3 11 84,6 24 10,11 15-16,4 10-3,0-12 1,3 0-153,-1-3 0,0 0 32,6 11 0,0 1-767,-1 1 0,-1 1-513,-3-1 0,-1 1 1403,0 1 0,-3-4 0,1 7 0,-4-11 0</inkml:trace>
  <inkml:trace contextRef="#ctx0" brushRef="#br0" timeOffset="550">2199 2347 24385,'-37'4'45,"0"1"0,-22 2-29,57 24 1,9 6 6,3 17-7,-1-22 1,2-1 22,17 19 51,15-15-34,-11-18 56,21-16-62,-22-11 28,3-9 1,1-7 19,-7-4 0,-2-3-22,6-5 0,-4-1-409,-7-3 1,-5 3 393,-5-12-2935,-15-4 2897,-2 32-68,-14-10-213,10 26-336,-3 7 62,10 8-1141,3 18-3581,11 7 5254,3 5 0,-2-13 0,-2-10 0</inkml:trace>
  <inkml:trace contextRef="#ctx0" brushRef="#br0" timeOffset="1333">2763 2435 17860,'6'-7'4285,"-1"1"-3036,-5 6-258,0 0-952,1-16 12,21 13-7,8-15-4,24 12-7,2-10-10,-13-1 5,1-13 72,-18 2 46,-4-9 72,-14-3-72,-18 13-73,-5 4 67,-19 15-5,0 5 16,-20 13-157,13 6 18,2 13-1,21-2 28,7 15-33,8 0 2,9-8 0,3 2-11,2-4 1,1-1 4,2-1 1,3-2 3,10 1 0,1-4-6,2-3 8,7-4 0,1-4 9,-4-8 11,4-7 0,1-4 39,6-14-11,-13 2 0,-3-3-5,6-13 22,-6-17 27,-15-5-44,-4 0-16,-6 6 94,-13 6-72,3 24 66,-5-10 24,8 19-180,2 3 22,12 4 6,14 5-6,32 8-5,-12-1 19,-11 0 1,0 1-3,4 5-18,6 5 57,-9 0-45,-10-4-33,5 7 21,-10-8-4,4 6-1,-7-5 11,-5-3-5,-3-5 11,-2-3 22,-3-3 1,2-3-1,3-3-5,1-2-17,0 0 17,-5 2 16,-2 3-542,-3 0-135,4 9-533,4 1-576,3 8-840,1-1-1216,-4 0 796,-4-3 3013,-3 1 0,-1-9 0,0 2 0</inkml:trace>
  <inkml:trace contextRef="#ctx0" brushRef="#br0" timeOffset="1639">3837 2439 25208,'0'-31'953,"0"5"-942,0 26-22,-1 4 22,0 6 6,-1 3-23,-4 30-67,1-2-101,1-8 1,1 1-903,1 29-289,1-30 1,1-1-4422,3 30 5786,2-14 0,0-21 0,-1-16 0</inkml:trace>
  <inkml:trace contextRef="#ctx0" brushRef="#br0" timeOffset="2023">4207 2347 19451,'0'-6'5337,"0"2"-4267,0 4-1030,-42 0-24,31 29 1,-31 8-14,38-5 0,7 3-15,-1-2 1,2-1-22,9 27-40,9-12-28,10-16 56,9-16 45,6-21 23,6-18-279,-25 6 1,-1-4 328,-2-3 0,-1-2 83,-2-1 1,-4 0 319,9-25 68,-14 11-124,-8 13-174,-8 13-134,-2 10-67,-5 15 544,-6 15-578,-4 22 3,8-13 0,0 4-430,0 10 0,0 2 399,2-8 0,0 4-867,-2 10 1,-2 6 0,1-1-280,1-11 0,1-1 0,-1 2 1163,1-2 0,0 3 0,-1-2 0,2-4 0,-3 10 0,2-8 0,-1 10 0</inkml:trace>
  <inkml:trace contextRef="#ctx0" brushRef="#br0" timeOffset="2750">5318 2574 16933,'1'-46'971,"-1"1"0,1-1 0,-2 0 1,-1 0-1,0 6 59,-7-20-358,-3 5 466,2 25-1093,5 19 298,7 24-309,6 20-29,0-2 1,1 5-324,2 10 0,1 4 323,-4-9 1,0 2-1,-2 1-435,0 4 1,-1 3-1,-2-1 398,-2 3 1,-1 1-1,-3-1-21,-1-1 1,-1-1 0,-2-1-220,0-5 1,-1-2 0,-1-3 212,-3 10 0,-1-7 26,-3 10-191,-1-33 620,11-42-497,0-34 87,8 9 0,1-5 0,0 9 0,0-2 1,1 0 13,-1-6 0,0-1 0,0 0 11,0-2 0,-1-1 1,0 1-7,-1 1 1,-1 0-1,-1 1 4,1 3 1,-1 1-1,0 1 19,-1-16 0,1 3 188,-1 7 0,2 2-185,5 0 0,3 5-26,3-13 0,5 28 1,6 5 22,23 6-31,-12 11 1,4 3-4,4 6 1,2 8-1,8 15 0,-2 7 6,-14-8 0,-5 5-323,6 23 0,-10 6 295,-18-12 0,-9 0-382,-5 12 1,-8 1 383,-9-3 1,-8-3-6,-9-2 1,-6-5-24,-4-3 1,-1-5-98,2-6 0,1-3 640,13-8 0,0-2-1775,2-5 1,4-4-6243,8-8 7528,3-4 0,19-3 0,4 1 0</inkml:trace>
  <inkml:trace contextRef="#ctx0" brushRef="#br0" timeOffset="3850">6115 2377 23405,'-41'11'221,"0"0"0,-1 1 0,-10 0 1,7 3-127,5 24-33,14-4-57,1 20 1,12-19 39,26 15-12,-1-35 79,28 8 17,-3-21 5,16-10 1,2-13-23,-25-1 0,-2-3 40,11-21-63,-9-2 113,-20 4 16,-9 14-16,-6-2 5,-7 9-112,-3 12-78,-2 6 5,-1 13-5,3 8-45,-7 22 51,5 16-18,4 5-5,8 2 23,7-13-23,8-5 0,8-8 44,19-12-21,-10-12 27,21-15-33,-11-13 11,-6-3 0,0-2 5,-6 1 1,-2-3 19,3-4 1,-2-1 7,0-19-38,-11 10 21,-8-4 7,-8 14 5,-5-5-23,-2 12 12,0 5-34,6 11 17,2 3-33,1 1 10,7 0 1,17-3-6,-4 1 6,18-3 122,-15 1-72,-6 1-22,-6 1-12,-10 2 326,0 0-343,-2-2-5,0 0 17,-1 0-11,1 1-18,1 1-83,-1 0 95,4 6 0,-1 0 23,13 14-23,4-4 5,13 7 1,4-8-17,3-5-1,1-5 12,-12-5 45,7-10-11,-17-4-6,3-10-17,-13 5 90,-7-13-45,-6 13-51,-4-7-5,-1 12 34,2 5-23,2 5-11,3 2-11,1 1 0,1 4 44,-11 29-33,-1 7-3,1-3 1,-1 3-747,-1 0 1,2 1 734,0-6 0,2 1-70,-3 10 0,2 2-598,5-3 1,5-1-36,3-3 0,5-3-641,7 0 0,7-7-1505,21-9 2170,13-12 0,-30-9 1,-2 0-1</inkml:trace>
  <inkml:trace contextRef="#ctx0" brushRef="#br0" timeOffset="4791">7255 2568 14645,'1'-6'7478,"-1"0"-6078,0 6-180,-16-68-945,8 49-68,-4-20 1,-3 5 44,-2 29-123,-9 5-12,-3 14-33,-7 15-33,-2 18-37,19-19 0,2 1-12,1 2 1,3 1-8,-2 29-7,14-7 1,15-11 28,10-16 11,8-13 6,2-16 22,1-13-34,-7-5 90,8-30 6,-16 8-26,-7 12 0,-2-1 188,-2-17 12,-6 10-74,-9 11-72,-4 11-96,-3 9-33,0 7-12,2 5-5,-2 15 0,4 5-16,-1 17-24,6 4-111,3 9-515,2 8-303,0-30 0,1-1-985,8 28-102,7-12 869,1-22-2302,24-17 2480,-6-21 1553,19-14 690,-9-18-111,-24 17 1,-2-2-164,0-2 0,-3-2-235,-2 0 1,-1 1-126,3-18 795,-7-4-768,-11 27 194,-3-4-608,-2 19-202,2 8 11,2 5 604,2 16-643,0 8 23,0 21 0,-1 8-6,-5 6 0,-5 2 0,-4-5 11,1-13-17,5-16 23,4-14 17,8-12-23,6-14 34,9-14-1,7-15 1,3-14 11,-6 10 22,-8 12 1,-1 2 16,2-5-61,6-10-17,-6 25-6,3 9-39,4 8 28,6 11-11,2 9 11,-1 14 5,-6 9-5,-10 7 6,-11 2 5,-11-7 28,-3-11 51,1-14-51,5-11 67,4-22-89,6-11 22,7-23 1,7-3-29,7 2 22,0 8-21,0 13-12,-8 13 0,16 10-28,-3 17 22,16 12 0,-6 15-10,-4 13 16,-12-7-233,-14-7 1,-2 1-1034,-1 13-3058,-3-13 0,0-1 4324,0 1 0,-3-12 0,0-21 0</inkml:trace>
  <inkml:trace contextRef="#ctx0" brushRef="#br0" timeOffset="5140">8601 2413 21920,'0'-5'3277,"0"1"-2532,0 4-616,-55 7-123,35 4-1,-13 1 1,2 4-6,20 17 11,4 7 12,15-6 38,11-9 197,29-19-79,-8-15 51,13-17 10,-25-8-32,-12-3-85,-15 1-62,-15 6-3447,-18 10 3386,5 9-67,-10 14-185,17 12-695,-1 16-1652,5 14-6788,3 13 9387,3-5 0,4-17 0,2-17 0</inkml:trace>
  <inkml:trace contextRef="#ctx0" brushRef="#br0" timeOffset="5406">8562 2903 26038,'21'24'453,"-4"-5"-363,-16-16 33,0-3 73,0 0-28,2-1-50,0-3-6,1-3-28,-1-1-12,-3-3-55,-1 3 0,-4-2-191,0 4-1298,-1 1 1472,-1 1 0,4 3 0,0 1 0</inkml:trace>
  <inkml:trace contextRef="#ctx0" brushRef="#br0" timeOffset="5807">223 3441 21730,'-9'0'-1064,"1"0"1097,33 1 1,23 1-42,3-1 1,9-1 0,1 1-1605,-5 0 1,0 0 0,8 0 1656,-12-1 1,8-1 0,3 0-1,3-1 1,-1 1 0,-4-1-1,-5 1-363,4 0 1,-7-1 0,2 1 0,7-1 382,-8 0 0,6 0 0,4-1 0,3 0 0,0 1 0,0-1 0,-1 0 0,-4 1-48,-1-1 1,-2 1-1,-1 0 1,0 0-1,0-1 1,2 1 0,3 0 57,-10 0 1,1 0-1,1 0 1,1 0 0,1 0-1,1 0 1,0 0-1,2 0 1,0 0 0,2 0-99,-7 1 0,2-1 0,1 1 0,1 0 0,0 0 0,1-1 0,1 1 0,0 0 0,0 0 0,1 1 0,0-1 0,-1 0 1,1 1 53,-1-1 1,1 1-1,1 0 1,0 0 0,0 0-1,1 0 1,0 1-1,0-1 1,-1 0 0,0 1-1,0-1 1,-1 0-1,-1 1 1,0-1-41,3 0 1,-1 1 0,0-1 0,-1 0 0,0 0 0,-1 1 0,1-1 0,-1 1 0,-1-1 0,1 1-1,0 0 1,-1-1 13,5 2 1,-1-1 0,1 0-1,-1 1 1,1-1 0,-1 1-1,-1 0 1,0-1 0,-1 1-1,-1 0 1,-1 0-9,3 0 1,-2 0-1,-1 0 1,-1 0-1,0 0 1,0 1-1,2-1 1,1 0 0,2 1-651,-6-2 1,2 2 0,1-1 0,1 0 0,1 0 0,1 0 0,0 0 0,-1 0 0,1 0 0,-1 0 0,-1 0 0,-2 0 652,2 0 0,-1 0 0,0 0 0,-1 0 0,1 0 0,-2 0 0,1 0 0,-1 0 0,-1 0 0,0 0 0,-1 0 0,6 0 0,2 0 0,0 0 0,0 0 0,-2 0 0,-3-1 0,-2 1 0,-5 0 0,-6-1 0,2 0 0,-1 0 0,1 1 0,-1-1 0</inkml:trace>
  <inkml:trace contextRef="#ctx0" brushRef="#br0" timeOffset="10967">7348 5188 19735,'9'-54'1263,"0"0"1,-1 6 0,-2 10-939,-3 23-274,-2 10-23,-1 9 129,-1 31-67,-4 13-608,2-9 0,-1 3 529,-2 1 1,-1 0-7,2 2 1,0-3-1,0-8 0,3-2 9,6 6 0,5-4 76,16 0 60,23 3 24,14-36-82,-25-11 1,0-4-427,-5 1 0,0-5 558,14-17 1,-2-6-43,-17 10 0,-2-2-9,7-13 1,-3-1 247,-15 10 1,-5 0-330,-4 5 1,-5 0 41,-9-19 197,-8 15-331,-4 15-79,2 11-117,4 15 502,3 13-877,3 3-3869,1 38 4440,5-5 0,1-5 0,2-15 0</inkml:trace>
  <inkml:trace contextRef="#ctx0" brushRef="#br0" timeOffset="11301">8125 5029 21618,'-3'-6'2493,"1"2"-1519,2 4-957,-1-6-6,18 30-11,3 5-14,-2 3 0,-2 4-191,-2 1 1,-3 2 167,-3 1 1,-4 1 13,-5-3 1,-3-2 45,-11 23 44,-7-22 90,0-20-79,5-16 113,2-32-79,10-8-76,5 7 1,4-1-18,3 1 1,4 1-9,4 0 0,3 3-67,23-19-297,8 15-1148,4 15-4087,6 9 5588,-9 9 0,-18 0 0,-14 2 0</inkml:trace>
  <inkml:trace contextRef="#ctx0" brushRef="#br0" timeOffset="13311">8686 5349 14745,'0'-3'6369,"0"0"-3619,0 3-2688,-3-13 27,1 18 1,-2-4-17,1 23-17,2 4-6,7-1 12,4-3 123,15-5-101,-3-10 89,17-6-44,-4-13-62,0-2 202,11-23-44,-23 1-29,3-21-56,-22 3-23,-14 0-10,-9 6-29,-9 9 23,-4 12 11,1 9-39,7 8-73,10 5-28,9 2 28,9 8 5,8 4-5,12 11 0,12 3 0,11 2 0,8-5 11,-10-8-5,-13-8 0,1-2 16,7-4 0,14-7 40,-23-9 11,-6-10 39,-4-17-73,-10 12 56,0-18 23,-8 20 44,-1-3 17,-1 9-55,-1 10-102,0 7-56,-1 5 34,0 8 0,0 12-22,-1 16-90,1 18-216,0-19 1,0 1-1168,0 5 1,1 3 1494,1 6 0,0-1 0,-1 6 0,3-5 0</inkml:trace>
  <inkml:trace contextRef="#ctx0" brushRef="#br0" timeOffset="15657">9718 5054 21214,'-27'-35'375,"1"0"1,-1 0-1,-10-23 1,16 6-119,37 13-156,4-9-3,3 23 0,4 3-25,14-5-43,-10 10 1,1 3 3,22 2-45,-2 17 22,-11 5 22,-12 16 1,-5 6-17,-3 2-193,-4 7 0,-4 2 260,-16 20-285,-3-21 1,-3 2 219,-4 2 1,-3 1-223,-4 1 0,-2 0 180,0 0 1,0-1-236,1-3 1,3 1-1678,3-3 0,4-2 1402,3-7 1,2-3 0,1 7 0,5-18 0</inkml:trace>
  <inkml:trace contextRef="#ctx0" brushRef="#br0" timeOffset="15833">9983 5844 22800,'-6'1'2240,"2"-1"-850,4 0-1368,-54 7-78,47-4-1910,-31 7 1966,60-7 0,-5 1 0,-6-2 0</inkml:trace>
  <inkml:trace contextRef="#ctx0" brushRef="#br0" timeOffset="18839">10600 5187 22380,'-4'32'263,"0"20"-288,5-5 0,1 4-877,-4 4 0,-2 1 224,-2 3 0,-2 0-1238,-3 0 1,1 0-2726,-1 5 1,2-3 4640,3-18 0,0-4 0,1 21 0,5-44 0</inkml:trace>
  <inkml:trace contextRef="#ctx0" brushRef="#br0" timeOffset="19101">10487 5533 12264,'-14'-60'2541,"-1"0"0,2 4 1,1 2-1904,4 9 0,1 2-601,2 3 1,2 1 183,2 4 1,3 1-49,14-24 65,19 15-182,22 18-36,-23 18 0,2 5-304,3 5 0,0 5 286,-2 6 1,-2 4-6,-3 7 1,-4 4-58,-6 3 1,-5 4 64,-5 1 1,-8 2 13,-8-2 1,-8-1 22,-6-4 0,-6-3 181,-7-3 1,-5-6-221,-13-5 0,-2-5-248,17-4 0,0-4-660,-11-6 1,4-5-3069,11-9 3973,-1-13 0,23 17 0,2-1 0</inkml:trace>
  <inkml:trace contextRef="#ctx0" brushRef="#br0" timeOffset="20290">11118 5074 18175,'-2'-5'3707,"0"2"-2023,2 3-1763,-1-40 15,6 33 26,5-22 13,12 52-18,4 14-149,-1 11 181,-7 7-12,-8 1 40,-17-3 22,-9-8 45,-11-11 208,-4-14-158,11-11 84,1-15-128,15-9-12,0-11 1,12-7-46,10-4-16,15-1-6,10 2-350,8 4 339,1 5-11,-2 7 6,-14 8-40,3 5 45,-23 5 11,16 0 6,-15 0 16,6-3 35,-7-5 366,-5-1-261,-2-5 96,-4-1 112,-2 1-22,-3 1-118,0 6-157,0 3-123,0 5 11,-1 9 33,-2 9-16,1 15 0,0 10-34,3 7-17,1-9-442,10 19-543,0-18-2376,9 12-2038,-5-24 4613,1-9 0,-10-14 0,0-1 0</inkml:trace>
  <inkml:trace contextRef="#ctx0" brushRef="#br0" timeOffset="20466">11781 4868 21332,'-3'-27'-7578,"6"16"7578,7 44 0,-2-11 0,-2-10 0</inkml:trace>
  <inkml:trace contextRef="#ctx0" brushRef="#br0" timeOffset="21066">12204 4944 23523,'-46'-13'324,"0"1"1,3 2 0,6 9-219,5 30-44,2 13-45,6 11-17,7 8-17,10 0-67,17-2-202,12-8-402,17-12-1137,14-14 1015,-22-19 1,2-3-51,5-6 0,0-5 241,2-3 0,0-3 437,1-5 0,-2-2 305,-3-1 1,-3-1 242,-5 0 1,-4-2 776,10-22 184,-17 4-347,-13 6-100,-13 8-460,-1 10 621,-15 1-643,8 11 207,-7 0-544,10 11-10,4 9-29,5 9 6,2 8-11,5-3 5,7 6 12,13-5 22,4-3-6,2-7 146,13-17-73,-7-14-4,15-11 9,-12-15 18,-7-7 28,-13-3 33,-9 5-17,-14 8-67,-9 11-27,-13 12-7,-10 10-22,-9 15-16,-2 13-23,3 14-23,24-9 1,4 2 5,-4 14-17,14-12 1,6 1-40,16 11-90,1-17 1,2 0-517,21 13-3049,5-15 0,4-4 3147,-17-12 1,0-1 0,5 3 0,-2-1 0,-6-7 0</inkml:trace>
  <inkml:trace contextRef="#ctx0" brushRef="#br0" timeOffset="21539">13276 4990 22227,'48'-4'-550,"1"0"1,0 1-1,-1-1 1,9 1-1,-1 0 1,-4 2-1,6 1 1,-6 1-1,9 4 1</inkml:trace>
  <inkml:trace contextRef="#ctx0" brushRef="#br0" timeOffset="21699">13434 5218 24099,'54'-10'-9831,"3"3"7864,-13 1 1,-2 0 0,9 1 0,-37 4 0</inkml:trace>
  <inkml:trace contextRef="#ctx0" brushRef="#br0" timeOffset="26168">10090 5277 12023,'0'-3'5764,"0"1"-3764,0 2-1709,23-52 23,-17 39-286,18-39 50,-24 55 168,0 7 1,0 12-68,-3 14-106,-1-2 61,-4 2 0,-3 0-50,0-1-6,-1-1 1,0 0 67,-1-5-40,1 2 35,4-10 514,4-11 45,3-5-420,1-5 23,0-6-186,3-5-44,1-11 39,18-29-106,-6 19-12,12-17-28,-10 34 6,-3 6 0,0 4 23,-1 8 16,-1 5-22,-1 8 11,-2 6 11,-4 14-28,-4-10 23,-3 6-1,-5-5 1,0-8 72,-1 4 158,4-15 83,2-5-202,1-6-27,0-16-68,2 5 29,4-27-23,3 16-11,4-8-1,-2 14-16,-1 8-11,-3 6-11,3 3-17,4 10-12,0 0-1007,17 38-2146,-16-3 2525,-2-10 1,-3-2 0,-5 2-1,-4-13 1</inkml:trace>
  <inkml:trace contextRef="#ctx0" brushRef="#br0" timeOffset="27490">14396 4864 22004,'11'-41'422,"0"1"0,0 0 1,-4 17-384,-10 34 28,-4 17-17,-6 21-53,4-15 1,0 2-1844,-6 19 1,0 0 1615,5-16 1,0 1-1045,-4 19 0,1-1-2500,9-22 0,1-2 3774,0 2 0,2-2 0,1 6 0,4-22 0</inkml:trace>
  <inkml:trace contextRef="#ctx0" brushRef="#br0" timeOffset="28456">14866 4880 19944,'-55'4'885,"0"0"0,-3 9 0,8 6-818,20 11-31,9-2 1,3-1-26,9-1 0,1 6 0,12 7 17,9-12 17,13 8 11,12-20 0,8-8 6,5-12 22,-2-6 39,-8-8 28,-13-4-45,-14-2-61,-15-5-28,-14 0 22,-13-2-22,1 9 61,-10-7-22,21 13-33,-3-5-40,19 9 17,10 3-11,11 0 0,11 3-1,9 3-16,6 2 0,1 6-11,-3 3 11,-14 3-45,-1 12 96,-21 10-18,-1-1 18,-20 18-1,-7-12-22,-5 9-5,6-6 16,8-7 45,13-9 45,9-10 27,14-7-44,10-13-22,11-7 5,-16-1 0,0-2 51,19-15-56,-3 0 72,-20 0 51,-13 7-34,-4-3-84,-14 4-56,-13 4-11,-27 5 0,11 6 34,-19 3-6,26 4 0,0 1-22,14 0-12,7 0-56,5 0 62,16-2-5,7 0 10,23-3 23,5-1-5,6-3-29,2 0-215,-2-1 221,-7 2-34,-12 3-11,-14 3 29,-13 8 32,-7 1-10,-8 12 5,-4 2 222,-4 10-244,0 11 27,5-13-16,5 10-16,11-18 27,6 2-6,1-8 91,23-5-35,-10-13-16,11-1 56,-4-16 22,-8-4 18,3-14 77,-6-17-33,-12 8-101,-8 3 39,-17 15-78,-9 12-40,-13 2-240,-12 9-129,13 7-3238,-7 13 3602,24 0 0,3-1 0,8-4 0</inkml:trace>
  <inkml:trace contextRef="#ctx0" brushRef="#br0" timeOffset="29223">16306 5099 15883,'2'-7'6525,"-1"2"-5640,-1 5-331,0 0-542,32-47-7,-20 39 62,28-15-22,-37 55-22,-3 9 19,-22-1 0,-6-2-14,-4 0-224,-4-1 1,-2-2 425,0-12-56,3-5 145,11-16-95,15-29-185,2 2-17,10-13 1,5-4-12,1 7 0,2 1-204,2-7 1,2-2 209,5-4 0,2 0-140,-5 9 0,1 0 131,4-7 1,-1-1-1410,-2-4 1,-3 4 1495,2-8 118,-7 0-101,-11 45 92,-2 5-181,-1 17-12,-3 16-5,1 19-15,3-17 1,1 3 5,2 5 0,2 0-878,4 4 0,2-2 878,-1-7 0,4-1-8,16 12 0,5-2 794,-7-16 1,0-1-857,13 12 0,-2-1-33,7 4-181,-28-11 1,-8 0-431,-27 14-73,-2-11 1,-7-2-1362,-12-5 1,-7-4 2150,-9 0 0,1-4 0,21-6 0,2-3 0,-24 4 0</inkml:trace>
  <inkml:trace contextRef="#ctx0" brushRef="#br0" timeOffset="30050">17283 5066 19014,'5'-50'1139,"-1"0"0,2 2 0,0 10-904,0 24 78,6-3-268,0 12-6,11 7 12,3 16-12,2 16-33,-8 1 16,-12 0 0,-4 2-16,-6 3 25,-10 6 0,-5 0 8,-15 2-9,9-15 1,-1-3 76,-6 0 593,7-12-392,14-22-185,2-15-22,6-21-40,11-16-41,-1 22 0,2 0-269,6-2 0,2 1 277,1 2 0,1 0-1589,2 2 1,0 3 1577,6-7-29,-3 8-16,-15 22 17,-1 1-17,13 18 373,0 5-345,14 18 5,-4 4-10,-3 4 5,-10 8 5,-10-19-5,-7 1 6,-9-16 55,1-7 175,-3 0-96,6-10 28,1-8-106,0-17-12,2-9-33,7-16 5,7 3 1,8 4 3369,4 8-3398,3 11-27,-1 9 5,4 7 11,0 11-22,2 8-6,-4 13-129,-7 10-437,-9 11-1321,-8 9-1023,-8-7 2955,-5-13 0,0-3 0,0-9 0,-4 12 0</inkml:trace>
  <inkml:trace contextRef="#ctx0" brushRef="#br0" timeOffset="30549">18282 5051 24497,'0'-15'45,"0"19"-40,2 33 23,1 0 0,0 2-5,1 18-15,-2-15 1,-1 0 10,-3-8 1,-1-3 2,-5 27-5,-4-11 5,2-13 141,3-15 229,4-11-123,2-15-224,1-15-17,0-19 0,-2-22-378,0 24 0,0-2 358,-1-6 1,0-1-1,-1-3 1,0 0-4,0 1 1,1 0-1,0 2 1,1 1 8,2 3 0,2 1-11,2 4 0,3 1-120,3 3 0,4 3 106,4 3 0,2 3-23,17-10 6,-2 18 0,4 5-28,20 4 3,-17 6 0,1 4 5,-10 6 1,-4 6-16,18 23-9,-23 15 77,-29 8 23,-15-9-449,-18-13 1,-9-3 406,9-11 0,-2-2-20,2-2 1,-2 1-1,1-2-128,-6-2 0,3-3-269,-15 2-5736,19-14 6167,32-8 0,1 0 0,10 1 0</inkml:trace>
  <inkml:trace contextRef="#ctx0" brushRef="#br0" timeOffset="31139">18837 4839 24374,'28'14'17,"1"10"-6,1 17-11,-8 10 11,-12 7 23,-19 0 5,-14-4 28,2-30 0,-3-3 118,-14 5 56,-3-12-129,21-18 50,4-12-66,9-11-79,4-11-23,7 3 0,9 7 1,4-1-17,20-9 4,-8 11 1,2 2-8,-1 8 0,0 3 8,0 1 0,1 3-8,2 1 0,0 3 14,8-3 11,3 5 11,-29 3 34,-1 0 39,-7-1-5,-1-3 66,2-10-61,-1 2 168,4-12 101,-5 9 112,1-3-364,-5 9-12,0 2-128,-2 6-28,0 4 39,0 7 39,0 11-39,0 28 0,0 3 34,0 3-135,2 0-280,4-10-667,7 8-6003,15 1 6231,-6-20 0,-1-8 0,-13-19 0</inkml:trace>
  <inkml:trace contextRef="#ctx0" brushRef="#br0" timeOffset="31316">19415 4585 21052,'0'-3'1692,"0"1"-6000,0 2 517,-1 24 3791,1-4 0,0 7 0,0-13 0</inkml:trace>
  <inkml:trace contextRef="#ctx0" brushRef="#br0" timeOffset="31903">19968 4758 23607,'-48'-2'302,"0"0"0,0 2 1,6 6-225,3 26-61,2 5-34,5 2-44,13 16-12,14-26-174,11 26-251,26-16 285,-3-9-277,8-14 0,4-5-575,22-15 548,-25 2 0,1-2-180,3-6 0,1-4 184,0-3 0,-1-1 580,-1 1 1,-1-2 302,-1-1 0,-4 0 856,-3-5-621,-18 9 851,-18 2-627,-4 8-476,-4-1 319,-5 4-454,6 1 246,-8 6-403,2 9-50,6 0 1,1 18-7,9-15 29,7 12 27,6-14-10,3 0 117,19-6-90,-3-11-11,16-9 12,-5-12 11,-1-10-28,-8-7 55,-10-2 46,-11 5-63,-15 10-16,-16 12 68,-16 12 27,-13 14-123,7 2 22,-8 14-44,11 10-40,5 3 1,10 11-57,23-5-78,8-9-2373,13-8 1,5-1 2512,13 3 0,4 3 0,-22-21 0</inkml:trace>
  <inkml:trace contextRef="#ctx0" brushRef="#br0" timeOffset="33874">21009 4779 21243,'-27'0'-678,"31"0"129,41 2 113,8 1-85,-4 3-1720,8 19 1239,-30-1-13,5 19 259,-48-3 611,-5-7-2630,-11-9 1,-2-2 2993,-4 1 279,0-4 1,-1-1 2786,-4-1 429,-2-2-2751,21-7 922,14-8-1516,29-12-285,12-3-67,9-4-314,0 8 1,4 1-2670,-9 5 0,1 1 2512,11-2 0,-2 1 1,2 3-1,-20 1 0</inkml:trace>
  <inkml:trace contextRef="#ctx0" brushRef="#br0" timeOffset="34947">21139 4823 7431,'-8'0'6861,"2"0"-4178,6 0-1362,0 0-934,0-14-292,17 7 42,17-5 1,5 0-15,20 3-87,-14 3 1,-3 0 19,-6 3-22,-20 1 123,-7 2 599,-8-1-639,-10 1-89,-9 0 34,-21 1-1,-13 2-13,21-1-1,-1 1 34,-1 0 1,1 0 119,-27 5-33,13-2-95,16 0-62,14-3 12,10-2 16,5 0 241,12-1-123,11-1-118,8-1-39,27-3-112,2-3-321,-20 4 1,1 0 269,-3 0 1,-1 2-628,24-1-682,-22 3-1010,-21 4 2482,-25 6 0,3-3 0,-9 1 0</inkml:trace>
  <inkml:trace contextRef="#ctx0" brushRef="#br0" timeOffset="35325">21020 5018 20599,'42'-5'61,"0"0"1,1 0-1,-2 1-49,5-1-1,-8 2-11,-27 2 0,-9 1 84,-6 2 67,-7 2 51,-21 8-29,-17 1 90,-3 0 377,-3-4-198,27-5-280,7-3 62,15 0-196,5-1-33,0 0 16,7 0 56,23-6-78,-2 2-6,4-1 0,3-1-83,24-4-462,-21 4 1,2 1-288,-2-1 1,0 2 848,-1-1 0,-3 2 0,3-1 0,-10 1 0</inkml:trace>
  <inkml:trace contextRef="#ctx0" brushRef="#br0" timeOffset="36599">22328 4645 13950,'0'-6'6111,"0"1"-4381,0 5-1601,-1-25-39,-2 29-4173,-11 16 4061,4 18-421,-5 15 0,-1 1-78,2 0-3392,0-1 1,1 1 3912,3 4 0,0-8 0,7-23 0</inkml:trace>
  <inkml:trace contextRef="#ctx0" brushRef="#br0" timeOffset="37948">22801 4760 21181,'-40'-8'232,"0"-1"1,-19-7-188,28 63 5,17-10-16,1 11-29,6-11-5,15 10 17,6-20 39,13 8 28,5-19 39,4-10 18,0-11 156,-1-14-180,-13 2 85,-5-17-118,-14 6-6,-6-10 40,-4 0 128,-7-5-94,8 6-136,3 8-4,10 9-1,6 11 17,30-3 5,3 5-33,-11 2 0,2 2-17,-2 4 1,0 3-35,24 12 35,-18-1 21,-18 4 23,-27 9-5,-8-4-12,-10 15-11,0-13 33,-5 3 7,8-6-40,0 3 0,8-6 11,6-5 28,7-6 62,10-4 28,31-6-107,-6-2-11,0-2 0,3-2 9,-1-3 0,-2 0-157,-5 2 0,-1 0 162,8-4 0,-4-1 160,-6 0 84,-5-1-135,-14 3-106,-17 1-16,-11 1-7,-18-2 6,-13 2 6,-6 1 290,4 3-307,6 2 0,21 2-5,8 1-29,15 0 34,10-2 23,3 0-18,50-6-2,-29 5 0,0 0-295,8-2 0,2 0 297,2 1 1,1 0-6,-1 0 0,0 0-3,-2 0 1,1 0 2,1 0 0,-3 1-34,11 0 12,-21 1-34,-11 5 78,-20 4-11,-4 3 17,-25 17-5,1-4-29,-5 6 556,5 0-550,14-3-11,2 7 22,14 7 6,13-3 22,8-4-16,2-12 38,5-10 23,0-8 11,12-6 12,5-9 38,2-9-72,-12-1 342,8-18-213,-28 18 263,5-21-325,-29 22-90,-11-8-16,-17 10-29,1 5-22,-14 1 23,1 6-56,6 2-51,7 2 84,22 3-33,11 4 16,12 1 17,12 1-67,31 0 23,1-3-233,3-1 249,3-5 0,-2-2-243,-21 2 1,2-1 287,0 1 0,0 0-11,0 1 0,-2 1 5,10-1-5,-15 4 16,-34 2 18,-17 5 213,-16 7-231,-8 5 12,1 2-17,11-3 544,8 4-544,16 3 5,8 1 12,12 3 0,14-8 16,10-3-10,-5-8 38,0-8 1,0-3-12,-3-4 14,0-3 1,0-4 58,-3-13-39,2-12-33,-7-6 5,-10 0-6,-11 5-55,-13 9-130,-15 9-867,-21 10-1709,-1 8 2711,15 3 0,2 1 0,3 1 0,-1 1 0</inkml:trace>
  <inkml:trace contextRef="#ctx0" brushRef="#br0" timeOffset="41081">25403 4954 20464,'-5'9'426,"1"-2"-323,-12 19 1,-4 5 249,-6 3-146,-7 13 264,3-26-3135,-4-16 2911,6-3 117,-12-12-152,19-9-77,-2-15-51,10-14-34,10-13-250,8 25 0,3-1 211,5-4 0,2 1-6,-1 8 1,2-1 19,11-13 1,0 2 58,3-11 33,-10 15 1,-2 2-12,-5 2 118,-11 6-202,-4 24-38,-5 2 27,-5 19 0,-5 30-22,5 9-59,7-23 1,3 1 72,8 2 0,4 0-9,2-3 1,3 0-911,6 9 0,1 2 907,2-1 1,-1 0-9,-2-1 1,-1 0 901,-6-2 0,-4 0-1132,-4-1 1,-5-1-701,-7 0 1,-5-1 930,-5 2 0,-1-3 0,-6 5 1,0-7-1</inkml:trace>
  <inkml:trace contextRef="#ctx0" brushRef="#br0" timeOffset="41991">26107 4807 19673,'6'-44'1288,"1"1"0,0-1 0,2-21 1,-2 15-1069,-5 34-293,-2-1-91,0 14 17,0 9 121,0 11 45,1 40-271,1-9-450,2 12 1,1 2 641,1 0 48,-2-17 0,1 7 0,-2-8-30,0 14 25,-2-10 0,-5 0 84,-13-1 56,-5-7 125,-6-14-160,9-19 122,2-14-66,9-21-130,2-12 9,8-7-15,4 15 0,3 1-2,13-21 512,-7 21 0,0 0-501,17-19-68,-2 14 1,-2 13 27,2 12 1,21 18-1,-12 4 17,-5 4 1,-1 4-23,15 19 3,-18-7 0,-2 3 8,-10-5 0,-5 0-3,-7 5 1,-8-2 2,-17 6-8,-8-17 0,-7-3-826,-11-4 0,-1-3 736,8 0 1,-2-3-964,-21-3 0,4-6-605,15-9-3157,-10-9 4127,42-3 0,5 10 1,4-1-1</inkml:trace>
  <inkml:trace contextRef="#ctx0" brushRef="#br0" timeOffset="43091">26772 4783 23019,'-36'14'764,"0"1"0,-13 8-708,71-23-5,11 0-23,6 4-34,0 5 6,-3 10 0,-3 11-5,-1 8 5,-8-4 0,3 2 0,-2 0-17,-1-1 14,-4-4 0,-2-3 14,-11-11 23,-13-6 39,-19-7-40,2-2 91,-25-15-46,24-4-28,-5-13-55,21 1-6,9 6-62,32-9-17,11 11 11,-8 7 1,4 0-417,1 4 1,1 1 401,5 1 1,-1 0 53,-9 2 0,0 1-43,16-1 1,-3 0-306,8 1 401,-21 1 0,-3 0 31,-5 0 61,-15-4-106,-12 4 45,-13-8 22,-7 3 776,-11-1-776,0 3 366,2 3-382,-5 10-34,9 5-17,-6 11-12,12 4 12,1 4 0,4-6-11,1 9 22,6-15 1,3 5 38,11-14 6,14-7-17,15-10 23,9-6 173,3-10 130,-18 1-136,-10 3-10,-20 5-40,-6 7-56,0 4-95,0 1-56,1 3 11,2 0-61,-4 6 39,1 5-62,-1 9-95,3 6-202,9 4-269,6 0 281,5-8-1048,23-3 425,-5-14 287,19-7 481,-11-11 325,-9-12 196,-9-4 224,-11 0-179,-7 7 835,-4-1-387,-6 12-308,1-1-353,-1 8 72,1 3-116,0 10-12,1-2 50,-3 23-39,0-5-16,-3 14-23,0-13 44,-4 5-55,5-18 309,-3 4-7,5-15-185,4-9-123,10-12 1,12-12-1,15-7 11,10 0 23,-6 9-37,-13 13 1,0 1-20,6 0-23,11-1-39,-18 13-11,-6 9 34,-7 3-381,-2 20-287,-7-2-10,0 6-3657,3 12-3020,7-18 7405,6 7 0,-5-22 0,-6-7 0</inkml:trace>
  <inkml:trace contextRef="#ctx0" brushRef="#br0" timeOffset="43381">28586 4977 13469,'0'-3'6710,"0"0"-3915,0 3-1927,-60-38-207,38 25-404,-12-9 1,2 3 16,23 14-218,5 4-56,3 0-78,0 1 55,0 2 29,-3 2-6,0 4 17,-3 1-6,-2 2-5,2-2-12,1-3 17,3-3 0,2-1-263,1-2-246,7 0-1238,7 0-3552,12 2 5288,0 1 0,-8-1 0,-8 1 0</inkml:trace>
  <inkml:trace contextRef="#ctx0" brushRef="#br0" timeOffset="43864">28586 4971 15384,'38'-9'6363,"-7"-2"-5103,-30 1 12,-1-6-987,0 5 135,-3-4-207,-4 7-107,-10-1-27,-13 3-3387,-27 3 3320,14 5-4,10 1 0,2 4-8,1 8 6,-2 7 0,14 3 5,10 1 39,14 1 3381,4-7-3313,39 8-34,-2-16-9,-5-5 1,1-4-20,6-6 22,-15-12 1,-4-4-34,-9-7-6,-4-4 0,-2-1 17,-5-8-11,-3-8 0,-2-5 2,-3 4 1,-1 0-890,1-7 1,0 2 908,-2 11 0,-1 4 208,-2-7-68,0 25-112,-1 5-145,2 13 72,1 9-22,1 22 0,0-1-754,-5 17 1,-2 3 742,-4 10-38,3-20 1,-2 7-1,0-4-547,-2 5 1,1-2 49,0 13 0,2 0-1152,5-5 0,6-2 1698,10-1 0,4-5 0,1 5 0,12-13 0</inkml:trace>
  <inkml:trace contextRef="#ctx0" brushRef="#br0" timeOffset="44640">29251 4798 22783,'56'-22'-2347,"-13"4"1215,8 19 0,-2 5 0,-16-4 0,28 5 0</inkml:trace>
  <inkml:trace contextRef="#ctx0" brushRef="#br0" timeOffset="44811">29364 5015 23052,'25'-22'-916,"7"8"0,4 3-1814,0 4 0,2 2 1597,11-3 1,0 1 0,6 1 0,-24 3 0</inkml:trace>
  <inkml:trace contextRef="#ctx0" brushRef="#br0" timeOffset="48641">30224 4722 17770,'-29'-27'268,"-1"-1"1,1 3 0,-1 8 68,-10 23-146,2 0 111,2 6 0,0 1-240,6-1 11,-22 14 179,45-12 123,12 6-84,19 3-129,25 5-546,-15-13 1,2 0 400,6 3 0,0-2-12,-8-3 1,-1 1-17,9 6 0,-4 0-128,-2 6 162,2 9 55,-34-12 45,-19-5-16,-17-4 27,-29-6-106,14-6 269,11-4 0,0-3-308,-8-7-123,-4-5-252,11-1-6778,16 1 7164,14 4 0,6 6 0,3 4 0</inkml:trace>
  <inkml:trace contextRef="#ctx0" brushRef="#br0" timeOffset="49864">30689 4796 13665,'0'-3'4178,"0"1"-605,0 2-3310,-74-33-89,37 34-121,-10-13 0,1 5-2,13 32-34,8 3-1,9 2-16,8-1 12,5-1 21,8-2 18,1-8 196,22-1-68,1-11-17,18-8 12,-1-11 50,-2-12 67,-4-5 51,-8-2 27,-10 2-55,-9 6-73,-8 7-107,-4 8-173,-2 4 11,-4 9 17,-1 1 0,-7 13-1,2 3-156,-1 18-509,9 7 218,4-8-141,8-4-957,7-15-487,6-4-337,11-3 617,5-9 1192,5-13 830,0-7 616,-3-11 1344,-5-10-745,-14 5-840,-6 3 941,-11 2-1149,-3 17 270,-4-7-297,2 13-336,-4 1-51,-1 11 0,1-1 23,-6 16-1,5 1-33,-1 10 6,1 8-1,2-14 1,-2 5 5,-1-19 73,-2 0 549,3-15-605,5-4 22,16-30-10,8 6-12,6-9 0,-1 13 22,-9 10 191,19-5-241,-20 12-6,15 0 12,-25 15-1,5 19 1,-6-10-17,3 31 11,-8-27-6,0 16 6,-2-24 62,0 0-17,0-7 106,0-1-6,7-14-105,5-5-29,4-6-6,9-11-10,0 5 16,14-9-11,-5 12 22,2 5-33,-14 13-34,7 5 17,-11 7-67,5 4-151,-8 8-409,-2 4-689,-1 4 324,-2-5-369,0-2-8442,9 3 5351,0-11 4480,7 4 0,17-16 0,-9-6 0,8-3 8026,-4-14-4497,-23 3-1557,2-10-1317,-16 10 342,-9-4-146,-6 7 107,-16-4-605,5 10-263,0 3 16,10 10-61,9 6-17,1 1 56,3 11 56,9 12-39,2 6-45,9 11-51,-2-13 23,7 18-22,-10-18-6,2 12-11,-10-21 44,-18 0-44,-7-15-22,-8 1-197,-15-12-1949,-4-16-5102,3-5 6433,5-8 0,24 12 0,9 8 0</inkml:trace>
  <inkml:trace contextRef="#ctx0" brushRef="#br0" timeOffset="50240">31900 4839 23343,'-9'38'180,"1"-2"-147,5-15 6,1-4 135,1-7-17,4-5 173,8-3-89,20-8-118,4-3 45,11-8 28,-14-4 6,-11-2-85,-11 1-77,-7 5 22,-13-3-73,1 10-57,-3-2-201,7 8-218,4 5-544,3 5-1097,5 3-1787,5 5-2896,6 1 1865,3-1 4946,-2-4 0,-7-4 0,-6-4 0</inkml:trace>
  <inkml:trace contextRef="#ctx0" brushRef="#br0" timeOffset="50898">32142 4876 9509,'3'-4'9830,"-1"1"-5165,-2 3-4648,10-27-39,-11 26 33,6-13 0,-11 40-22,2 10 5,2 6 1,3-1 5,-1-7 11,2-9 73,-4-12 201,2-7-5,0-8-162,8-12-34,8-9 22,12-12-66,-1 5 13,-4 8 0,2 2 9,7-3-40,10-4-78,-18 17-22,-11 7-158,-5 10-66,-6 5-840,0 20 402,-2-8-1399,2 15-763,9-14-1075,12 5-1714,16-6 3496,9-6 2195,3-9 0,-5-6 398,-7-14 5404,-9-8-604,-9-9-2184,-9-4-1278,-8 1-571,-11 3-498,-4 8-315,-7 7-189,-2 7-102,-3 6-5,0 9-39,1 8-39,4 9 22,8 5-6,5-5 17,13 8 34,1-16 90,6 3 156,-3-13 269,-4-5-369,-4-2 139,-1-1-44,-3 0-269,0 2-6,0 4 11,0 14-11,2 3 3,2 10 0,2 4-686,5 24 689,-3-15 0,0 3-26,-3-7 1,-2 0-51,-3 1 0,-5 1-417,-7 2 0,-6-2-4440,-9 0 1,-3-3 3864,4-10 1,1-4 0,-18 7 0,30-26-1</inkml:trace>
  <inkml:trace contextRef="#ctx0" brushRef="#br0" timeOffset="54741">10386 2608 14157,'-3'-4'5126,"0"0"-2810,3 4-2161,23-47-1242,29 22 1276,-8-7 1,6 0-203,-10 19 0,3 5 0,0 0-981,4-1 0,1 1 0,-2 1 409,9-3 0,1 3 650,-12 2 1,2 0 0,-8 2 0,5-1 0,13 1 0</inkml:trace>
  <inkml:trace contextRef="#ctx0" brushRef="#br0" timeOffset="54941">10657 2563 25552,'6'36'-1152,"1"1"1,1-1 0,4 0-489,7-4 1,1-3-570,9 22-2031,-16-13 0,-5 1 4252,-11 6 0,2 4 1,-8-30-1</inkml:trace>
  <inkml:trace contextRef="#ctx0" brushRef="#br0" timeOffset="55064">10478 3198 32767,'36'-51'-463,"0"0"0,3 3 1,4 9 505,-6 22 1,3 5-339,2 0 0,5 1 0,-9 1 1,5-1-1,-6 3 0,1 0 0</inkml:trace>
  <inkml:trace contextRef="#ctx0" brushRef="#br0" timeOffset="55408">11279 2957 32767,'27'-49'0,"0"0"0,0 0 0,-1 3 0,-5 13 0,0 1-681,0-5 0,-2-2 554,0-4 0,-3-1-12,-1-1 1,-3 0-14,-2 2 0,-3 2 45,-1 5 1,-3 3-102,-6-16-312,-2 24 65,-15 12 343,4 19 1191,-10 10-157,-2 38-572,10-9-260,7-1 0,3 3-343,4-6 0,4 2 248,1 13 0,3 2-82,2 3 1,3-3-331,-1-11 0,2 0-797,2-6 1,3 0 0,0-3-1096,1-1 1,1-1-654,8 11 0,0-2 2842,8 2 0,-13-22 0,-10-16 0</inkml:trace>
  <inkml:trace contextRef="#ctx0" brushRef="#br0" timeOffset="55564">11266 2943 32767,'43'-47'0,"0"1"0,-10 16 0,2 3 0,3 5-479,9 7 1,3 8-1,0 0-117,-6-1 0,0 2 1,-4 0-1,3-1 0,-6 2 1,4 0-1</inkml:trace>
  <inkml:trace contextRef="#ctx0" brushRef="#br0" timeOffset="56492">13182 2585 22722,'-8'-29'73,"2"23"-202,5 38 0,2 18-196,-2 12-3270,0-11 0,-1-1 1007,0-15 1,0-2 2587,-1 5 0,1-3 0,0 8 0,1-20 0</inkml:trace>
  <inkml:trace contextRef="#ctx0" brushRef="#br0" timeOffset="56830">13373 2323 22408,'-26'39'-214,"1"0"0,3-4 1,12-4-179,49 1 210,-4-15 239,-1-8 120,-13-13 462,-4-16-253,-7-2-172,0-15 296,-13 0-442,0 13 145,-6-2-449,4 17-373,-2 2-1064,3 12 485,2 3-5397,5 13 6534,2-5 0,0-2 0,0-5 1</inkml:trace>
  <inkml:trace contextRef="#ctx0" brushRef="#br0" timeOffset="57240">13929 2362 32767,'-53'25'0,"32"5"0,8 7-589,15-3 1,5 2-1649,0 18 1,1 1 1739,-3-19 0,-1 0 108,2 5 1,-2-1 671,0 2-1091,-1-1 1,-1-2-762,-3-7-2181,-9 20 3067,0-43-450,-12-10 1076,4-21 254,5-4 1,1-6 167,3-2 1,2-2 371,-1-10 1,3-2 421,4 5 0,1 3-295,1-21 622,0 2-1349,-7 34-646,-4-1 437,-3 20 984,-13 25 631,9-2-313,-18 33-820,16-14 0,1 3-679,-2 2 0,0 3-585,-4 13 0,1-1-1425,7-16 0,2-1 2460,-1 4 0,1-4 0,3-8 0,2-1 1</inkml:trace>
  <inkml:trace contextRef="#ctx0" brushRef="#br0" timeOffset="57808">15343 2593 25627,'-35'17'125,"15"7"0,5 6-323,6 26 27,3-16 0,3-1-34,9 12 46,3-20 190,26-7-3,-10-17-30,31-11 37,-24-8 0,-1-6 207,8-8 1,-1-3-11,-5 4 0,-2-1-520,0-10 0,-4 2 682,-7 1 301,5-24-411,-17 30-177,-7-5-291,-9 21-707,-6 8 370,5 7-1527,0 15-4475,19 3 6455,1 7 1,3-12-1,-4-8 1</inkml:trace>
  <inkml:trace contextRef="#ctx0" brushRef="#br0" timeOffset="58082">16223 2503 20133,'1'-7'5184,"0"1"-4347,1-55-517,-9 39-261,4-13 1,-3 4-172,-11 23 150,1 10 158,2 14-347,5 17 125,4 2-38,8 3 1,5 3-195,1-10 0,2 0 224,5 15 0,3 1 5,0-10 0,1-2-47,-3-2 1,-1-2-223,7 14 3,-10 0-86,-23-12-362,-30 11-172,-12-16 24,17-15 0,-2-5 1034,0-13 1,3-5 0,-2 5 0,0-16 0</inkml:trace>
  <inkml:trace contextRef="#ctx0" brushRef="#br0" timeOffset="58244">16038 2568 21585,'0'-3'4021,"0"0"-3571,0 3 473,-3 16-1289,-1 20-156,-5 24-49,3-22 0,0 0-110,1-7 1,0 1 575,-5 17 0,0-5 0,3-13 0,-4 21 0</inkml:trace>
  <inkml:trace contextRef="#ctx0" brushRef="#br0" timeOffset="59031">16686 2562 31488,'-38'8'415,"-1"0"0,-17 5 16,69-4-1417,16-5 821,14-10 322,13-8-51,-25 2 0,0-1-165,-1-3 0,-2-1 48,13-11-126,-4-7-72,-21 5 328,-8 2-411,-20 4-467,-21 14 434,-4 8 276,1 6 0,-1 5 49,-12 7 6,16-2 1,1 1 49,-1 14 73,15-4-30,15 15 190,14-8-998,16 15-142,19-10-42,-16-18 0,4-3 203,5 1 1,3-3-131,6-1 1,2-3 177,6-1 1,1-3 487,-11-1 1,2-3 104,2-3 0,5-4 1,-4-1-144,2-3 1,-2-3 515,-4 1 0,3-2 1,-6-2 180,1-6 1,-8-2-24,-10 0 0,-5-1 306,-1-23-356,-25 3-502,-19 6-109,-20 10 56,-16 12 106,23 13 0,-2 4-35,-2 4 1,0 5 52,0 2 0,1 4 8,5 3 0,2 4 30,5 1 1,3 3 97,6 1 1,4 1-1,-2 31-219,17-7 825,18-8-1187,17-15 170,18-13 255,-22-14 1,1-3-70,2-5 1,0-5 251,1-2 0,-2-5 169,0-5 1,-3-4-183,-2-4 1,-2-5 18,-1-15 0,-3-3-52,-8 16 1,-3-2-287,2-19 0,-5 0 170,-6 21 1,-2 1-55,-1-6 1,-1 0 170,-2 8 0,-1 2-578,-8-17 415,0 16-21,2 15 537,3 16 457,3 10 296,-2 23-938,1 19-627,3-13 0,0 5 368,1 8 0,1 3-232,3 7 1,2 1-266,0-18 0,1 1 0,2-1-685,2 0 1,2 0 0,1-2-1805,3 8 1,3-3 2859,5-1 0,0-7 0,-5-8 1,1-4-1</inkml:trace>
  <inkml:trace contextRef="#ctx0" brushRef="#br0" timeOffset="59924">19843 2515 16204,'-4'-51'1592,"1"0"0,-1 0 0,-1-11 0,-4 9-1217,-12 5 396,-6 31-631,5 19 62,-6 17-152,10 10 1,3 7-51,1 5 0,1 3-108,1 3 1,0 5 105,5 0 0,0 5 0,2-5-499,0-7 1,0 1 442,0 10 0,-1 7 1,1-1-1047,-1-5 0,0 0 0,0 1 597,-1 2 1,0 0 0,-1 3 31,0-7 1,-1 4-1,-1-1 1,0-6 222,0-6 0,-1-5 1,-1-1 346,-7 16 0,-3-16 259,-13-35-247,3-47-35,13-11 1,4-6 131,4 15 1,2-1-153,0 0 0,0-4 1,2 3 56,1 4 0,2 0 17,-1-12 0,2 0-132,6 14 1,1 3-17,9-24-45,30 15 44,-16 27 1,4 1 5,12-8 0,4 1 22,8-2 1,2 2 449,-17 6 1,1 0-1,0-1-388,6-1 1,0-1-1,-4 1-8,2 0 0,-3 0 111,5-3 1,-7 3 844,-12 2-398,0 0-219,-15 6-29,-3 2 406,-8 6-579,1 2 933,-3 2-1067,0 8-34,0-1 17,2 28-24,0-14 33,3 25-3424,7-10 3405,-2-7 44,9-2 353,-2-20 49,-3-1 171,5-9 260,-4-16-475,-2-7 3285,-3-17-3390,-18-8-277,1 16-38,-13-9-189,4 24-9,-3 1-229,2 10 273,2 9 0,4 11-54,3 3-2181,6 24 571,7-15 957,19 28 0,-13-35 0,9 6 0</inkml:trace>
  <inkml:trace contextRef="#ctx0" brushRef="#br0" timeOffset="60231">20542 2548 29019,'30'-10'54,"0"-1"1,26 10-249,-32 30 1,-5 9-1083,6 19 983,-17-18 1,-9 1 137,-15 0 1,-6-2 155,3-2 0,-3-2 54,-9-1 0,-1-6-32,-10-8 244,14-27-203,13-8-46,18-18 0,8-7 79,2 10 1,2 1-505,3-13 1,3 1 410,6 6 1,3 4-32,-3 10 0,0 1-48,-1 1 1,2 2-2066,11 4 0,-1 5 2150,3 5 1,3 2 0,-30 4 0</inkml:trace>
  <inkml:trace contextRef="#ctx0" brushRef="#br0" timeOffset="60990">22658 2432 18766,'-18'-50'1118,"1"1"0,2 8 1,-3 10-850,-24 23 455,3 27-713,9 6 5,12 0 1,1 6-444,3 13 1,3 5 415,-2 4 0,3 4-239,3-10 0,0 3 0,2 0 173,1-5 1,1 1 0,-1-1-63,1 1 1,-1 0 0,-1-1-23,-1 0 1,-1 0 0,-1-2-11,-7 17 0,-3-3 123,-3-9 1,-4-5 66,0-11 1,-3-7 75,-23-2 282,9-35-332,15-26-34,18 7 0,5-2-318,5-25 315,9 8 1,6-1 68,1 16 1,3 1-103,9-13 0,5 1-144,10 8 1,1 6 166,-13 11 0,2 2-334,17-3 0,1 2 0,-15 9 0,0 1-1298,17-8 1,-1 0 1607,-17 5 1,-1 1 19,1-3 1,-2-1 338,14-16 42,-15 6 246,7-7 174,-24 15 466,-4-1 305,-6 5-1118,0 0-291,-2 5 3320,-2 5-3477,-2 5 164,0 7-141,0 13-29,0 3-100,0 36-258,-1-11-56,1-14 0,-1 0-1310,1 18-2698,0-10 4441,0-13 1,0-14 0,0-10 0</inkml:trace>
  <inkml:trace contextRef="#ctx0" brushRef="#br0" timeOffset="61141">23124 2405 16409,'-28'-13'0,"6"3"0</inkml:trace>
  <inkml:trace contextRef="#ctx0" brushRef="#br0" timeOffset="61441">23552 2380 18672,'-5'-54'1678,"-1"0"1,1 0-1,-1 5-804,-1 6-202,-2-2-228,2 15-301,0 14-113,4 11 60,1 15 30,1 18 31,-1 27-550,1-16 0,0 3 433,-2 11 0,1 1-62,-3 8 1,1 1-370,0-19 1,0 0 0,1 1 274,0-2 1,0-1 0,0 0-297,-1 16 1,2-2-613,3-6 1,2-4-2812,3-4 1,2-4 3823,9 19 0,-7-30 0,-6-19 1</inkml:trace>
  <inkml:trace contextRef="#ctx0" brushRef="#br0" timeOffset="62390">23957 2381 18016,'11'-45'1477,"-1"0"1,1 0-1,3-15 1,-4 11-935,-6 25-437,-3 13-27,-1 15-46,-5 36 89,-2 17-609,2-22 0,-1 1 523,-1 14 1,-1-1-11,3-17 0,0 1-109,-4 24 1,0 2-193,3-12 0,1 0-729,0 16 1,4 1-522,3-17 1,2-3-3392,2-2 1,2-5 3896,4-4 0,-4-16 1,-6-14-1</inkml:trace>
  <inkml:trace contextRef="#ctx0" brushRef="#br0" timeOffset="62549">23888 2795 16169,'-4'-8'4810,"0"2"-4013,-12-30 0,-2-7-677,9 9-182,-10-10 0,6 1-138,26 21-4522,34 10 4647,-4 4-1098,11 8 1,3 2 519,-2 3-4263,3 3 1,0 0 4288,-14 2 0,7 0 0,-37-7 0</inkml:trace>
  <inkml:trace contextRef="#ctx0" brushRef="#br0" timeOffset="63061">24334 2574 27007,'-17'-26'-1005,"16"11"500,23 20 714,20 2 449,10-3-159,7-4-46,-1-9-33,-9-5-454,-16-1 259,-11-9-14,-17 2-387,-14 0-392,-6 4 36,-24 9 123,-16 9 32,0 5 475,-5 7 39,27 7 346,10 6-72,11-3-103,10 21-293,7-18-35,10 7 1,5-1-79,8-3-128,13 2 1,5-2 281,-16-15 1,1-3-119,13 5 1,0-3 113,6-4 241,7-12 315,-24-13-115,1-1-97,-16-7-376,-14-17-313,-2 15-88,-1-27-14,2 15-39,7 0-46,2 6 192,24 5 225,-13 17 216,7 2 1,2 1 423,5 4 520,11 7-565,-20 9-255,-10 12-277,-8-2-290,-2 30-447,-5-22-1119,1 9 1,2 2 1693,5 13 0,-3-4 0,1-20 1</inkml:trace>
  <inkml:trace contextRef="#ctx0" brushRef="#br0" timeOffset="64391">26038 2748 9592,'9'-53'2929,"0"0"1,0 3 0,-3 3-296,-9-9-2138,-1 5-115,-6 11 695,-2 14-963,-5 12 469,-5 13-548,-3 13 1638,-3 11-1596,2 12-1,5 7-2,10 2-59,10 1-48,11-4-37,10-6-33,0-11 42,19-9 370,-6-18 213,19-10-11,-4-16-83,-1-11 20,-6-7-43,-11-2-141,-11 11 74,-8-6-593,-7 22-220,-1-3-35,-3 17 83,0 8 150,0 14-31,-1 12 107,0 18 36,0 12 143,1 5-45,1 1-58,2-6-3,1-10-51,4-16 185,1-14 100,6-15 323,5-14-91,4-15-78,5-14-30,-1-9-4,2-1 48,-4 5-63,-7 14-35,0 2-586,-8 18 82,4-1 83,-1 13 60,2 9 9,4 9-11,0 11 2,-1 8 92,-2 4 163,-2-2-10,-2-5-4,-2-8 3,-1-10 76,2-9 152,4-11 114,7-9-160,6-9-19,3-5-6,-1 0-4,-3 3-17,-6 7-49,-7 8-179,-4 5-25,-4 5 123,2 6-161,4 5-51,3 8-117,7 5-88,6 3-131,9 0-52,11-3-1,10-4 35,-25-14 1,0-1 506,1-2 0,1-2-1496,4-6 1,-2-2 1748,12-3 66,3-17-23,-32 3-112,-1-8-88,-9-2-145,-9 2 212,-14 4-315,-14 6 151,-16 9 47,-12 6 93,-7 14 119,1 9 3378,7 11-3413,13 14-25,24 4-223,22-1-214,31-6 63,19-17 125,-13-16 0,1-2-691,18-5 771,-18-6 0,-2-5 50,3-17-211,-21 8 1,-1-3 126,-6-4 0,-5-3 42,-3-4 0,-4-2-49,-1-4 1,-3-1-59,0-1 0,-1 2 11,0 2 0,0 2-48,0-22 41,0 19-10,-1 18 70,1 12 1,-2 13 951,-1 14-888,-4 19-25,-6 24-968,1-7 0,0 1 854,3-13 1,0 0-279,0 1 1,-2 2 0,3-1-1555,2 2 1,1-1 1912,-1 3 0,2-1 1,0 11-1,4-27 1</inkml:trace>
  <inkml:trace contextRef="#ctx0" brushRef="#br0" timeOffset="64914">28907 2522 12636,'2'-8'4604,"0"1"-3114,2-30 0,-8-5-554,-24 11-813,21-12 0,-4 3 532,-33 29-448,4 13 131,2 8-310,-1 7 0,15 10-6,14-3 17,25 4 0,8 0-50,3 3 162,11 2 0,6 3-154,1-5 0,0-1 6,-9-5 0,1 0-3,17 15 0,-7-3 0,-17-8 16,1 16-4,-50-25-1,-23 2 14,-1-13 0,-4-4-780,4-3 1,-1-2 740,0 0 0,1-3-70,5-6 0,3-2-109,-12-13-1769,2-14 1962,21-11 1,16 21-1,9 0 1</inkml:trace>
  <inkml:trace contextRef="#ctx0" brushRef="#br0" timeOffset="65874">29242 2514 14102,'1'6'4277,"-1"0"-2229,0-6 190,0 0-1674,13 19-471,0-15 405,26 13-152,1-22 250,16-13-105,-14-3-53,-5-9-52,-20 4-165,-10 6 4,-5 2-459,-10 7 192,-13-2-17,-5 5 133,-9 3 36,11 6 102,-7 6 22,3 11-77,3 7 6,8 18-234,16-13-265,17 17-19,-1-22-152,22 19 73,-8-21 0,5-3-349,3 2 1,3-3 460,12 1 1,0-4 225,-14-7 1,0-4-108,18-1 0,0-3 578,-21-4 0,0-1 234,13-2 0,-3-4 406,10-17-139,-17-9-336,-18 5-60,-8-9-10,-11 6-422,-8 0-367,-9 4 642,-11 13-434,-9 9 545,-7 6 227,-3 11 102,-8 12 13,19-2 117,-6 15-277,24-8-500,2 1-528,10 13-584,16-16 74,13 7 269,17-17 679,12-6 254,-5-5 34,-12-7 0,0-3 535,15-13-93,6-7 268,-25-4-615,-21 12-410,-11 1-949,-10 9 718,-6-1 112,-2 6 461,-9 4 437,11 7-561,-5 5-217,10 8 0,6-2 0,9 16 0,8-10-338,11 10-491,7-12 83,5-6 689,1-6-825,-1-5 464,-3-8 198,-4-5 465,-2-9-81,-9 0 107,3-22 2,-8 5-98,4-15 1032,-3 10-52,1 6-1155,7 5 0,1 11 0,8 7 0,-9 8 0,4 10-456,-8 6-210,2 12 327,-8-1 133,-5 26 166,-4-8-725,-3-12 0,0 2 1111,0 24 1,0-26 0,1-5 0</inkml:trace>
  <inkml:trace contextRef="#ctx0" brushRef="#br0" timeOffset="66714">31190 2681 10489,'-2'-4'7723,"1"2"-2721,1 2-4823,-79-45 27,49 38-130,-30-3 1,1 11-116,27 42-23,9-17 1,3 0 283,5 28-6,15-18-497,13 10-18,20-4-138,-8-23 1,5-4-327,3-3 0,3-4-282,2-2 1,0-4-109,0-5 1,0-3 216,18-5 439,-18-6 0,-2-4 446,8-18 310,-12 9 0,-3-4 436,-9 0 0,-3-1 412,-1-3 0,-3-2 257,-2 0 1,-2 0 76,-2 1 1,-2 0-114,-1 4 0,0 1 952,3-23-340,2 14-756,2 13-885,2 12-299,-2 9-414,-3 5-314,-4 22 745,-14 15-64,1-5 0,-3 4-128,-4 6 1,-3 0 93,-1 4 1,-1 0 54,1 2 0,1-1 128,2-3 0,2-2 136,3-4 1,3-2 461,-2 17-702,8-19 275,16-9-282,20-17-782,14-10-29,2-8 571,-19-1 1,-2-4-81,5-6 80,0-4 0,0-2 179,8-8-15,-13 14 0,-1 2 699,11 1 494,-16 14 203,5 15-1031,-12 4-280,23 36 0,-8-2-4916,-6-2 1,-2 0 2784,1 5 0,-7-2 0,-13-39 0</inkml:trace>
  <inkml:trace contextRef="#ctx0" brushRef="#br0" timeOffset="70208">32343 2669 21937,'4'-15'1104,"1"2"-964,-2 11 539,0 0-158,-2 2 10,-1-2-630,2-1 196,-1 0 326,2-1-106,-2 2 842,0 0-346,-2 1-586,-1 0 4,0 0 61,0 0 59,1 1-665,-1-1 421,0 3-412,-2 0-168,-1 2 799,-1-1-339,2 1 508,1-2-195,0 0 407,0 2-78,-3 1-426,-3 3 90,-4 5-185,4-2 326,0 3-46,7-6 344,0 1-305,1-2-427,2-4 0,6 0 0,8-3 0,15 0 0,10-8-873,-5 1-263,13-20 281,-24 4 117,4-11 174,-20 12 1593,-17-9 424,-9 10-451,-14-7-347,-13 11-628,14 8-144,-9 3-630,20 13 71,1-1-395,-8 23 521,7 2 683,-12 20 201,6 1 276,5 0 443,9-3-22,16-5-1031,18-5 0,26-7 0,-13-18 0,4-3 0,8-2 0,1-3-248,5-1 1,1-2-378,-1-4 0,0-2 5,-4-1 1,-3-4 18,-8-2 1,-3-3-480,14-19 1026,-24-11 466,-17-9-365,-16-8 290,-7 1 104,5 27 1,0 2 200,-3-8-259,3 3-103,9 17-1147,1 9 41,0-1 628,0 15 858,0 4-1165,4 20 90,7 13 366,13 5 1,6 4 173,-3-12 1,2 0-1541,6 10 1,1-4 1741,-9-19 1,-1-2 232,14 22-548,-17-2-857,-27 10-1254,-20-27 1,-9-5 1867,-8 0 0,-2-4 1,9-6-1,2-1 1,-14 1-1</inkml:trace>
  <inkml:trace contextRef="#ctx0" brushRef="#br0" timeOffset="361151">9804 6075 10437,'-4'-1'3386,"0"1"-3096,4 0-149,-11-4-88,13 3 439,-3 0-673,22 5 631,-1 1 71,26 5 46,-4-3-271,-10-3 0,2 1-220,-2-1 0,0-1 281,4 0 1,0-1-157,3 0 0,2 0 257,4 0 1,0 0-660,5-1 0,1 0 418,5 0 1,2-1-698,3 1 1,1-1 623,-18-1 1,1 0-1,0 0 14,4-1 1,0 0 0,-2 0-17,12-1 1,1 0-26,-12 0 0,5-1 0,1 0 0,-4 1-89,4-1 1,-3 0 0,4 1-511,3-1 1,3-1-1,2 1 1,-3 0 476,-6 0 1,-1 1 0,-1-1-1,1 1-7,2-1 0,0 1 0,0-1 0,-2 1-13,5-1 0,-3 0 1,5 1 15,-11-1 1,4 1-1,2-1 1,-1 0-1,-4 1-571,14-2 0,-4 1 1,5 0 585,-13 1 0,4-1 1,2 0-1,-1 0 1,-2 1 30,4-1 0,-1 1 0,-1 0 1,0 0-130,1 0 1,1 0 0,0 0 0,2 0 83,-3 1 1,3 0 0,0-1 0,-1 1 0,-4 0-176,-3 0 1,-4 1 0,0-1 0,4 0 154,2 0 1,4 1-1,1-1 1,-2 0-1,-3 0-14,-5 1 0,-3-1 0,-1 0 1,3 1-1,10-1 0,2-1 1,2 1-1,-1 0-5,-1 0 1,-1-1 0,1 1 0,2-1-11,-4 0 0,2 0 0,0 0 0,-1 0 1,-3 0-49,-4 1 0,-3-1 0,-1 1 1,1-1 73,7 0 0,0 0 0,1 0 0,0 0 13,1-1 1,-1 1 0,1-1 0,-2 1-2,-5 0 0,-2 0 1,2 0-1,2 0-2,4-1 1,5 1 0,0-1 0,1 0 0,-3 1-31,-9 0 0,-1 0 0,0 0 0,-1 0 0,1 0-2,1 1 1,-1-1 0,1 1-1,-1 0 1,1-1 22,-1 1 0,1 0 0,0 0 0,-1 0 0,1 0-100,-1 0 0,0 1 1,0-1-1,-1 1 0,1-1-18,12 1 1,-1 0-1,1 0 1,-1 0 47,-1 0 1,0 0 0,0 1 0,-1-1-59,-1 1 1,-1-1-1,1 1 1,1 0 14,-4 0 1,1 0 0,1 0 0,-2 0-1,-4 0-33,12 0 1,-4 0 0,5 0 82,-6 0 1,7 0 0,0 0 0,-3 0-1,-8 0 135,-7 0 1,-7 0 0,6 0-140,0 0 1,5 0-1,3 0 1,-1 0-1,-4 0 81,8 0 0,-3 1 1,3 0 15,-6 0 0,3 0 0,1 0 0,-1 0-10,0 1 0,-1 0 0,1 0 0,-1 0 74,1 0 0,-1 1 0,0-1 1,0 1-77,1-1 1,-1 1 0,0 0 0,0 0-2,0 0 0,0-1 1,-1 1-1,1-1 9,0 1 0,-1 0 0,1-1 0,-1 1 8,1-1 0,-1 0 0,0-1 0,1 1 4,-1 0 1,0 0-1,1 0 1,-1-1 3,0 1 1,0-1 0,0 0-1,0 1 0,0-1 1,0 0 0,0 0 0,0 0-5,-1 0 0,0 1 1,0-1-1,0 0-1,0 1 0,0-1 0,-1 0 0,0 1-4,0-1 0,0 1 0,0 0 0,-1 0-8,0 0 0,0 0 0,0 0 0,0 0-2,-1 1 0,0-1 0,1 1 0,-1 0 0,1-1 0,-1 1 0,0-1 0,1 1 1,0 0 1,1 1-1,-1-1 1,-2 0-3,4 0 1,-1 0 0,4 1-1,0-1 0,7 0 0,2 1 0,-2 0 0,-8-1 8,-4 0 0,-6-1 0,7 1 3,1-1 1,8 1 0,5 1 0,0-1 0,-5 0 0,-8-1 9,-4 0 0,-7 0 1,5 0-9,1-1 1,4 1 0,3 0-1,0 0 1,-3-1 13,5 1 1,-1 0 0,-1-1-1,-2 1 58,9-1 1,-3 1-1,4 0-67,-1 0 0,4 0 0,0 0 0,-5-1 3,-3 1 0,-3 0 0,1 0-5,-3 0 0,1 0 1,1 0-1,0 0 6,-1 0 0,0 0 0,0 0 0,1 0-3,-2 0 1,1 0-1,1 0 1,1 0-1,-2 0 0,3 1 0,1-1 1,-2 0-1,-3 0-86,12 1 0,-3-1 0,3 1 75,-12-1 0,4 0 0,1 1 0,-1-1 0,-3 0 0,11 0 0,-4 0 0,3 0-2,-5 0 1,1 1 0,3-1-1,0 0 2,-5 0 0,3-1 0,0 1 0,-1-1 0,-5 0 1,-2 0 1,-5 1-1,1-1 1,2 0-8,1-1 0,4 1 1,1 0-1,-3 0 1,-3-1 198,8 0 1,-4 0 0,1 0-183,-4 0 0,1 0 1,2 1-1,1-2-155,-5 1 1,1-1-1,1 0 1,-1-1-1,-1 1 156,6 0 1,-1 0 0,0 0-1,-1 0-51,-2-1 1,1 0-1,-1 0 1,0 0 56,-1 1 0,0-1 0,-1 0 1,-1 0 3,8 0 0,-2-1 1,3 1-7,-6 0 1,3-1 0,1 1 0,-1 0 6,-1-1 1,0 1 0,0 0 0,0-1-2,-1 1 1,0 0-1,0-1 1,-1 1-1,0 0 0,-2 0 1,1 0-1,-1 0-10,-2 0 1,1 0 0,-2 0 0,1 1-6,13-1 1,-1 0-1,-3 0 207,-12 1 1,-2 0 0,2 0-159,11 0 0,4 1 0,-5-1-17,0 1 1,0-1-12,-5 1 0,3 0 0,-3 0-6,7 0 1,-3 0-9,-3 1 0,-3-2 392,-2 1 0,-3 0-353,-3-2 0,-2 0 0,-2-2 1,0 0-32,-1-2 1,0-1-54,1 0 0,-1-1-126,1-1 0,1 0-2089,8-3 0,-2 0 2246,-10 3 0,-2 1 0,20-7 0,-32 9 0</inkml:trace>
  <inkml:trace contextRef="#ctx0" brushRef="#br0" timeOffset="377134">9974 5873 10763,'-46'4'379,"0"-1"0,4 0 0,8 3-211,16 7-45,3 0-56,5-2-83,4-3 111,4-2 538,4-3 392,8-1-67,12 0-297,18-1-319,18-1-581,-21-1 0,2 0 273,4 0 0,1 0 27,4-1 1,3 0 58,4-1 1,3-2-13,-14 1 0,2-1 0,0-1-1056,9-1 1,1 0-1,1-2 981,-9 2 1,1-1 0,1 0 0,0 0-25,4-1 1,1 0 0,0 0 0,0 0-369,1-1 0,0 1 0,-1-1 1,1 1 362,-3 0 0,1 0 0,-1 0 0,-2 0 7,12-2 0,-1 0 1,-3 0-246,-6 2 1,-3 0 0,-1 0 255,12-1 1,-4 0 17,-9 3 0,-4 1-35,-7 2 1,-3 1 2097,21 0-2103,-14 3 0,-16 1 1959,-5 1-1701,-13 0 1713,-1 0-1432,-8-2 186,-4 2-686,-10-2 0,-10 3 0,-10-1-27,-7 2-7,-3-1-5,-3 2-5,10-2-197,5 1 0,-3-1 205,6 1 0,-2 0-473,-20 2 0,-3 1 456,-4 2 0,-2 2-551,14-3 1,-2 1 0,-1 0 567,-5 2 1,-1 1 0,0 0-519,-4 1 1,0 0 0,2 0 525,11-2 0,2 0 1,-2 0 2,1 1 0,-1 0 0,0 0 0,4 0-20,-12 3 0,3 1 6,4-2 0,-1 1 0,4 0-101,-1 3 0,3-1 95,5-1 1,0 2 13,2-1 1,1 0 260,1 0 1,2-1-265,4-1 1,1-1-113,-8 4 1427,17-8-1208,58-23-84,-6 1 0,6-2-154,4-1 1,5-2 0,1 0 111,7-1 1,2-1 0,3-1-40,-13 5 1,2 0-1,2-1 1,-2 1-1,-2 1-7,12-3 0,-4 1 1,4-1-118,-1 1 1,3-2-1,1 1 1,-6 2-863,-6 3 1,-3 1 0,0-1 1038,5 0 0,0 0 0,-4 1 0,0 0 0,-6 2 0,5 1 0</inkml:trace>
  <inkml:trace contextRef="#ctx0" brushRef="#br0" timeOffset="378440">14466 5646 9066,'2'-1'3428,"17"-3"-3176,37-3-201,-3-3-32,-17 4 1,3-1-15,3-2 1,1 1-334,0 0 0,1-1 325,5-1 0,-2 1 208,6-1-368,2 1 127,-33 7 148,-2 1 56,-33 8-106,-22 5-20,5-2 0,-3 0-130,-7 2 0,-4 0 186,-5 0 0,-1 1-384,-2-1 1,0 0 540,4-1 0,1-1 0,6-2 0,3 0 69,-18 4-284,20-4-192,20-3 360,13-3 854,16-2-816,17-6-190,4 1-25,9-4 0,4-2 223,-8 3 0,3-1-267,5-1 0,5-1 0,-4 1-350,-3 0 1,-1 1 353,16-3 1,-3 1-20,4-1 11,-27 6 1,-2 1-12,10-2 33,-15 3 85,-28 5-34,-18 5 39,-30 6-28,13-2 0,-4 0-241,-8 1 0,-1 1 280,-6 0 1,-1 0 33,1-1 0,0-1-11,7-2 0,2 0 140,12-2 0,4-1-532,-4 1 117,37-3-1193,31-7 1339,2-1 0,1 0 0,5-2 0,9-2 0</inkml:trace>
  <inkml:trace contextRef="#ctx0" brushRef="#br0" timeOffset="379241">16103 5696 7671,'-11'2'1911,"2"-1"-1766,9-1 2090,0 0-2151,20-2 22,12-5-72,13 0 5,2-2-28,-19 5 141,-2 1 475,-18 1-302,-1 2 33,-25 4-212,-9 2 117,-22 6 163,-3 1 145,-2 1 40,5-2 16,10-2-22,12-4-241,13-2-230,8-2 174,5-1-33,12-1-79,9-4-96,20-4-32,15-5-435,-22 5 0,2 0 386,4 0 1,0 0-17,-7 1 0,0 1 5,14-3 1,-1 2-43,10-3-75,-19 5 0,-1 0-670,0 1-3376,-15 6 4155,-12 2 0,-5 0 0,-3 0 0</inkml:trace>
  <inkml:trace contextRef="#ctx0" brushRef="#br0" timeOffset="380057">18140 5517 11329,'-59'9'1166,"0"-1"1,0 1 0,10-1-119,17-2-314,3 0-437,12-2 543,25-3-527,4 0 113,33-1-124,15-5-970,-13 2 0,4 0 694,-11-1 0,2 0 0,4-1-25,0 1 1,5 0-1,0-1 1,-3 1-493,1 0 1,-3 0 0,3 0 487,5 0 0,4-1 0,0 1 1,-3 0-698,0 0 1,-3 0 0,2 0 693,-4 1 0,2 0 1,0-1-1,0 1-4,-2 0 0,0 0 1,1 0-1,0 0-423,4 0 0,3-1 0,-2 1 0,-4 0 433,-2 0 0,-4 1 0,2-1 0,10 0 0,1-1 0,-3 0 107,1 0 1,-3-1-108,0 1 0,-1 0-6,-8-1 0,-2 1-25,-5 0 1,-4 1 320,5-2-486,6-1 882,-17 3-5631,-11 1 4945,1 1 0,-8 0 0,-5 1 0</inkml:trace>
  <inkml:trace contextRef="#ctx0" brushRef="#br0" timeOffset="380933">22651 5456 13161,'-38'-5'1066,"-1"-1"1,-21-2-613,57 7 414,2 1-537,7 0-124,0 0 179,17 0-178,12-2-108,25 1-343,-21-1 0,4 1 265,-1 1 1,3-1 0,-1 1-15,4 0 0,1 0-274,1 1 1,4 0-1,-3 0 288,5 1 1,0 0-452,-10 0 1,2 0-1,0 0 442,-2-1 0,0 0 0,1-1 2,6 1 0,1 0 0,-4 0-10,2-1 1,-1 0-3,-6 0 1,2 0 0,-3 0-1,-2 0 0,-2-1 0,10 1 0,1-1-3,3 1 0,-1 0-6,-12-1 0,-2 1-16,3 0 0,-3 0-12,1 0-72,-6 0-102,-19 0 185,-1 0-833,-9 0 1047,6 0 1,-9 0 0,7 0-1</inkml:trace>
  <inkml:trace contextRef="#ctx0" brushRef="#br0" timeOffset="381890">26026 5582 15564,'-52'-7'582,"26"1"-442,75 1-107,-12 3 1,2 1-20,-4-1 0,3 1-1268,8 0 0,5 0 0,-4 1 1268,-6-1 0,1 1 10,3-1 0,6 1 0,3-1 0,-6 0 4,14 0 0,-1 0-268,-2 0 1,4-1 0,-2 1 229,-10 1 1,-2-1 0,1 0 5,1 1 1,0-1-1,0 1 9,1 0 1,0-1 0,0 1-8,2 1 0,0 0 0,1 0-296,1 0 0,0-1 0,0 1 307,1 0 0,1 1 1,0-1-5,0 0 1,0 0-1,0 0 2,0 0 1,0 0 0,0-1-7,-2 1 1,0-1 0,0 1 0,-1-1 0,0 0 0,-3 0-11,9 0 1,1 0-15,-6 0 1,4 0 0,-4 0 5,5-1 0,-1 0 13,-12 1 1,1 0-1,0-1-11,-3 0 0,0 1 0,0-1 2,2 1 0,1 0 0,0-1-2,2 1 0,-1 0 0,0 0 5,-3 0 1,-1 0 0,1 0 5,3-1 1,1 1-1,-4-1 509,0 0 0,0 0-511,-4-1 1,2 0-1,-2 1-22,5-2 0,-5 1 8,-10 0 1,0 0-57,9-1 1,-1 1 13,10 0 748,-17 1 1,1-1-682,12 1 1180,-5 0-1179,-5 0 1680,-5 0-1674,-3 0 479,-5-2-699,-4-1-1955,-5-2 2163,-6 1 0,-4 2 0,-4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14:04:14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3052 2960 18958,'5'-52'1510,"1"0"0,1 3 1,-4 14-1365,-6 30-118,-7 21 28,-13 31-45,3 0-3,6-7 1,0-1-253,5 4 238,3-7 1,2 2 2,2-1 0,2-1 9,-1 23-4,1-22 1,-1-3 76,-2-2 78,1-7 235,-2-11-90,2-28-257,0 3 33,0-22 339,9-16-383,5 5-31,2 11 0,4 2-3,18-4-6,-11 14 0,3 3-826,29-7 821,-9 6-34,11 0-17,-17 7-257,11-5 325,-21 7 11,6-7-6,-18 5-11,2-3 39,2-7 758,-13 8-713,8-12 450,-9 3-417,-3 6 153,-2-1-91,-4 14-179,-1 1 11,-3 9-11,-6 20 11,1-2-16,-4 27-79,9 10-79,0-10-1214,6-3 1,2 1-3335,5 10 4711,-3-20 0,1-2 0,0-1 0,-3-17 0</inkml:trace>
  <inkml:trace contextRef="#ctx0" brushRef="#br0" timeOffset="640">3912 2931 24934,'-20'-48'157,"5"9"-174,16 37 0,0 0 0,0 4 23,3 3 2,-1 0-17,4 4 20,-3-5 39,1 1 32,-4-5 293,-1 1-344,-1-5 6,1 0-10,-2-4-8,1 1-3403,-1-1 3438,0 2 48,-1-3-31,2 4 95,0-3-15,0 3 99,1-3 2,0 3 3614,2-10-3428,0-1-2,1-6-35,-1 3-91,0 5-89,-2 6-171,0 4-27,0 12-29,0 1-49,-1 21-7,-1 8 11,0 3 40,-1-1 0,-1 2-377,2-8 1,-1 1 101,0 17 0,1 1-537,1-6 1,1-2-984,1 1 1,2-1 1800,-2 2 1,0-4-1,3 6 1,-3-10 0</inkml:trace>
  <inkml:trace contextRef="#ctx0" brushRef="#br0" timeOffset="865">3829 3152 17928,'-5'-2'4537,"0"-1"-2709,5 3-1808,-3-38-82,16 26-779,10-11 0,7 2 844,7 16 1,2 5 0,-6-3-1,-1 1 1,17 0 0</inkml:trace>
  <inkml:trace contextRef="#ctx0" brushRef="#br0" timeOffset="1123">4496 2791 19238,'-5'-6'4201,"2"0"-3287,3 6-103,0 0-694,-49-19-51,30 41 1,-36-1-31,46 10 1,7 8-181,-1 1 1,1 1 129,1 2 0,3 1-406,2 0 1,2-1-33,2 0 0,2-2-398,3-3 0,1-1-935,1-5 0,0-1-6956,10 19 7974,-9-17 1,-7-15-1,-8-11 1</inkml:trace>
  <inkml:trace contextRef="#ctx0" brushRef="#br0" timeOffset="1273">4315 3283 19558,'-7'-5'4301,"2"2"-3766,5 3-354,-50-62-107,53 29-88,-16-7 0,7 2-3094,42 16 0,12 8 2757,-16 4 1,2 2-1519,24-2 1,2 2 1981,-16 5 0,-2 1 0,19-1 0,-11 2 1</inkml:trace>
  <inkml:trace contextRef="#ctx0" brushRef="#br0" timeOffset="1901">4977 3273 22766,'8'-56'877,"1"0"1,-1 6 0,-3 6-397,-6 11-181,1 13-188,-1 12-24,12 44-76,4 8-10,-1-4 1,0 4 2,2 9 1,-3 0-582,-3-16 1,-2 2 575,0 18 0,-5 1 0,-10-10 0,-3-2-1479,2-2 1,-2-2 1469,-1-3 1,-1-4 58,-6 1 79,7-25-39,-2-12-45,-6-42-45,6 2-243,2-4 0,1-5 248,6 7 1,2-2 8,-1-11 0,2-3 2,2 12 1,1 0 0,1 3-17,-1-2 0,0 1 8,2-10 1,0 3 660,2-2-680,4-5 16,8 14 3082,9 13-3137,20 12 44,1 13-5,1 9-6,-1 18-17,-16 9 1,-3 17-9,-27-10 0,-8 0-109,-11 17-314,-11-12 0,-8-3-860,2-11 1,-3-2 1324,-13 7 0,0-2 0,21-12 0,1-2 0,-20 9 0</inkml:trace>
  <inkml:trace contextRef="#ctx0" brushRef="#br0" timeOffset="4466">6469 3187 20951,'-9'-44'805,"1"1"0,0 4 0,3 10-744,7 21-10,15 21-29,-2 1-17,9 10 1,1 5 22,6 17-22,-11-18 0,-2 1 16,-1 32 62,-24-2 39,-9-5-28,-7-7 297,-18-24-252,20-17 213,-25-14-84,20-24-135,-1-16-1780,22 8 1,5-2 1679,6-12 8,6 16 0,4 1-30,11-6 49,10-4-38,0 10-9,-9 21 0,6 6 192,15 12 0,2 5-217,-15-5 1,-1 3 152,16 14 0,-7 6 68,-15 12 2972,-3 12-3143,-12-10-11,-22 15 160,-7-23-304,-6 6 213,-3-17 146,7-11 149,1-3 98,5-12 119,11-25-585,9-1-155,3-8 188,5 13-14,11 7 0,1 4 20,-2 1-62,11 2 1,1 6-66,-8 21 289,17 12-34,-2 17-162,-23-19 0,1 1-87,-2-2 0,1-1-263,20 13-133,8-21 103,-13-10 53,23-18-143,-14-13 466,-18 7 1,0-3 53,-3-1 1,-1-2-4,-3 1 1,-3-1 77,7-28-51,-15 17-137,-10 8-85,-14 18-91,-7 11 139,-8 9 118,-6 9 332,8 1-455,-3 19 10,17-18 38,-1 24-1,14-22-23,6 7-184,2-15-23,10-2 189,-7-9 77,6 2 36,-8-6 23,-2-4 29,-4 1 36,0-11-72,-3 6-1,0-11-112,-1 9-18,-1-2-10,0 7-40,-1 3-24,0 3 29,0-1 61,-2 1 2,0 0 42,-4 2 18,4-2 5,-1 3-5,4-3-45,1 1 39,1 1 0,0-1-12,1 2 12,-1-2 12,-1 0-1,0 1-22,0 1 11,1 6 0,-1 0-6,2 3 12,7 4 5,-2-10 11,9 6-5,-6-11 33,14-2-33,-3-7-11,4-2 39,10-22 11,-11-1-40,8-18-4,-15 13 49,-9-11-22,-17 24 1,-12-6-23,-16 20 15,-5 7-27,2 8-28,8 6 23,12 3 17,1 19-19,11-11 24,-2 41 5,13-15-29,2-11 1,3 0 13,8 13-6,-2-21 0,5-1 33,16 0 1,2-3-30,-11-5 0,2-3-330,23 5 0,2-7 353,-17-12 0,0-5-8,10-3 1,2-4-10,-1-4 1,0-5 8,-2-6 1,-2-5-4,-1-5 0,-4-4-15,-2-6 1,-2-3-632,-3-5 1,-4-2 635,-3-2 1,-3 0-10,-5 1 1,-3 0-359,-6 5 1,-4 1 371,-5 7 0,-6 2-131,-1 7 1,-4 4 118,-18-9 530,0 18-473,-1 26 65,12 6 1164,-4 31-1215,12 11-55,5-14 1,2 3 132,2 7 1,0 1-141,2 5 0,2 1-491,0 3 1,2 1 433,2 0 0,1-1-57,2-1 1,4-1-164,0-5 0,4-3-452,0-5 1,3-3-80,0-7 0,0-5-270,10 10-4200,19-31 3898,-29-17-728,13-32 731,-35 9 0,-6-1 1904,-3-23 308,-7 16 0,-5 1 2059,-18-5-1428,6 15 0,-1 2-696,-12-6-209,16 15 0,3 2 230,3 2 98,1 0-691,15 6-16,28-4-108,21 2 3151,12-4-3199,-10 5 1,2-1-298,-7-1 0,1-1 289,7-5 0,0-1-7,-4-3 0,-2-1 1,-5 0 0,-2-1 8,-5 2 0,-2-1-9,12-15 4,-13 6 56,-9 7 175,-6 7 684,-1 0-529,-4 10 549,1 0-659,-2 14-252,1 12 53,-1 21 18,2 18-502,-3-22 1,1 2 248,0 3 0,-1 0 11,1 3 1,-1 0 32,0-1 0,-1 0-10,0-4 0,0-2 193,0 24 15,0-22 175,2-19-64,6-23 742,10-19-1073,12-18 46,-9 13 0,1 0-372,15-18 390,-7 13 1,-1 1-123,9-4 92,-12 12 0,2 2-37,14 3-270,-13 12 585,12 15-231,-8 10-28,8 13-34,-1 8-123,-1 2-108,-1-3 17,2-6 67,2-12-136,8-11 287,9-14 75,-25-3 1,0-2 8,2-5 0,0-2-93,-2-1 1,-3-3 193,18-18 50,-19 6 17,-38 9-50,-22 15 5,-29 15-112,9 6 17,18 1 0,3 3-17,-7 16-1609,18-4 1,3 0 1620,2 12 131,23 17-121,21-24-14,-5-14 1,4-1-6,6-2 0,2-4-254,4-1 1,0-4 269,0-2 1,0-3 8,-4-5 1,-1-4 29,-5-2 0,-2-4 27,17-26-18,-17-12-28,-17-7 12,-19-1 16,-11 7-27,-10 10 3015,-3 13-3060,0 12-16,8 13-35,5 8 134,8 25-1753,14 3-1781,12 20-6386,15-4 8366,-4-14 1,-7-12 0,-14-17 0</inkml:trace>
  <inkml:trace contextRef="#ctx0" brushRef="#br0" timeOffset="5118">10746 3368 22019,'-14'-40'459,"1"0"1,-6 4 0,-7 10-292,-18 23 0,-5 10-138,15-4 1,-1 2 5,-16 7 1,2 6 192,19 2 0,5 4-207,-17 23-5,15 0 447,40-8-408,22-14-17,7-11 1,5-3-29,-12-3 0,1-3-546,10-4 1,4-4 0,-6-1 579,15-8 2,-9-4 1,-3-6 97,-23 1 0,-5-5-89,5-20 0,-3-3-45,-8 13 0,-3-1 35,-4-10 1,-3-5 0,-1 6 3,-3 13 1,-1 0 89,-4-26 0,-1 2 430,-9 2-168,-5-4-292,6 30 62,4 11-71,9 31 2054,3 1-2133,9 32 9,5 10-25,-3 0 0,-1 2-277,-3-16 1,-1 1 258,-2 1 1,-1 4-1,-1-4-7,-1 4 1,-2-2-15,-1 12 1,2 0 2,7 3 0,2-4 17,-5-18 0,4-4 35,17 7 1,6-9-282,22-15 325,-22-8 0,2-3-76,8-11 1,1-7 2,7-11 1,-1-4-242,-8 6 0,-1-4 256,-1-10 0,2-7 0,-8 4-3,-13 8 0,-4 0-21,13-26 0,-6-1-8,-16 22 0,-4 1-1447,-4-13 1,-3 1 1492,-6-11 240,-4 20 0,-2 4-179,1 9-23,-2-1 198,11 18-207,6 19 310,3 0-361,9 29 2,3-11 1,4 3 1,3 2 1,2 2-15,9 11 0,0-2 1386,-8-14 1,0-1-1397,10 14 1,-2 0-20,-16-15 0,-3 0-48,4 12 0,-7 1-473,-16-10 0,-8-3-1036,-19 18 1590,-12-18 1,-1-6 0,11-6 0,-24 7 0</inkml:trace>
  <inkml:trace contextRef="#ctx0" brushRef="#br0" timeOffset="5655">2628 4249 19736,'59'7'127,"1"0"0,0 0 0,-7 0 0,2-1 0,2 0 0,3 1-1228,-3 0 0,3 0 1,1 1-1,2-1 0,1 0 1129,-11-1 1,0-1 0,2 0 0,0 0 0,1-1 0,1 1 0,1-1-117,-3 1 1,1-1 0,1 0 0,1 0 0,0-1 0,0 1 0,1 0 0,1-1 167,-2 0 0,0 0 1,2-1-1,0 1 0,0 0 1,0-1-1,-1 0 0,0 0 1,-2 1-78,0-1 0,-1 0 0,-2 0 1,0 0-1,1-1 0,0 1 0,1 0 1,3-1 92,-2 1 1,1-1 0,2 1 0,1-1 0,1 0 0,-1 0 0,1 0 0,0 0 0,-2 0-1,-1 0-115,2 0 0,-2 0 1,-1-1-1,-1 1 0,1-1 1,1 1-1,2-1 0,2 0 1,3 1 73,-13-1 1,3 0-1,2 1 1,1-1 0,1 1-1,1-1 1,1 0 0,1 1-1,0-1 1,0 0-1,-1 0 1,1 1 0,-2-1-1,0 0 1,-2 0-37,5 0 1,0 0 0,-1 0 0,-1 0 0,0 0 0,0 0-1,0 0 1,0 0 0,1 0 0,0 0 0,0 0 0,1 0 0,2 0-12,-7 0 0,2-1 1,0 1-1,2 0 1,0 0-1,1 0 1,0 0-1,-1 0 1,1 0-1,-1 0 0,-1 0 1,0 0-1,-2 0 1,-1 0-1,-1 0 1,-2 0-6,7 0 1,-3 0-1,-1 0 1,-2 0-1,0 0 1,-1-1 0,-1 1-1,1 0 1,1 0-1,1 0 1,2 1 1,-3-1 1,0 0-1,2 0 1,1 1 0,0-1-1,0 1 1,0-1 0,0 1-1,0-1 1,-1 1-1,-1-1 1,-2 1 0,0 0-9,5 0 0,-2-1 0,-1 1 0,0 0 1,-2 0-1,1 1 0,-1-1 0,2 0 0,0 0 1,2 1-69,0-1 1,2 1 0,1-1-1,1 1 1,0 0 0,0-1-1,0 1 1,-2 0 0,0 0-1,-2 0 1,-3-1-131,7 1 1,-1 0 0,-3 0 0,-1 0 0,0 0 0,-1 0 0,0 0 0,1 0 200,-1 1 0,3 0 0,0 1 0,0-1 0,-2 1 0,-4-1 0,-5 0 0,-5-1 0,8 1 0,-8 0 0,1 0 0,10 1 0,0 1 0,0-1 0</inkml:trace>
  <inkml:trace contextRef="#ctx0" brushRef="#br0" timeOffset="15074">6713 6123 18863,'-10'-52'1626,"-1"1"0,1 4 0,-3 8-1077,-13 10-96,-13 12-301,1 16-113,0 9 28,-4 23-28,7 13-31,13-14 1,1 3-4,2 3 1,2 2-6,2 2 0,3 0-4240,-2 19 4251,9-13 882,11-25-747,6-14 78,9-8-5,8-15 22,6-15-26,-10 3 1,-1-2-76,10-13 8,-8 8 1,-1 2-71,-5 7 3448,15-12-3470,-17 28-11,12 12-17,-12 8 23,9 28-32,-17-2 1,-3 4-29,-1 6 1,-2 1-405,0 3 1,-5 3 372,-9 1 1,-5 4 0,-1-4-621,2-6 1,-4 2 578,1-7 0,-3 7 1,-2 3-1,0-2 1,3-7 7,-6 11 0,-1-2 48,0-4 0,-3 7 0,-1-2 0,2-10 47,0-6 0,1-6 14,-9 10 1,1-8-3,2-20-12,14-36-33,18-26-9,13-8 1,5-5-554,-5 16 0,3-2 298,4 4 1,4-6-1,2-1 1,0 6-822,0 5 0,0 3 1,2 0 516,3-8 0,2-1 0,1 2-1331,1 7 0,2 2 1,0 3 1909,13-6 0,-2 5 0,-12 6 0,-3 2 0,-3 7 0,0-1 0</inkml:trace>
  <inkml:trace contextRef="#ctx0" brushRef="#br0" timeOffset="15613">7267 6175 17322,'5'-3'4296,"-1"1"-2660,-4 2-1015,-44 61-72,33-37-331,-12 12 1,6-3-12,22-21 219,9-3-67,3-7-135,9-5-56,15-15-73,-4-9-39,7-18-28,-17 9 0,-5-5 56,-4 4 325,-6 0-275,-9 9-83,-15 9-12,-18 23-22,-11 10-12,-2 12-33,4 11 23,10 10-492,13 7 497,10-10 17,15-9 0,4-2-12,8 1-11,15-1 1,5-2 5,7-8-2,-9-11 0,8-1 1,-4-4 3,2-8 1,-1-5-11,-2 0 1,4-2 0,-5-2-430,1-5 1,-3-5 447,8-10 1,-2-8 1,-15 4 0,-3-3 0,-1-2-10,1-2 1,0-1 0,-2-3-8,4-10 0,-2-3 1,-3 2 6,-5 7 1,-2 2 0,-1-1 14,-1 0 1,0-1 0,-2 5-5,0 1 0,-2 3 33,-1 0 1,-5 8 8,-8 17-45,-1 3 6,-9 27-11,-1 21-9,4-4 0,0 4-406,0 8 0,3 4 372,1 7 1,2 2-43,4-15 1,2 1 0,0 1-111,0 3 1,2 1 0,-1-2-64,2 11 0,0 0-227,-2-12 1,0 2 0,-1-2-1270,-1 15 1,-2-3 1738,0-2 1,-1-3-1,1-12 1,-1-6-1,-2-6 1</inkml:trace>
  <inkml:trace contextRef="#ctx0" brushRef="#br0" timeOffset="15757">8022 6319 19031,'-54'-21'1312,"0"1"1,7 1-1,16-2-1155,40-10-123,18 4-306,28 2 0,8 3-1463,-25 10 0,3 0 1735,8 0 0,12-2 0,-2 1 0,-11 3 0,-14 3 0,-2 1 0,27-4 0,1 0 0</inkml:trace>
  <inkml:trace contextRef="#ctx0" brushRef="#br0" timeOffset="16498">6253 8537 21803,'-2'-4'2487,"0"1"-2392,2 3-56,-10 57-5,8-6-15,-4 0 1,-1 5-2152,-2 2 1,0-2 2131,2-15 0,-2-1-14,-8 20 0,-5-3 407,5-21 1,-1-2-403,-3 4 1,-2-2 19,4-8 1,-1-5 33,-11-6-40,14-19 12,7-52 11,10 13-260,3-5 1,2-4 256,1 9 0,2-2 11,3-13 1,2-3-460,1-3 1,1 3 438,-3 11 1,0 0 15,0 7 0,1-3 0,0 4-16,1 1 1,2 2 998,6-14 1,5 2-1010,-2 15 0,4 4-1,3 4 1,4 3-4,2 5 1,2 3-14,1 4 0,0 5 0,0 8 0,-2 5-155,-3 7 0,-5 7 132,-4 7 0,-8 6-5,-5 5 0,-11 4 22,-22 15 0,-10-2 20,8-16 0,-4-2-120,-8-2 0,-7 0 0,1-5 128,-4-3 1,-1-4-10,-10 5 1,0-2 431,6-7 0,2-5-557,9-4 0,4-5-55,-8-8-1643,32-17-1931,35-18 3752,5 10 0,2 1 0,7-5 0,7 1 0</inkml:trace>
  <inkml:trace contextRef="#ctx0" brushRef="#br0" timeOffset="16857">6976 8376 23741,'-29'29'119,"1"0"1,1 3-1,6 0-91,13 10 40,12 5 21,12-10 51,15-13 23,6-11 5,6-14 0,1-12 16,-1-12 52,-5-10 16,-12-7-5,-11-1-12,-14 1-67,-13 5-23,-17 7-111,4 12-23,-13 7-11,22 9-106,-10 6-51,15 4-285,1 9-494,15 4-772,18 3-1586,20-4 320,4-6 2295,-8-8 1,-1-3 0,-9 0-1,13 0 1</inkml:trace>
  <inkml:trace contextRef="#ctx0" brushRef="#br0" timeOffset="17240">7736 8344 16863,'4'-5'7085,"-1"1"-6530,-3 4 212,-18-60-279,-2 37-312,2-11 0,-2 4 32,-11 21-124,7 7-28,9 11-34,8 13-11,4 16 23,10 15-43,-1-22 1,3 2-349,8 9 0,3 0 334,-6-12 1,0-2-9,5 5 1,-1-1-329,8 21-100,-16-11-1334,-22 19-783,-23-31 901,-10-8-1590,-9-24 1282,17-16 1339,-1-16 935,16-17 989,16 13 0,4 1-3,3-17-93,3 18 1,2 2 512,4-1 121,2-3-917,-1 13-128,-3 8-694,-3 10 21,-3 9 24,-4 18-91,-6 19-240,-5 20-1182,3-14 0,1 1-1000,2-13 0,1 0 2389,0 10 0,1-5 0,4-13 0,1-2 0</inkml:trace>
  <inkml:trace contextRef="#ctx0" brushRef="#br0" timeOffset="17557">8099 8675 23657,'25'-50'775,"0"0"0,3-6 0,-1 2-627,-10 17 0,-2 3-313,2-1 1,-2-1 365,0-11 1,-3 2-78,-3-2 2,-5 4 0,-6 1 351,-22-7-304,-3 7-23,-3 11-21,11 22-101,13 6-11,0 2 262,7 17-257,1-1 40,8 34-57,-3-19 1,1 3-429,3 12 0,0 3 406,1 8 0,1 1-53,-1 2 0,-1 3-1085,-3-12 1,-1 2 0,-1-3 910,1 0 1,-2 0-522,0 15 0,-4-4-2588,-8-4 3353,-9-2 0,6-27 0,-3-16 0</inkml:trace>
  <inkml:trace contextRef="#ctx0" brushRef="#br0" timeOffset="17697">8015 8631 19456,'-3'-5'4134,"1"1"-3832,2 4-50,39-65-196,0 34-471,-1-10 1,6 2-4502,3 22 1,0 7 3603,13-4 0,-2 5 0,-48 8 1</inkml:trace>
  <inkml:trace contextRef="#ctx0" brushRef="#br0" timeOffset="18181">6063 10577 21327,'0'-3'1865,"0"0"-398,0 3-1293,25 45-152,-27-13 1,-2 6-794,6 2 0,1 5 0,-4 0 661,-7 5 0,-5 2 0,1-2-30,2-8 0,1-1 0,-1 1-910,-1 17 1,-1 2 0,3-4-1438,3-6 0,1-2-2429,0 16 1,2-4 4816,5-8 0,2-27 0,-2-20 0</inkml:trace>
  <inkml:trace contextRef="#ctx0" brushRef="#br0" timeOffset="18456">6005 11185 14678,'-4'-46'1404,"0"-1"1,0 0 0,0 3 0,0 2 0,0 1-856,-1-8 0,1 4-334,0 12 1,1 0 198,0-7 1,4 1-90,21-17-280,-2 1-326,7 31 1,4 5 296,0 9 1,2 3-23,-2-1 1,4 3-9,20 8 0,0 8-6,-18 2 1,-3 4-356,13 10 1,-4 5 346,-19-8 0,-8 4 16,-11 17 1,-11 0 22,-12 2-7,-8-15 0,-9 4 0,-1-7 10,-6-4 0,-3-5-337,3 0 0,-3 0 0,2-4 328,-7-2 1,3-4-68,8-3 1,5-4-611,-10-14-1362,29-15-5589,36-17 7623,13-1 0,-4 14 0,-8 13 0</inkml:trace>
  <inkml:trace contextRef="#ctx0" brushRef="#br0" timeOffset="18797">6793 10568 17864,'9'0'3557,"-2"0"-2433,-7 0 640,0 0-1552,-39 70-94,23-36-225,-7 11 0,3-1 140,14-14 148,6-7 9,6-9 164,8-7-90,10-11-180,0-4 173,27-24-145,-14-1-67,-11 7 0,-1-1 316,5-22-182,-8-5-134,-11 20 11,-4 0-33,-6 25-107,-1 0-1771,0 6 881,5 13-3283,6 9 4257,12 19 0,-10-15 0,2 0 0</inkml:trace>
  <inkml:trace contextRef="#ctx0" brushRef="#br0" timeOffset="19107">7395 10921 26060,'14'-50'319,"0"0"0,0 1 1,-1 2-278,-4 16 0,0 0-507,3-8 0,1-1 482,1-5 0,1-3 13,2-8 1,0-1 78,-4 10 1,-1 1 13,-2 7 0,-2 4 343,-4 1-455,-5 25 108,-2 12-125,-4 12 1,-3 17-18,-4 26 3,7-18 1,1 1-37,1-4 0,2 1-105,2 6 1,1 3-1,1-2-971,2 6 1,1 0 692,-1-2 0,1 2 1,0-2-772,2 10 1,1-3-1969,-1-3 0,0-3 3178,-1-10 0,-1-3 0,1 7 0,-2-25 0</inkml:trace>
  <inkml:trace contextRef="#ctx0" brushRef="#br0" timeOffset="19264">7363 10702 22994,'43'-21'-745,"1"1"1,-1-1 0,1 0-1,6-4 1,-1 1 0,-5 8 0,-9 12-1,-5 3 1,5 0 0</inkml:trace>
  <inkml:trace contextRef="#ctx0" brushRef="#br0" timeOffset="19697">5873 13016 25275,'-16'46'-51,"0"-1"1,3-16 0,2 3-301,6 20 0,5 11 0,0-7-1305,-2-14 1,0 0 223,0 11 0,-1 6 1,0-3 1431,-1 3 0,-1-5 0,2-12 0,-1-4 0,-1 26 0</inkml:trace>
  <inkml:trace contextRef="#ctx0" brushRef="#br0" timeOffset="19994">5641 13510 14336,'2'-44'937,"0"-1"1,0 1 0,1-5 0,1 0-1,1 6-707,-1 10 0,1 1 243,6-28 1,1-1-340,-3 22 0,2 0-89,4-2 0,3-3 0,0 4-34,-1 6 0,4 3-3,17-10 1,5 5-12,-7 19 0,2 5 0,-2-4 1,3 7-4,21 27 1,-3 13 21,-9 7-11,-20-5 1,0 7 0,-9 0 22,-12 2 0,-10 1-1147,-7-2 1,-5 3-1,-1-4 1138,-1 2 1,-6-2 10,-12-1 0,-8-1 0,4-6 625,12-12 1,-2-2-660,-9 4 0,-6 1 1,7-6-37,-5-2-274,6-7 1,7-8-835,20-20 1240,6-3-3273,41-23 3181,6 15 0,1 2 0,3-7 0,-12 15 0,0 0 0</inkml:trace>
  <inkml:trace contextRef="#ctx0" brushRef="#br0" timeOffset="20606">6774 12845 24749,'-41'-4'201,"-1"-1"1,6 2 0,4 7-186,7 19 1,5 6-10,-4 6-1035,-2 19 1005,18-29 331,1 15-319,12-21 186,0 2-62,20-15-23,1-14-46,7-1 37,-6-8 1,0-4 119,7-10-1684,-10 9 1,-1-1 1577,-3-4 717,-8 2-532,-9 16-213,-1-1-16,-3 9-57,0 2 0,-2 2-22,-2 21 3409,3 2-3420,6 30 28,4-22-12,16 12 35,-7-27-52,30 9 29,-20-18 11,6-5 0,1-5 6,11-20-6,-12 3 0,0-4 11,-5-6 0,-2-3-215,-4 4 1,-2-1 205,3-13 1,-2-4 36,-1-11 1,-2-3-793,0 0 1,-1-2 821,-5 14 0,0-1 0,-3 4 99,-1-2 0,-3 4-16,2-12 55,-12 20-95,-2 23-107,-3 11 351,1 8-401,-1 40 51,3 7 468,2-21 1,1 1-487,1 10 1,1 0-23,1-3 1,1 1-115,0 1 1,2 3 0,1-1-976,2 12 0,2-2 941,-1-3 1,2-2-360,3-13 1,3-5-3264,9 13-5387,0-11 8546,-2-12 1,-13-20 0,-4-4 0</inkml:trace>
  <inkml:trace contextRef="#ctx0" brushRef="#br0" timeOffset="20773">7347 12937 14981,'-8'-5'3565,"-33"-16"0,-8 0-2730,12 8-718,-11-8 1,3 2-28,28 14-174,22 2-135,47-9-75,-15 6 0,2 0-573,7-2 0,2 1 10,13-2 0,0 2-1274,-8 3 0,-1 0-479,0 0 0,0 0 2610,1 2 0,-7 1 0,-10 0 0,-2 1 0</inkml:trace>
  <inkml:trace contextRef="#ctx0" brushRef="#br0" timeOffset="21006">8205 12728 17705,'-3'-7'5444,"1"1"-5161,-28-2 0,-9 4 36,-5 9-277,0-8 1,-3 3 4,9 18 1,3 5-43,-12 18-16,14-8 0,2 3-683,11 0 0,4 0 671,3-6 1,4 1-79,0 13 0,7-1-62,12 7 276,0-17 1,6-4-388,33-2 19,-15-20 0,3-5-291,8-5 0,1-6-780,6-3 0,1-4-1892,4-5 0,-1-2 818,-12 3 0,-1-1 2400,2-3 0,-5 2 0,-9 4 0,-2 1 0</inkml:trace>
  <inkml:trace contextRef="#ctx0" brushRef="#br0" timeOffset="21323">8613 12670 16952,'4'-54'2388,"1"0"0,-2 12 0,0 2-1553,-2 5 0,0 5-85,-3 1-352,-2-4-286,-2 24-101,-1 11 39,-4 16 1,-16 37-49,11-21 1,-1 4-269,-7 16 0,0 3 269,2 0 0,-1 2-444,8-18 0,-1 1 0,1 0 441,0-1 0,2 0 0,0 0-3,-2 13 0,2-3-74,4-9 1,3-4 65,7 13 33,7-24 79,13-20 33,15-24-70,-8 1 1,2-3-95,7-7 1,2-3 99,5-3 0,0 0-11,-1 0 0,0 2-17,-5 4 0,-2 2-25,14-6 1261,-2 13-1317,-24 24 100,6 15-498,-15 26-311,-10-14 1,-1 1-1220,-4 27 1967,-2-25 0,0-4 0,-2-5 0,0-2 0</inkml:trace>
  <inkml:trace contextRef="#ctx0" brushRef="#br0" timeOffset="23130">6146 15202 12399,'-3'4'7595,"2"-1"-4218,1-3-2845,-38-68-156,18 46-315,-2-15 1,-2 4 128,-10 31-128,3 16-73,-23 18 11,25-7 0,0 5 16,-11 15 1,0 2-431,12-13 1,0 0 421,-8 15 0,3-1-14,18-19 1,3 0-9,-2 3 0,6 0-36,19 21 44,4-26 1,35-14-501,0-33 517,-14 1 1,1-5-562,4-11 1,-2-2 560,-6 4 0,0-4 35,-3-4 1,1-5 0,-3 1 3,-1-6 1,-2-1-21,-1 3 0,0-4 0,-2 2-6,-6 8 0,-3 2 1,0 0 17,3-17 0,-2 1 56,-2 7 0,-2 2 464,-3 7 1,-1 2-423,0-6 84,-3 15-168,-3 25-34,1 13 476,5 18-487,1 29 0,-3-15 0,-1 4 16,-1 9 0,-4 3-20,-1-14 1,-1 1-1,-1 1-13,-2 1 1,-1 1-1,0-1 6,-1 0 0,-1 0 0,0 0 14,-4 17 0,3-1-469,4 1 0,3-3 455,3-21 0,3-3-3,8 4 1,7-6-4,23-10 6,-10-13 0,2-5-143,6-7 0,1-8 157,14-13 0,0-8-9,-7-2 1,-2-3-20,0-2 0,-3-2 61,-8-5 1,-6-2 13,-9 9 1,-4-2 152,3-5 0,-5-2-105,-6 3 0,-5 3-58,-5-8 27,-19 10-50,-2 31-5,-9 13-35,1 18-4,5 21 10,6 15-91,13-24 0,2 2 91,2 3 1,1 0 5,1 2 0,1 0-3,1 0 0,3-1 409,4 2 0,3-1-417,13 17 291,-3-31 0,3-6-264,16-6 1,0-13-22,-7-15 21,2-18 1,-1-5-6,5-7-191,-3 2 0,0-4 196,-11 8 1,-2-1 2,3-3 1,1-3 0,5-10 0,1-3 2,-10 14 0,0-2 1,-1 3-15,0-1 1,-2 0 24,0-12 1,-3 2 55,-6-7-36,-6 24 0,0 1 126,0-17 34,-7 15-174,2 20-55,-3 10 10,1 18 17,-4 18-16,-4 24 10,1-4 1,0 2 143,2-14 0,0 1-164,-2 9 0,-2 4 0,2-5 1,3-14 0,0 0 0,-5 27 0,1 2 11,7-27 1,4 0-1403,8 12 1,2-1 1387,8 11-3,12-21 1,8-6-1289,20-10 1302,-22-7 1,1-3-122,6-12 1,-1-5 126,10-5 22,2-12 1,1-9-331,-11-5 1,-2-2 304,3 2 0,-2-2 10,-15 6 1,-2-2 0,-3 0 918,1-6 1,-4 0-908,-1 1 1,-2 0 743,-2 5 0,-3 1-707,-4-23 421,-5 33-399,-2-15 1801,0 31-1885,-2 2 439,-5 19-444,-8 16 22,-1 5-11,-4 9 5,5-5 1,-1 2-376,3-5 1,0 2 363,-6 17 1,1 1 5,7-19 0,1-1-9,-1 15 1,2-2-8,1-1 10,4 0 0,4 0-10,10-5 4,2 6 1,24-24 6,-3-19 16,9-3 17,4-16-45,-18 2 28,1-6 0,-1-3 1,1-6-12,13-18 11,-24 19-11,2-4 22,-2 3 6,6-10-17,7-10-22,-6 10 45,-1 0 744,-12 21-677,-7 5-62,-4 9-33,-1 0-1950,0 3-1198,1 4-6689,0 3 8457,0 0 1,0-1 0,-1-5-1</inkml:trace>
  <inkml:trace contextRef="#ctx0" brushRef="#br0" timeOffset="24163">7166 15345 10914,'-3'2'6313,"1"-1"-1564,2-1-3852,-11 9-113,21-22-263,1-8-202,20-21-162,-13 15 0,0-1 72,12-27-482,-16 24 1,0-2 294,1-3 0,-1-1-14,0-3 0,0-1 0,0-1 0,0 1 3,-1-1 0,0 1-3,0 2 0,-1 0 14,-2 3 0,-1 0-1589,-1 4 0,0 0 1642,1-22 6,-4 10 6,-3 10-46,-2 13 124,-2 2 347,0 12-482,-1 0 3331,1 5-3381,-3 9 11,-5 9-11,-9 15 6,-1 1 8,4-6 0,-3 5 0,-10 21 0,-1 2-690,9-16 0,0 2 691,-3 5 0,-2 6 0,3-4-4,3 0 0,2-2-17,-1 0 1,2 2-59,6-4 1,1 2 0,5-3-640,7-1 0,6-1-445,5 16 0,9-3 1148,13-15 0,5-7 0,5 6 0,3-13 0</inkml:trace>
  <inkml:trace contextRef="#ctx0" brushRef="#br0" timeOffset="25040">8133 15392 11620,'6'0'5170,"-1"0"-2352,-5 0 1970,0-1-4480,1-2-78,-1-1-51,2 1-67,-1-1-50,3-2-18,3-6-10,6-6 23,8-7 10,8-9 6,8-10-349,-16 16 0,-1-1 299,14-21 13,-8 3 1,-2-3-15,-8 12 0,0-1-399,6-18 1,-1-2 434,-7 12 1,-3 1 47,-2 5 1,-1 2 173,0-24-28,-8 20-56,-3 19-89,0 12-124,-1 10 0,-3 25 17,1 0 5,-1 6 1,-1 5-6,1-1 0,0 3 44,-3 10 0,-1 2-39,0 4 1,0 0-75,1 1 1,-1 0 23,2 0 1,0-1-138,2-1 0,2-1-571,1-3 1,2-1-341,5-3 1,2-2-2349,1-3 0,2-3 3441,12 16 0,-6-21 0,-6-18 0</inkml:trace>
  <inkml:trace contextRef="#ctx0" brushRef="#br0" timeOffset="25529">8395 15137 21931,'-44'-13'551,"1"-1"0,0 2 0,18 3-495,36 7-28,23-3-48,-4 0 1,5-2-7,4 0 0,4-1 0,1-1-675,4-2 0,1 1 1,-1-1 690,-4 2 1,-2 0 0,-1 0-19,14-4 0,-6 2-146,9-3 386,-14 6-593,0 0 387,-25 7 27,-14 5 163,-24 7 219,-8 4 117,-11 5 95,-3 1 6,3-1 1375,5 2-1784,8-3-140,10-2 6,11-2 16,16-3 12,14-3 5,17-3-34,11-12-241,5-7 315,-3-11 13,-29 5 0,-3-2 76,7-19-140,-10-1 95,-18 2-33,-13 12-56,-5 1-18,-22 16-72,9 11 14,-5 16 0,0 5-36,1 6 13,1 1 1,1 4 50,3 11-92,2 12-79,20-3-311,19-24 1,6-1-474,12 8 885,12-11 0,0-6 0,-15-7 0,20 3 0</inkml:trace>
  <inkml:trace contextRef="#ctx0" brushRef="#br0" timeOffset="26821">9270 6083 22470,'-10'-41'407,"-1"1"0,2 0 0,1 16-379,6 38 84,-1 15-51,0 8-16,2-5 0,0 1 22,4 26-22,7-19 0,3-1-156,1-9 1,5-4 241,8-1 1,4-5-3,17-6-31,-10-11 0,2-6-42,2-5 0,1-3-488,-3 0 0,3-1 1,3-2 431,1-3 0,5-3 0,-1-1 0,-2 1-4,0 1 0,-2 0 1,3-1-7,4-2 0,4-2 0,1 0 0,-4 2-508,-3 1 0,-3 3 0,1-1 490,-6 2 0,2 0 0,-1 0 0,-1 1-52,8-2 0,-1 1 0,-2 1-483,15-3 0,-6 5-849,-21 6 1,-5 7 1411,10 19 0,-33-5 0,-9 8 0</inkml:trace>
  <inkml:trace contextRef="#ctx0" brushRef="#br0" timeOffset="28222">12548 6072 17099,'-41'-12'736,"0"0"1,0 0 0,-11-2-1,11-1-472,28 1-30,24 1-190,8 1-8,20 1 1,8 1-82,-1 2 1,5 0-741,0 1 1,6 0-1,-1 0 721,1 2 1,-1 1 0,3 1-56,-8 2 0,3 0 0,-2 0 0,-2 1 55,-4 0 1,-2 0 0,-1 2-55,7 1 0,1 1 1,-12 3 508,-7 12-369,-32 14-17,-23-12 1,-13-1 19,-16 5 1,-7 1-490,12-7 1,-2 1 0,-2-1 528,-3 1 0,-1 0 1,-2 0 96,7-3 0,-2 0 1,1 0-1,3-1-76,3-1 0,3-1 0,-1 0 35,-8 2 1,-2 0-1,10-2-26,-6 2-28,12-1 1455,47-9-1494,41-12-28,-7-1 0,5-2-502,-8 0 1,1-1-1,-1-1 496,13-2 1,2-3 16,-1-2 0,4-3 1,-4-1 7,-1-3 1,-1-3 2,-6 3 1,3-3-1,-6 0 493,1-8 1,-7 0-390,-8 2 0,-5-1 6,-7 6 0,-3 1 261,0-19-7,-18 12-27,-7 10 1547,-7 10-1783,5 6 599,5 7-683,10 8 141,9 10-141,13 12-28,9 13-17,-15-16 1,-2 2 2,-2 4 0,-4 3-358,-4 3 0,-7 2 25,-10 5 0,-7 0-3431,-9 4 0,-6-2 3767,-2-3 0,0-4 0,8-12 0,3-4 0,-7 4 0</inkml:trace>
  <inkml:trace contextRef="#ctx0" brushRef="#br0" timeOffset="32747">14478 6275 18184,'27'-49'986,"0"-1"0,0 0 0,-1 1 0,-1 1 0,-7 8-73,-6-4-230,-3 0-230,-10 18-313,-3 14-134,-1 7 5,-2 14 23,-3 11 17,-13 37-46,10-25 1,0 1-758,-4 12 0,0 0 746,5-14 1,1-1-10,-3 6 1,2-2 3,1 10 34,2 1 16,22-17 45,16-17 6,24-24-51,-18-1 0,0-3-140,5-7 1,0-3 164,-1-3 0,-2-1 713,-9 7 0,-2-2-509,-3-8 1,-4 2-162,-7 8-1,-7-10-67,-37 52-33,5-4-1,-2 12 1,0 2 0,8-1 342,-6 15-365,31-14 7,21-5 23,-1 0 0,25-9 30,-12-12-27,0 0 185,13-31-157,-33 13 9,0-11 1,-4-3-21,-12 6-13,-2-13 45,-4 4-68,2 4-30,-1 2-123,9 8-281,10 14-644,17 0-1170,15 3-2908,13-1 4311,-6 1 0,-26 0 0,-19 2 0</inkml:trace>
  <inkml:trace contextRef="#ctx0" brushRef="#br0" timeOffset="33930">15532 5791 20643,'0'-6'3342,"0"1"-1665,0 5-1574,-13 9-35,0 18 1,0 6-935,-15 10 885,7 5 0,0 5-1487,5-13 0,1-2 1465,3-6 1,0 0 1,0 4 1,2-3 5,6-6 79,8-6 28,13-14-33,20-20-18,17-15-19,-23 8 0,0-3-263,-1-1 0,-3-1 333,12-13 3107,-11 0-3101,-20 24-130,-1-1-10,-7 15 28,6 19-6,12 12 0,0 2 1571,19 7-1571,-4-18 0,0-3-17,22-1 6,-21-13 22,14 1-5,-20-12-6,-5-7 17,-8-4 22,6-21-22,-7 8 16,6-12 1,-7 16 28,-3 7-29,-4 9 34,-4 4-27,-1 5-57,-1 0 17,-4 3 5,3-1 1,-3 2 0,3-3 156,1 0-173,-1 3-12,-3 4 18,-4 5 22,2-1-29,-2 7-4,6-7 10,5 3 6,11-7 34,14-3-6,15-8-6,11-7-33,0-10 39,-9-4 45,-16-3-34,-16-2-17,-11 7 51,-18-8-17,-1 14 17,-9-3-23,5 13-39,8 4 1,-10 17-12,12-2 11,-14 25-28,10-2 17,-2 16-34,5 6-50,7 2-67,16-5-56,14-7-51,23-16-408,-16-20 1,4-4 452,7-4 1,1-4 94,3-4 0,1-3 79,0-5 0,-3-1 25,-10 2 0,-3-4 50,2-9 1,-5-4 17,-4-10 142,3-15 190,-20 12-252,-4 19 85,-3 1-135,0 16 22,0 0-111,0 6 927,3 19-911,2 10-28,0 22 23,-2-6 2,-6-11 0,-2 0-2,-6 10-28,-4 12 80,3-27 15,5-13 22,6-11-28,13-15-33,15-13-34,20-14-128,-18 14 0,2 0 145,1-1 0,1 0-9,-1 3 1,-1 2-1,-2 3 0,-2 3-13,23-2 22,-18 12-79,5 23-240,-19 8-62,3 8-3507,-13 25 3871,-4-8 0,-2-7 0,-1-15 0</inkml:trace>
  <inkml:trace contextRef="#ctx0" brushRef="#br0" timeOffset="34513">18437 6079 22711,'-11'-46'935,"0"-1"1,2 9-1,2 8-377,3 19-530,4 19 175,8 10-208,8 16-1,13 13-14,-1-14 1,2-1-577,13 14 548,-8-17 1,1-3-43,10-1 312,9-4-194,-1-20-5,-20-9 27,4-27-167,-18-8 229,1-17 118,-4 3 111,-5 14-33,-6 18-291,-3 15 662,-4 20-662,-5 18 0,-8 25-6,2-17 0,-3 5-1137,-2 0 0,-2 3 0,0-2 1120,-4 6 1,0 0-12,3-8 0,-2 1 0,0 3-594,-4 6 1,-1 3 0,3 1 46,4-3 0,3 1 0,1 1-988,-3 5 0,0 2 0,6-5-1181,5 6 0,10-11 2733,27-5 0,-14-33 0,2-4 0</inkml:trace>
  <inkml:trace contextRef="#ctx0" brushRef="#br0" timeOffset="34874">19452 6213 26368,'-44'13'52,"0"0"0,-2 6 1,7 4-36,6 29-26,16-20 1,3 0 8,-4 25 50,24-5 68,16-21-68,9-9 57,20-23-21,-19-10 1,0-4-28,0-2 0,-2-2-158,4-9 0,-5-4 186,-11 3 0,-5 0 25,3-17 214,-31-15-275,2 37 33,-27-15-62,18 31-22,-20 1-5,23 6-12,-13 5-347,10 16-762,4 9-90,2 4 1216,16 13 0,1-30 0,5 10 0</inkml:trace>
  <inkml:trace contextRef="#ctx0" brushRef="#br0" timeOffset="35207">20054 6257 23198,'0'-3'3416,"0"0"-2486,0 3-868,-53 8-40,22 15-22,-2-12 0,1 3-11,14 14 0,8 4-29,4 10 29,13 15 34,28-19-18,5-15 12,5-14 0,1-4-1145,6-6 1139,-11 0 0,1-4 62,-5-8 0,-3-5-40,-5-3 0,-2-3 9,4-2 0,-4-3-20,0-28-22,-30 17-129,-17 9-492,-16 14-1844,-10 11-3691,10 9 5411,2 8 0,26-8 1,3-1-1</inkml:trace>
  <inkml:trace contextRef="#ctx0" brushRef="#br0" timeOffset="38630">21393 6309 19277,'1'-6'4492,"0"2"-4470,6-29 18,-7 30 128,-6 0-101,-11 40-4280,-9 20 4230,7-17 848,2 5-837,16-10-5,4-7 122,27-2-83,-6-22 84,33-10 27,-7-14-47,-18 5 0,1-2 1710,3-7 0,-3 0-1421,12-15-23,-12 1-219,-24 21 35,-7 7-164,-4 8-49,-4 7 5,-2 7 0,-1 1-23,2 11 293,5-2-276,8 7-11,7-1 40,21 1-18,-9-11 18,19-3 21,-15-13 1,7-10 28,4-16-28,-8-8 22,1-10-33,-14 12 5,-6 5 118,-6 0-146,-3 13-73,-1-6-156,-3 15 11,0 2-281,7 1-189,10 1-354,20 3-50,20 4 501,-13-2 1,1 1 478,-13-2 0,0-1 50,11 1 1,-1 0 202,5-3 615,15-7-370,-24-1 869,0-18-560,-29 5-403,0-7 167,-8 0-151,-7 7-72,-11-3-191,-9 10-51,-15 8 6,7 10 1,-15 14-7,2 17-5,6 4-5,7 1-7,22-1 7,16-12-1,20 9 6,23-16-33,-2-5 38,-13-17 1,0-4 16,12-13-11,-1-3 17,-1-14 45,-19 3 0,0-19 11,-12 13 28,-6 0-22,-8 21-74,1 7-38,-4 6 33,-1 7-22,0 2-23,-5 8-94,4 10 32,2-4-654,11 21 263,1-20-1978,17 28 314,-5-22 505,10 7 1209,-7-19 325,22-11 336,-18-8 1327,34-20-21,-29 0-86,10-13-833,-22 12 369,-7-2-11,-6 8-627,-2 4-269,-2 5-90,0 9 22,-1 14-5,0-3 17,-1 31 34,-2-9-46,0 8-16,-3-3-51,3-9 62,0-4 28,3-9 0,9-16-28,10-11 56,13-8-22,-1 0 61,6-5 23,-12 7-124,-1 2-11,-9 6 17,-4 8-28,-1 8-5,7 3-23,6 6-23,6 2-111,8-1-163,11-2-168,14-3 215,-25-7 1,2-2-170,3 0 1,2 0 370,0-2 1,1 0 103,-3-2 0,-1-1 50,-6-1 1,-2-1 122,15-10 96,-19-3 17,-15-3 6,-8-2 27,-6 0-45,-5 4-106,-2 5-129,-2 7 45,-21 14 434,8 3-440,-14 12 1,-1 3-68,5 1-11,2 2 0,3 1 12,15 1 16,8 4-12,18-9 12,19-11 6,2-7 2,-1-13 1,2-5 24,13-13-16,-15 1 0,-2-4-380,-10-2 1,-4-3 370,-2-5 1,-3-3-15,-2-4 0,-2-2 20,0-2 0,-2 0 48,-1 2 0,0 2-12,-1 7 1,0 2 168,4-16-62,-2 22-101,-1 14-62,0 13-11,2 15 741,-1 4-749,-1 14 0,-2 6-3,-3-4 0,-1 3-548,-4 17 1,-3 4 382,-4-4 0,-2 0-460,-6 4 1,-1 1-2289,0 1 1,1 0 2912,1-5 0,3-5 0,4-15 0,3-4 0,0 4 0</inkml:trace>
  <inkml:trace contextRef="#ctx0" brushRef="#br0" timeOffset="40306">25679 6906 18131,'11'-42'1002,"0"0"1,0 0 0,4-16 0,-8 3-628,-11 17 0,-6 4-84,-3 4 1,-5 2-29,-5 6 0,-4 3-287,-3 5 1,-3 4 238,-1 2 1,-1 4-70,0 5 0,0 5-79,3 1 0,1 5-39,3 4 0,2 2-5,-20 26-23,14 5-17,13 1 294,22-4-255,24-8-22,24-10 14,-18-19 0,4-4 89,3-5 0,0-5-67,2-4 1,-1-6-345,-2-5 0,-1-5 366,-4-5 1,-3-2-28,-7 5 0,-3-3 22,4-22 0,-2-4-25,-7 14 0,-2 0-2,0 3 0,0-3 1,0 3 29,1-7 0,-2 4 69,-1 7 0,-3 2 133,3-14-118,-7 20-140,-4 16-12,-2 14 46,-5 20-45,-4 21 11,2-11 0,-1 3-136,-2 7 0,-1 3 94,0 3 0,-1 3-31,1 2 0,0 2-45,3-1 1,1-1-82,3-1 0,4-3-76,6-4 1,5-4 2,7-5 1,6-5-183,8-5 1,5-6 58,5-5 0,4-6-390,4-6 0,-1-5 765,-9-1 0,1-5 87,14-11 1,-2-6-90,-20 5 0,-2-3 212,12-8 1,-3-3 47,-16 5 0,-6 0 156,-5-3 1,-4 0-193,-5-9 1026,-25-2-842,-33 27-268,8 3-130,8 11 0,0 3 79,-7 9-1948,-6 15 1887,23-3 247,11 15-247,16-18-12,16 23 1,-3-21 240,35 18-213,-11-25 28,18 0 3421,-12-19-3342,-5-10-1,-6-13-16,-6-11-5,-4-5 22,-7 2 72,-5 10-55,-4 13-101,-4 11-34,-6 11 6,-7 9-6,-8 12 0,-2 19-11,9-11-6,5 15-10,18-19-7,10 4 18,18-7 19,-4-17 0,2-2-3,17-2-270,-8-8 1,0-4 283,-13-4 1,-3-4 7,8-4 1,-2-5-1594,1-16 0,-5-6 1585,-6 1 0,-4-2-20,-2-2 1,-3 0-1,-5 6 1,-4 1 8,-3-1 0,-1-1-268,0-9 1,0-1 289,-3 5 1,0 0 21,1 3 1,-2 4 366,-2 6-414,1 19-11,0 22 0,-1 21-9,1 11 1,-1 4 2,2-11 1,-1 4 514,0 15 1,-2 7 0,2-6-555,0-11 0,1 1-62,-2 8 1,0 7 0,1-4-146,-1-1 0,2-2-129,0 9 0,2 1-363,2-9 1,4-2-963,3-4 1,3-5-277,6 6-4621,9-13-40,-11-39 6643,1-16 0,-5-20 2418,-9 8 1,-1 0-39,1-17-591,-6 14 1,-1 1 895,-9-10-1335,0 15 0,-2 1-768,-5-8 477,-10-5-830,22 31-218,-2 1-89,18 10-224,22 4-264,10 4 0,8 2-58,1 0 0,3 1 700,-7-1 1,2 1 0,-3 0-480,4 1 0,-3-2-281,6 1 1,-1-1 303,-12-3 0,-2 0 352,-1 0 0,1-3 1062,8-15 1,-7-4-615,-15 3 678,-5-39-521,-44 36-134,-24-5-241,11 16-23,8 6 0,0 5 62,-28 11 258,22-3 0,1 4-469,-4 6 1,4 4-20,10 0 1,4 2 13,-9 24-2,39-8 27,44-16-28,-20-19 1,2-3 1470,2-1 0,2-3-1429,16-9 0,-2-5-545,2-3 587,-7-1 1,-2-3 201,-8-6 424,-4-6-525,-19 10-145,-10 7 16,-4 10 246,-1 3-319,-2 9 562,-1 6-712,1 17-342,1 13-34,4-4-1725,2 20-7585,4-12 9157,-2-3 1,0-17 0,-4-20-1</inkml:trace>
  <inkml:trace contextRef="#ctx0" brushRef="#br0" timeOffset="41490">29674 6484 21657,'4'-49'721,"0"1"0,0 0 0,-4-18 1,-6 10-442,-14 6 53,-11 27 1,-5 7-110,-17 10-166,15 9 1,0 8-34,9 11 1,5 7-10,1 13 1,5 5-700,2 10 1,4 6 650,5-4 0,2 5 1,0 2-834,0-11 1,1 2 0,0 0 0,0-2 820,1-6 0,0-2 1,0 0-1,-2 1-18,-1 5 1,-1 2-1,-1-1 1,-3-5 47,-2-4 1,-1-4 0,-2-1 7,-9 16 1,-3-4-129,-1-9 0,-3-12 61,-20-25 192,7-33-195,26-1 1,5-5 50,4-11 0,3-2 36,2 7 0,4-2 26,4 0 1,4-4-1,0 3 950,2 1 0,2 2-970,5-18 0,2 3-17,8-3-59,-1 22 0,4 3-134,-2 11 0,2 3-272,17-10 0,4 1-73,0 7 0,2 1 104,3 1 0,0 0 226,-2 1 1,-1 1 145,-5 0 1,-4 2 55,-11 3 1,-2 0 295,1-2 0,-5-1 74,-2-5 330,1-8-38,-21 3 745,-7-1-247,-2-1-830,0 9 1288,2 1-1427,3 12-141,5 0-32,7 10-1,11 9-17,10 16-16,4 13-6,-6 11-241,-12 5 258,-11-12 8,-12-16 1,-2 0-4,-6 4 17,-15 14 6,10-31 22,-7-7 63,5-24-57,3 2 11,1-12 100,10-15-100,13 4-39,10-15 11,22 11-25,-12 21 0,3 2-212,24-7 206,-2 8 1,4 3-481,-16 4 0,2 0 477,18-3 1,0 1-1,-15 2 1,-4 0 5,19-3-2915,-6-1 2943,-37 5 40,3-3-35,-24 5 305,-7 0-294,-9 1-10,-4 2 677,-2 3-655,0 4 3359,7 2-3376,-7 18-34,11 0 18,-4 7-23,11 17 17,13-14-6,8 15-22,14-17 27,9-10 1,3-11 34,3-10 33,-1-14 22,-5-11 6,-7-13-28,-10-9-22,-11 6 61,-15-21-101,-10 20 17,-14-14 17,-6 21-33,4 12-34,-10 9-85,21 15-156,-4 9-341,18 14-685,18 10-1247,16 6 318,5-7 1528,-2-14 1,-1-3-1,-7-4 1,12 3 0</inkml:trace>
  <inkml:trace contextRef="#ctx0" brushRef="#br0" timeOffset="42030">31021 6643 18660,'0'-3'4919,"0"0"-2740,0 3-2185,-8-36 23,6 40 0,-6-18-1,9 43-24,-5 6 0,-1 0 13,0-4-10,-8 28 16,3-39-22,1-5 67,1-3 78,4-7-39,4-9-44,3-9-12,5-11 6,8-11 27,6-6-16,6 0-11,1 4-6,0 11-11,-2 7-33,1 11 10,5 8 7,3 10-35,1 9 23,-8 3 0,-1 23 17,-18-10-23,-6 15 1,-16-12 16,-8-7-5,-3-7 44,5-13 12,7-10-1,7-14 23,3-15-5,10-15 16,11-12-347,-5 24 1,4 2 287,2-1 1,2 2 8,15-13-94,-11 20 0,1 5 55,9 4 11,18 2-40,5 29 12,-19-2-3,-10 4 0,-3 4-238,3 18-2489,-14-5 1,-4 2-1724,-1 17 4464,-13-17 0,-3-7 0,1-19 0,-1-4 0</inkml:trace>
  <inkml:trace contextRef="#ctx0" brushRef="#br0" timeOffset="42958">14571 7113 21019,'-2'-43'745,"-1"0"0,-4-2 0,-6 9-404,-14 18-167,-7-1 162,-9 17 34,-11 22-298,25-8 1,0 2-482,-6 7 0,3 2 437,-10 11 234,3 14-245,25-17 6,9 15 49,45 0-49,-1-13-347,2-8 0,5-2 326,-11-6 1,1 0 0,7 3 0,0 1 2,-5-2 1,-4 1 663,12 14-635,-30-2-1,-37-3 23,-30-4-681,-6-8 633,14-9 1,-1-3-20,8-2 0,-1-3-138,-13-2 1,0-2-20,18 2 0,1-4-2221,-5-11 1,6-3-2838,15-4 4627,-1-20 0,16 30 0,1 0 0</inkml:trace>
  <inkml:trace contextRef="#ctx0" brushRef="#br0" timeOffset="44240">14809 7279 24631,'46'18'863,"-9"-6"-785,-6-17 1,1-5 28,15-7-46,-15 6 1,0-3 229,12-17-196,-21 11 84,-8-8-39,-19 12-84,-6 1-5,-10 4-18,-8 7-21,3 5 16,-9 6 0,-3 14-12,3 5-10,0 12 11,19 1 5,11 6-44,14 2 16,13 2 6,16-4-133,-14-24 1,2-2 124,3-2 0,3-2 16,-1-3 0,1-2 34,-1-3 0,-1-2-36,24-5 5,-10-11 56,-7-7-16,-7-6 44,-9-1 17,-8 1-50,-7 2 264,-6-2-281,-4 0-6,-1-1-22,-2 0-6,1 3 23,2 6-1,2 5 1,0 7-23,0 2 84,1 2-72,-1-2 27,1-1-56,-2-2 29,1 0-1,0 1 12,-1-1-6,0-1-17,-1 1 6,1-2 5,0 2-11,1-3 1,-1 3-35,1 2 85,0-2-34,0 4 39,-2-2-33,2 0-23,-3 1 17,2 0-62,0 1 12,0 5-12,2 4 17,-1 6 40,6 5-12,7 1-11,12 0 0,2-7-6,29-3 6,-10-7-14,-12-4 0,0-1 26,20-7-24,-14-3 68,4-12 6,-25 7 16,3-6 40,-16 9-34,-6 4 28,-1 2-11,-2 3-83,2 3-31,0 1 13,2 11 13,0 7-42,2 17-83,4 9-208,4 11-228,4 4-71,-5-27 1,1 0-788,12 27-4699,13-5 5130,-9-23-644,20-11 919,-8-28 891,11-12-664,-22-2 1,-4-3 1138,9-13 111,-16 8 0,-4-2 707,-5-10 1717,-1-7-2445,-10 7-162,-3 11-224,-2 11 2978,3 11-3337,4 10 398,1 13-420,3 14 72,4 14-61,6 11 0,6 4 0,4-1 5,1-4 1,1-10-23,-3-12 23,-2-12 11,2-13-6,3-15-22,5-13 11,5-16 0,2-10 0,-17 23 0,0-1-6,0 1 0,0 1-117,16-17-330,-5 12-835,-5 14-1950,0 9 3238,4 7 0,-12 1 0,-1 1 0</inkml:trace>
  <inkml:trace contextRef="#ctx0" brushRef="#br0" timeOffset="44806">17036 7411 19116,'-5'0'4822,"2"1"-2729,3-1-1813,-20 8-122,20-6-80,-5 4 46,27-11-17,7-4 166,-3-4-138,2-13-85,-7 1-33,-2-3 33,-7 3 29,-8 10-23,-3-1-12,-13 4-21,-6 5-6,-4 3 39,-12 7-34,4 6-11,-8 9-5,6 10-17,8 6 5,11 19 6,9-15-11,8 7 0,25-5-1,9-9-131,-7-9 1,4-4 167,9-5 0,0-4-13,18 1-7,-19-7 1,-1-3-1,3-8 51,8-6 17,-16-9 0,-10-18-56,-14 10 0,-5-20 55,-4 17 12,3-7-33,0 11 10,22-10-27,-4 22-17,11-5-6,-2 19 263,5 15-274,1 6 11,6 20-278,-12 8 222,-9-3-347,-11-11 0,-1 1-23,-3-2 1,-1 1-765,1 9 0,-1 4 1179,-2 5 0,-3-2 0,1 7 0,-5-6 0</inkml:trace>
  <inkml:trace contextRef="#ctx0" brushRef="#br0" timeOffset="47923">10451 8174 15704,'-56'-4'1631,"-1"-1"1,5 2 0,17-1-1280,30 0-195,25-3-84,26-4-68,-6 5 1,5-1-603,-5 2 0,5 0 561,9 1 1,6 1-1,-2 2-602,3 3 0,-1 1 543,-5 1 0,1 1 0,-5 1 30,-6 1 1,-8 6-87,2 33 151,-65-5 16,-4-9 1,-7 0-716,-16-2 0,-5-3 758,14-7 1,-1 0 0,2-2 13,-11 4 0,0 0 102,7-3 1,-1 1-1,5-3-116,12-4 0,1 0 326,-17 8 0,8-1-273,27-6 1291,19-1-1297,41-14-95,8-6-425,-8-4 1,4-3 424,-11 0 0,1-2 0,-1 0 3,10-2 0,2-3 8,-2-4 1,3-3 0,-7 1 2,-12 1 1,-4-1 27,10-12 0,-5-2 720,-19 9 1,-7 0-572,-10-27-96,-10 17 346,-30-3 74,6 22 29,-13-4-298,19 15 141,7 5-180,13 5 811,3 2-996,12 8 352,13 6-402,20 12-8,-12-8 0,1 0-223,23 15 1,-13-1 1,-4 4-110,-18-6 1,-5 3-488,1 16 0,-10 3-3859,-17 0 0,-10-2 4702,-3-2 0,-2-4 0,6-12 0,2-5 0,-6 6 0</inkml:trace>
  <inkml:trace contextRef="#ctx0" brushRef="#br0" timeOffset="48821">12758 8600 10856,'3'-60'1336,"0"0"1,-2 7 0,1 5 2214,2 3-2907,-3 16 983,-1 17-1588,0 11 905,2 39-894,-2-12-33,1 30 0,-1-24 11,0 32-40,1-11 1,2-15 0,3-1-6,12 14 0,14-12 51,9-16 56,8-17-18,4-21 47,-2-17 1438,-27 10 0,-2-3-1389,11-28 15,-15-3 30,-13 5 0,-10 12-135,-3 17-5,-3 20-62,3 9-11,-3 19 17,7 3-22,6 11-12,12 1 28,13-5-17,13-6-5,7-8 0,4-9 45,0-9 27,-7-13 441,-12-9-385,-15-12-14,-10-9-19,-13-5 0,-8-3-12,-6 2-38,0 7-23,5 11-50,7 13-123,4 8-158,10 8-419,8 8-841,16 5-1478,10 6-3826,9 1 6884,-7-5 0,-15-6 0,-13-7 0</inkml:trace>
  <inkml:trace contextRef="#ctx0" brushRef="#br0" timeOffset="49839">13767 8319 21556,'2'-43'1271,"-1"0"1,0-2 0,-2 10-790,-1 20-258,-3 1-185,2 17-5,-1 9 33,-3 20 6,-5 15-43,2-6 1,-1 5-12,1 4 1,2 0-296,-1 0 0,3-1 265,4-4 0,4-4-6,9 15 67,10-14 1,-6-20 150,0-9-77,-10-15 105,3-17-66,1-19-74,3-9-33,3-10-33,-2 21-1,10-3 0,15 10-16,8 5 162,-16 13 0,1 4-168,25 9-11,-14 4-11,5 19-12,-15 6-16,1 15-45,-10 4-34,-7 0 39,-3-3 12,4-9 22,6-12 73,23-21-12,-16-9 23,21-25-11,-28-4 5,0 0 68,0-18 56,-15 25 27,3-6 133,-10 22-312,-2 7 6,-1 5 17,-2 7-23,1 9-5,0-4 0,11 8-12,19-12 23,0-2 12,29-5-18,-9-10 25,-14-1 1,-1-2 19,11-13-16,-10-10-6,-24 9-17,-17-10 50,-15 1-39,-10 3 23,-13 3-6,5 18-23,9 5-5,3 9 12,12 14-7,4 0-16,8 31-6,8-22 6,7 5 0,3 0-23,4-2-25,2-3 1,4 0-40,3-8 0,2-2 36,1-1 0,2-1-598,6-2 0,-1-4 609,11-4-5,4-14 73,-7-17 17,-2-8-6,-6-3 106,-11-10 23,-14 17-62,0-3 123,-8 11 1064,-2 14-1265,-1 0-62,0 9 45,0 4-17,5 24 12,-2-8-1,6 39 12,-6-17 5,-1 8-11,-10 7 11,0-28 11,-2 5 51,6-25-11,3-11-23,9-14 6,17-29-17,12-8-17,-17 23 0,2-1 36,12-6 1,0 4-48,2 1 6,4 4 0,1 4-18,1 9-27,14 4 28,-27 15-230,-1 26 62,-16-8-532,-2 11 0,-1 2-2958,-3 16 3520,-1-11 0,0-2 0,-2-2 0,0-7 0</inkml:trace>
  <inkml:trace contextRef="#ctx0" brushRef="#br0" timeOffset="50415">17186 8768 24094,'3'-45'626,"1"0"0,0 0 0,1-14 0,0 8-335,2 12-196,0 18-73,6 19-10,10 22 10,13 20-16,0 3-9,-7-3 0,1 2-585,-11-13 0,-1 1 495,8 12 1,1 0-63,-6-8 0,-2-3-8,6 8 1,3-7 156,-14-29 34,10-25 17,-8 2 45,12-34 38,-7 5-10,1-2 64,-6 15 0,-1 0 126,0-2 826,2-7-1005,-12 31 33,-12 23-151,-2 5 42,-11 17 1,-2 5-49,3-5 1,1 3-464,-10 16 0,0 4 452,6-6 1,4-1-4,3-9 1,2 2-233,1 10 0,1 7 1,2-7-605,2-11 0,2 0 505,-2 5 0,1 5 0,2-3-4576,5 6 1,3-7 3970,0 8 1,-1-17 0,1-7 0,-1-20 0</inkml:trace>
  <inkml:trace contextRef="#ctx0" brushRef="#br0" timeOffset="51098">18203 8943 17675,'17'-43'1669,"0"1"0,0 0 0,3-13 0,-2 5-526,-2-8-661,-19 27-275,-15 19-72,-19 23-29,-9 15-81,20-5 0,1 4-165,2 3 1,2 2 147,4 0 0,3 1-13,-4 30-1,11-17 12,17 10 16,6-27-5,15 6-11,-5-21 72,23-14-16,-15-13 10,16-14 12,-18-14 0,-9-12-50,-16 23 0,-1-2-12,-2-2 0,-1 1 20,-2 0 0,0 1 54,0-21-18,-6 18 286,-3 20-359,-10 13-5,-10 15 0,-6 9 6,-1 11-45,10 6-107,12 2-100,21 3 67,6-9-227,10-9 0,6-2-233,25 3 11,-12-9 0,3-3 574,-14-6 1,0-4 28,15-7 0,-2-5-35,2-11 160,-15 3 1,-5-4 123,-3-17 80,-11 0 59,-7 4-10,-3 7-39,-2 10-169,-1 9-161,0 5 837,0 11-793,0 9 170,0 16-209,0 9-23,3 6 28,6 0-5,9-5 6,8-8 33,9-12 28,17-16-45,-15-10 62,22-16 67,-22-7 67,4-12-22,-15-2-23,-13-3-78,-15 2-50,-9 2-1,-7 5-55,2 9-381,4 10-1238,7 8 1641,2 18 0,2-7 0,1 8 0</inkml:trace>
  <inkml:trace contextRef="#ctx0" brushRef="#br0" timeOffset="52781">20288 8651 24587,'-6'-3'173,"4"-7"-167,-4 72 16,10-24-16,2-2 33,12-3 79,15-14-62,-4-3 47,3-12 1,1-4-31,0-6 64,2-5 1,1-5 130,-3-11 52,10-16 27,-24 5-39,-10 6-191,-5 12 79,-4 9-162,-2 12-12,-3 9-22,-5 12-5,-3 10 22,4 7-34,5 1 17,7-11 5,21 7-27,20-14 0,0-1 33,-10-13 0,0-5 17,14-10-17,-1 0 12,1-14 122,-14-11-50,-6-3-50,-8-1 62,-15-5-102,-9 13 1,-1-7-51,-1 16-117,2 9-337,3 7-654,9 20-97,11 7-715,16 18 351,-11-20 1,3 0-586,5 1 1,2-3 1167,-6-3 1,2-2-317,23 3 0,2-4 1488,-16-8 0,0-2 1197,18 2 1,-1-5 476,-17-6 0,-3-3 1271,20-15-1916,-22-1 468,-12-9-9,-15-3-990,-4 1-264,-12 1-139,-11 16-68,-12 9 539,-12 13-556,-7 8-83,3 11 117,13-4-129,8 4-34,14-8 17,0 3-55,7-3 44,3-1 5,2-2-22,1-2 6,1-2 0,0-2 45,0-5-1866,0 1-2475,4-1 4279,1 1 0,0-1 0,-1 1 0</inkml:trace>
  <inkml:trace contextRef="#ctx0" brushRef="#br0" timeOffset="53615">23832 6487 13116,'1'-7'7684,"0"2"-6076,-1 5-208,0 0-784,1-6-235,-4 16-129,2-7-62,-3 14 24,2-9 183,1-2 175,1-4-91,2-2-240,4-10-174,8-10-44,2-4 5,14-24 16,-13 16 1,-1-4-402,1-3 1,-2-3 367,2-11 0,-3-1 17,-7 5 0,-2 2 11,-1 1 1,-2 2 7,-3 6 1,-1 3 75,-3-15-39,-2 22-101,2 16 17,0 13 17,0 6 5,-10 32-33,1 11 5,3-8 1,0 4 42,1 4 0,0 1-49,1 7 1,0 1-1174,0 5 0,0-3 1140,3-12 1,1 1-106,1-4 1,2 3 0,2-4-369,4 1 1,3-1 94,2 18 0,5-3-129,2-19 0,3-5-204,1-7 0,1-5-1613,19 5-1059,-3-26-743,-4-23-2215,-10-21 6386,-9-2 0,-9 12 0,-5 12 0</inkml:trace>
  <inkml:trace contextRef="#ctx0" brushRef="#br0" timeOffset="53848">23897 6504 17053,'-47'-24'2141,"-1"1"1,6 3 0,8 3-955,16 9-436,10 4-297,7 3-247,10-1-78,12-1 39,41-2-124,-12 1-340,-15 3 1,2 1 356,8-1 1,1 0-34,-5 1 0,2-1-6,19 0 1,0 0-1,-15-1 1,-3 0 41,-6 0 1,-4-1 153,8-2-55,-22 2-203,-14 1-357,-10 2-975,-10 5 1372,-16 6 0,11-4 0,-3 4 0</inkml:trace>
  <inkml:trace contextRef="#ctx0" brushRef="#br0" timeOffset="55705">21745 8884 8892,'2'-11'8794,"-1"3"-6284,-1 8 240,0 0-2330,3-62 672,-1 32-832,0-7 1,0 3 47,1 17-208,-2 12-105,-1 5 28,-2 12 33,-3 10-45,-2 15-39,0 6-11,3 4-169,12-2-442,12-1-772,14-7-1384,10-9-1865,5-12-891,1-13 1787,-5-13 3203,-8-10 1709,-10-13 1423,-8-7 952,-4-8-34,-2-4-2050,-4 12 1714,-1-18-1618,-5 22 139,-1-16-1254,-2 28 174,0 5-353,0 14-180,0 4 34,0 42-33,0 13-46,0-21 1,0 0-6,-1 26 22,0-3-3425,0-15 3403,1 9-34,0-20 46,2-17 111,0-3 45,7-11-34,6-11-5,10-10 3414,7-14-3408,4-6-29,3-5-271,0 4 210,0 6 44,-2 11-77,-8 12-12,-6 8 33,-3 15-27,-7 2 16,14 27 233,-8-4-269,-2-4 0,-1 0 8,4 4-16,14 8 33,-4-26 28,15-2-16,8-14 33,3-15-17,-26 2 0,-2-5-127,-2-3 0,-1-4 116,-2-5 0,-4-2 2,-2-6 1,-4-4-3,-3-16 0,-3-2-373,-2 17 0,-3 1 381,-2-18 1,-3 3 114,-5-1-71,-4-1 44,2 26-91,3 18-27,1 18 224,0 28-230,2 18-161,1 11 125,5-19 0,2 3-1,2-3 1,1 0-62,4 12 0,3 2-139,-1-13 0,1 2 0,0-4 49,2 2 0,0-1-330,8 10 0,1-4-1417,8-1-764,6-1-2583,-11-21 5282,-14-28 0,-7 2 0,-8-11 0</inkml:trace>
  <inkml:trace contextRef="#ctx0" brushRef="#br0" timeOffset="55839">22995 8781 22021,'-33'-52'1090,"0"1"1,5 2-1,16 9-1073,38 20-28,9 3-272,14 11 0,3 2-2078,10 1 1311,-20 2 1,5 2 0,-1-1 589,11 3 0,-4 0 1,-15-1-1,-1 0 1,-4 0-1,1 1 1</inkml:trace>
  <inkml:trace contextRef="#ctx0" brushRef="#br0" timeOffset="56680">24624 8717 20714,'3'-43'1011,"0"0"0,-1 1 0,3-24 0,-3 7 137,-6 4-800,0 10-5456,-2 16 5097,3 26 1390,-1 35-1374,3-4-27,1 28 0,3 7-46,1-22 1,1 0 262,0 17 0,1 0-402,3-11 0,-1-1-700,-2-8 0,0 0 599,0-2 0,-1 2-496,-1 5 0,-1-1 673,-1 15-1437,-2-12 463,-7-28 701,-8-43 981,-9-23-22,1-1 142,8 14 1,1-1 472,1 1 1,1 1 39,-7-23-345,8 21 0,1 5-254,4 10 1338,-1-1-2016,12 17 78,16 9-45,10 2 1,6 2 7,3 0 1,2 1-182,4 0 1,2 0 181,-6-3 1,2 0 0,-3-2-487,2 0 0,-1-2 513,17 1 1,-1-3 11,-18-2 0,-3-2 81,19-9 85,-21-4-51,-19 2-84,-21 5 0,-5 6 201,-38 11-100,5 8-110,11-2 1,0 3-21,-13 18 358,16 20-340,28-13-1,22 9-27,26-22 1050,-1-10-1020,-4-9 1,1-2 64,11-4-54,-20-1 1,-2-3 176,6-12 39,-22-18-145,-7-6-79,-9-2 17,-24-11-17,-2 19-5,-7-4-141,-5 10-94,24 18-1406,-7 1 122,20 11 1485,8 12 0,-5-9 0,7 5 0</inkml:trace>
  <inkml:trace contextRef="#ctx0" brushRef="#br0" timeOffset="57139">26197 8665 25556,'21'-25'339,"0"0"0,-4-22-211,-59 35 7,-16-1-51,-2 7-62,16 3-5,13 11 17,31 22-46,13 8 15,4-7 0,6 0 2,6-2 1,3-1-336,5 3 0,2-1 321,1-1 1,0 0-26,-2-3 1,-2 1 7,-8-4 1,-3 0-36,6 14 10,-23-6 35,-15-11-57,-43-2-62,-8-12-382,10-6 1,-2-3 239,2-3 0,0-4-287,0-3 1,2-3-966,8-1 0,3-2-8302,-7-19 8558,24 12 1,17 9 0,3 13-1</inkml:trace>
  <inkml:trace contextRef="#ctx0" brushRef="#br0" timeOffset="58231">26616 8769 25309,'11'2'197,"7"0"-102,10 0 28,7-4 34,3-7 22,-4-6-17,-7-9 6,-11-6 12,-7-1-96,-9 7 61,-23-3-78,-8 15 12,-20-2-1,3 13-50,6 9-22,11 10-6,13 12-17,9 9 6,9-4-84,24 21-6,11-16-162,-5-10 0,4-2 182,0-6 0,1-4-6,2-1 0,0-3-17,-3-4 1,0-3-78,21-2 164,-19-8-16,-2-17 49,-20-6 57,1-16 45,-11-1 450,-4 0-310,-1 6 76,0 9-88,-1 8-234,1 11-7,1 6-16,2 11-6,5 12 12,4 16 21,0 10-4,-4-6-7,-5 16 34,-6-23-33,0 8-12,-1-23 79,2-9 11,5-9-56,6-12-39,1-2 67,25-29-17,-4 7-28,-6 10 1,0 0 49,18-11-78,-4 10-33,-6 10 16,-4 8-61,-1 13-17,2 9 45,-6 2-157,16 20-17,-8-8 53,-7-7 1,3 0-250,0-2 0,1-3 182,7 2 1,1-3 57,7 0 1,2-2 120,2-2 1,1-2 78,-2-2 0,-1-3 47,-6-3 0,-2-4 135,15-12 62,-23-14 28,-17-9 10,-18-5 208,-18-5-247,-9 14-156,-4 8 5,-5 17-22,4 16-45,-11 11-22,1 15 22,8 11 213,10 7-235,15 1 22,23-2-34,22-5-3,-4-25 1,5-4 8,12-3 0,2-3 8,-13-4 1,0-2 24,11-6 1,-3-5 112,2-17 0,1-19-99,-26 13 1,-4-3-20,-4-8 0,-4-2-492,-3-8 0,-3-2 514,-3-3 1,-2 0-12,1 12 1,-2 1 167,-3-9 0,1 4 34,0 2-96,-1-6-71,8 36-74,2 12 186,3 18-186,6 19-3,-1-3 0,-1 4-70,2 9 0,-2 2-3,-1 7 1,-3 2-82,-4 1 0,-4 1-134,-4 0 0,-2-1-238,-1-2 0,-1-1-1005,2-2 0,3-1-3382,7-6 1,3-1 4234,5 13 1,6-22 0,-8-23 0</inkml:trace>
  <inkml:trace contextRef="#ctx0" brushRef="#br0" timeOffset="59931">29569 9199 14292,'7'-4'3352,"22"-33"0,3-9-2898,-17 13-706,15-13 0,-3-2 1076,-26 6-29,-2 2 269,-10-14-801,1 23 354,-16 3-482,-4 22 121,-16 7-171,-13 12-66,27-2 1,-1 2-200,0 2 0,1 3 197,2 1 0,1 2-9,4 1 1,3 1 459,-10 23-468,19-4-5,23-6 55,20-8-1615,2-18 0,4-4 1615,16-2-14,-8-8 1,-1-6-8,-12-4 1,-2-3 9,8-7 0,0-5-11,-4-4 0,-2-5 6,-3-4 0,-5-3 8,-4-5 0,-3-1-23,-5 10 1,-5-2 69,-6-4 1,-5-4 0,0 6 30,-2 7 0,-1 2-2,-6-20 0,1 6-46,-1 18-16,6 17-39,7 23-11,3 16 22,8 28-28,-2-13 0,1 1 1220,0-3 0,0 0-1243,4 17 1,-1 1-51,-2-10 1,-1 1-105,2 10 1,-1 1-127,-2-5 1,0-1-589,0 2 1,0-2 433,-2-18 1,0-2-600,4 6 0,3-6-1106,15-6-727,21-3 232,-5-18 1,3-6 2661,-14 1 1,1-3 377,19-6 1,-1-6 284,-21 1 1,-2-4 423,7-3 0,-3-4-70,-7 1 1,-3-2 921,5-27-874,-22 1-393,-19 23 1,-5 1-302,-11-9-102,0 15 0,-3 4 29,-12 6-168,-8 3-90,8 14 0,5 16-29,16-1 3229,2 19-3211,16-5 471,7 11-477,20 11 16,7-13 59,7-5-58,2-17 73,-10-14 5,6-9-28,-1-11 129,5-23-73,-7-2-67,-4-2 123,-10 4 6,-11 13-39,-5-1-169,-4 12 18,-13 10-34,5 7 5,-9 12 6,10 11 28,7 6-6,15 8-27,6-13 10,27 5-1732,-10-19 1,1-3 1737,22 9-8,-7-13 0,-2-6-60,-1-16 71,-16 0 0,-3-3 9,-2-17-18,-12-9-2,-11 6 0,-4-3-159,-3 2 1,-1-2 170,-2-5 0,-1-4 0,-1 2-223,-3-6 0,-1 2 241,-3-7 1,1 5 2949,-2-4-2910,0 8-51,9 34-27,0 2 105,5 31-105,3 24-6,4 8-13,2-11 1,2 6 0,1 0 17,2 8 1,2 2-322,-2-3 0,1 4 0,-1-2 254,0 11 0,-2-4-78,-2-3 0,-3-4 39,-3-15 0,0-1-516,-1 8 1,-1-5-157,0-4-2571,10 17-224,-1-42-6252,5-21 7982,-12-8 186,-14-33 1663,-3 20 583,-6-4 0,-4-1 4604,-12-13-3171,11 15 1,0-1 1176,-10-13-1133,15 6-1454,10 13 44,22 2-326,35 12-293,-15 9 0,4 1-231,15 3 0,3 4 200,0 2 0,-2 1 0,-9 0 0,0 1 28,9 0 0,-2 0-11,5-2-23,6-1 2989,-17-15-2961,-25 3 571,14-19-413,-22 11-12,0-8 0,-14 8 753,-7 3-753,-4 5 357,-12 4-54,-7 6-286,-4 7-95,-5 7-45,12 5-6,9 1 11,8-1 23,9-3 330,19-2-324,0-7-7,17-2 7,-5-5 78,17-4 95,10-8-17,-6-1-106,-9-2 117,-22 5-224,-12 6-55,-1 1 16,-3 4-78,0 10-415,1 15-1294,3 19-760,2 0 2564,2 10 0,-4-34 0,-1 0 0</inkml:trace>
  <inkml:trace contextRef="#ctx0" brushRef="#br0" timeOffset="61198">11446 9483 22587,'-8'-42'588,"0"-1"0,1 3 0,0 11-537,3 26-29,1 4 57,2 29-63,7 14-5,-1-7 1,2 3-525,3 3 1,0 3 495,1 5 1,-2 1-486,-1 6 1,-2 0 277,-4 3 0,-3 2-263,-3-13 0,-2 0 0,0-3 153,-1 2 1,-1-2-362,-4 10 1,-1-6-320,1-13-202,-1-7-44,3-32 1025,-1-23 790,-4-21-85,0 3 446,1 4 0,0-1 609,-7-15-1002,6 15 1,0 0 541,-5-16-119,5 11 875,7 12-1636,4 12-17,13 5-146,11 8 17,40 0-31,-26 5 1,1 1-15,2 1 1,2 0-7,6 1 1,0-1-183,-7 1 0,1-1 169,9 0 0,3-2-14,7-2 0,-1-2 36,-11 0 0,-2 0 158,-3-2 0,-3 0-132,14-8 55,-27 3 73,-5-3 40,-12 3-40,-14 3 400,-18 7-461,0 5 84,-25 12-96,10 7-3448,-6 21 3359,18-11 6,13 17 16,24-19-17,14 5 17,17-7 1,15-9 13,-19-12 0,0-4 98,25-6-16,-8-3 27,-25-6 3717,-13-12-3560,-14-10-218,-1 0 39,-25-23-56,1 24-45,-5-6 1,-4 10-141,4 13-50,5 3-566,0 10-1669,15 17 2414,4 14 0,2-9 0,3 2 0</inkml:trace>
  <inkml:trace contextRef="#ctx0" brushRef="#br0" timeOffset="61655">12929 9734 10175,'8'-1'9830,"-3"1"-7820,-5 0 1380,0 0-2780,34-49-503,-29 35 49,6-39-105,-31 50 16,-13 2 0,-2 2-39,0 4 3,1 0 0,1 3-3,2 11-34,6 3 17,15-1-11,44 27 0,-8-22-8,0-1 0,3 0 8,0-6 0,1-1-422,13 7 0,3-1 424,-2 1 1,1 0 2,3 1 1,-4-1-6,1 3-22,-20-1 33,-34-2-22,-18-1 0,-12-3-15,6-13 1,-4-4-132,-7-1 1,-2-2-164,0-3 1,1-1-1183,-5-4 1,4-2-739,-1-13 1672,21-16 0,19 23 1,6-7-1</inkml:trace>
  <inkml:trace contextRef="#ctx0" brushRef="#br0" timeOffset="62356">13605 9813 24469,'-34'17'260,"-1"0"1,-15 12-54,67-25-117,1-2 56,12-4 5,8-9-11,2-4 62,3-8 16,-16-1-11,-9-3-33,-8 2-90,-5 5 117,-11 0-117,-3 10-44,-9 0-7,-6 8-16,4 5-6,-8 6-39,-6 24 11,10-4 17,-1 19 17,23-12 0,6-8 0,23 14-23,-6-22 3,12 1 1,4-2-4,19-4-11,-15-5 0,3-1-104,-8-5 1,0-2 137,-2-4 0,0-1 33,24-6 45,-10-8 29,-15-5-18,-14-9-50,-10-7-39,-10 3 16,-14-24-5,-3 21 14,-7-12 36,8 23-38,6 13-1,6 7-56,4 5 6,1 1 274,7 1-230,12 5 10,17 1-59,14 7-1,6 3 11,0 7 6,-5 9 0,-7 10 3,-23-14 0,-3 3 5,-4 0 1,-3-1-9,7 20 0,-11-11-56,-1-15-275,7 0-1024,16 2-6521,23-5 7876,7-8 0,-16-6 0,-14-5 0</inkml:trace>
  <inkml:trace contextRef="#ctx0" brushRef="#br0" timeOffset="63048">14812 9868 22660,'-18'-48'1002,"1"0"1,0 5 0,5 8-600,8 18-313,1 9-29,1 8-44,0 14-6,-2 15-11,2 17 6,0-2-12,7 18 3,4-30 1,2 1-266,1-1 1,3-1 267,4 4 0,2-3-6,15 7 17,-8-13 224,-8-13-128,-10-10-1,-2-16-55,-2-11-12,2-14-17,-1-9 1,1-4-63,3-1-100,6 5-207,14 10-364,13 12-622,14 12 246,-26 12 0,0 2-577,0 2 1,1 2-3253,3 6 1,0 1 4877,12 8 1,-10-1-1,-25-11 1</inkml:trace>
  <inkml:trace contextRef="#ctx0" brushRef="#br0" timeOffset="63572">15497 9964 24592,'-12'9'717,"8"-2"-639,23-12-27,14-4 5,13-7 73,4-4 168,-2-10-213,-19 8 84,-5-11-34,-20 10 23,-6-7-112,-3 11 17,-16-2-34,-15 15 22,-3 2-28,-2 6 6,6 8 0,11 6-16,-2 10-18,8 7 12,8 5-18,10 5 7,6-9-1,26 15-11,7-19 11,-6-9 1,2-1-204,2-7 0,-1-3 204,25 4 16,-18-10 0,-2-4 17,9-6-26,-17 0 0,-3-2 121,2-13-34,-15-6-16,-11-5-56,-8 4 28,-8-20 403,2 13-409,0-22-22,8 25 89,12-7-95,10 20 1,10-1-12,3 9 16,-2 6-16,0 13 0,-10 3-11,15 31-84,-11 3-121,-8-10 1,0 5-2073,-1 10 0,-4 2 1722,-2-11 1,-2-2 0,-1-2-1,-2-3 1,-3-5 0</inkml:trace>
  <inkml:trace contextRef="#ctx0" brushRef="#br0" timeOffset="64881">18178 9892 22963,'-12'-45'416,"-1"-1"0,5 5 0,-4 10-74,-13 23-269,2 8-37,-9 12 1,-2 5-21,-6 3 6,2 6 1,-2 4-6,13-4 0,2 0-12,-18 17-2,21-10 0,5-2 3,13-7 44,26 19-11,20-27-303,-6-7 0,4-2 286,0-7 1,1-3 38,-1-2 1,-2-1 320,23-11 166,-26 2-357,-18 4-18,-20 2-105,-27 4-52,-14 1-10,10 5 0,-2 2-1,2 2 1,0 2 8,0 1 0,2 4-14,-24 15 573,19-2-557,-1 22-77,24-7-96,5 19 39,20-19-61,7-15 0,6-3-419,5-3 1,7-4 298,5-2 0,6-1 0,0-2-516,-2-3 0,0-1 0,3-4 611,10-2 1,3-2 0,-2-4-193,-6-3 0,-3-2 1,-1-1 30,10-4 1,0-4-249,-7 0 1,1-4 0,-5 1 29,-3-2 0,-3-1 687,-5 3 1,1-3 0,-6 2 304,13-20 1394,-22-3-677,-27 26 359,-11-2-1099,-5 17 2127,-14 7-2104,-1 11-359,1 5-38,4 4-63,8 10-156,10-8 763,-7 13-1457,-3-5 279,1-6-835,-20 4 433,-15-14 1337,-1-10-47,25-9 0,2-7 441,-4-25 183,15-13 0,12-1-106,12 5-224,6 11-408,0 14-45,11 7-74,4 16-38,19 14-88,-18-2 0,0 5-106,2 3 1,1 5-654,3 9 1,-2 2 94,-10-12 1,-1 1-4160,4 12 1,-3-3 3396,-6-8 1,0 1 0,-12-23 0</inkml:trace>
  <inkml:trace contextRef="#ctx0" brushRef="#br0" timeOffset="65047">19569 10293 27656,'-27'-31'-3963,"-1"-1"1,-15-10 3962,43 59 0,0-4 0,1-4 0</inkml:trace>
  <inkml:trace contextRef="#ctx0" brushRef="#br0" timeOffset="65631">20640 10028 22602,'-49'-34'304,"0"1"0,5 2 0,5 11-253,5 27 417,10 7-463,11 9 157,16 10-111,18 9-15,-3-17 0,4 1-14,6 1 1,1-1-332,3 1 1,1-2 316,-2-1 0,-1-1-2,19 16 213,-17-8-175,-16-6-16,-14-10 62,-47 3-79,12-12-337,-11 0 0,-5-2 312,11-4 0,1-2-73,-10-2 1,-1-2-186,6 0 1,2-3-1897,-17-12-430,28 4 2598,18 1 0,11 9 0,1 2 0</inkml:trace>
  <inkml:trace contextRef="#ctx0" brushRef="#br0" timeOffset="65964">21034 10094 24648,'-30'43'192,"0"-1"0,1-3 1,10-4-87,22-4-50,2-9 197,16 2-35,0-15 40,13 3 0,1-17-62,3-7 5,3-11-111,-10 2 190,4-13-140,-21 13-56,3-7-56,-13 12-107,-4 4-318,-1 5-785,0 3-991,0 2-2487,10 2 4660,3 3 0,-1-1 0,-2 1 0</inkml:trace>
  <inkml:trace contextRef="#ctx0" brushRef="#br0" timeOffset="66389">21596 9989 24771,'16'-39'717,"0"0"0,0 2 0,-7 11-437,-9 22-218,-2 2-51,-2 6 17,-8 20-22,0 12-23,-3 9 8,8-12 1,0 1 8,2-3 0,0 0-114,-1 10 1,1 2 102,1 6 0,1-1-12,-1 15 20,5-27 1,1-4 7,2-9 18,2-3 106,-2-12 95,-1-11-180,-1-3 256,4-14-249,4-6-29,7-12-5,8-4 28,15-5-62,6 10 22,4 10-16,4 14 0,0 17-40,-6 11 1,-1 4 5,4 3-33,-11 1 0,-10 2-74,-30-1-44,-22 8-1833,-13-13 0,-6-3 1774,10-4 0,-3-1-2794,-11-2 0,-6-1 1,5-1 3048,9-4 0,3 0 0,-9 0 0,5 0 0,9-2 0</inkml:trace>
  <inkml:trace contextRef="#ctx0" brushRef="#br0" timeOffset="67831">22289 10332 22291,'4'-51'937,"0"0"0,0 9 0,-1 6-606,2 6 453,1 7-717,-2 12-67,5 9 39,1 21-33,0 7-12,6 16 1,-5-3 5,-6-5 0,0 1 0,-1 6 22,-6 13-11,-1-39 68,-4 2 5,5-12 263,-1-4-235,3-11-67,0-12-34,1-3 22,5-16 18,8-6-1,4-2-22,5-3-3386,-3 17 3375,-5 12-23,10 2 12,-10 12-23,27 0-11,-20 11 17,34 18-6,-24 6 22,-8 1 1,-1 2-6,0 18 0,-6 0-6,-11-9-5,-4-13-6,0 0 3393,0-10-3376,1-9 11,4-10 0,5-9 34,6-11-6,2-8-11,-1-2 28,-5 3-22,-4 8-23,-4 10-50,2 6 22,3 6 28,2 1-61,14 7 55,10 15 23,-3 4-45,3 11 29,-19-3-12,-8-8-12,-4-3-4,-3-13-7,0-4-10,3-4 38,8-8 18,12-5 10,8-10 1,3-4 16,-4-1 17,-9 4-22,-10 6-11,-7 5-23,-4 6-22,-3 3-45,0 2 61,1 5 12,2 6-45,3 10 0,1-1-246,10 21-353,-1-10 89,2 8-1434,3-6-3175,-5-11 4299,2-1 0,-7-9 0,-5-8 0</inkml:trace>
  <inkml:trace contextRef="#ctx0" brushRef="#br0" timeOffset="67999">23450 10152 25051,'3'-41'-2375,"2"10"0,0 45 0,-1-5 1</inkml:trace>
  <inkml:trace contextRef="#ctx0" brushRef="#br0" timeOffset="68872">23670 10107 21002,'13'-50'1051,"1"-1"0,0-3 0,0 3-345,5-6-78,-2 0-203,-7 21-285,-6 24-123,-4 14 50,-4 28-11,-2 16-56,2-13 0,-1 4-428,1 5 1,0 2 379,1 2 0,2 2-103,2 2 0,3 1-202,1 0 0,2 0-2255,9 6 0,2-3 2050,-6-17 1,1-3-1208,6 7 1,2-5-8067,2-5 8947,-6-7 0,-6-11 0,-11-13 0</inkml:trace>
  <inkml:trace contextRef="#ctx0" brushRef="#br0" timeOffset="69214">23746 10463 20333,'-21'-58'1126,"1"0"0,2 5 0,10 8-958,25 15-198,17 8-228,20 7-134,-17 10 1,3 2-942,8 1 1,2 0-60,4 2 0,1-1-2269,8-3 1,-2-2 1050,-14 0 0,-3-2 2648,-4 0 0,-4-4-38,4-18 2012,-23 0 3057,-3-9 560,-12-7-4351,-3 14 805,-3-10-537,2 15 418,5-3-1108,1 7-390,1 10-321,-2 7-72,-4 13-39,-2 4 16,-10 38-55,0 5-226,5-12 0,0 3 124,2-1 1,3 2-1334,3 12 0,3-1 911,-1-17 0,3-1-1143,5 14 0,5-4-6430,14 0 8102,3 0 0,-11-24 0,-10-14 0</inkml:trace>
  <inkml:trace contextRef="#ctx0" brushRef="#br0" timeOffset="69565">24345 10387 23965,'10'-44'171,"-1"0"1,-3 5 0,6 9-323,39 22 56,-18 6-138,9 2 1,1 1 2,-4 1 23,-3 0 0,-1 0-51,5 0 247,12-6 67,-19-1 135,1-11 201,-20 0 162,0-5 62,-6 0 325,-5 0-666,-3 8 223,0 0-195,0 10-197,0 0-106,-1 3-22,-6 16 22,1-2-23,-4 24-156,5 11-151,6 4 33,3 0-762,13-3-3528,13-8-746,-4-9 5333,11-2 0,-24-25 0,-1-1 0</inkml:trace>
  <inkml:trace contextRef="#ctx0" brushRef="#br0" timeOffset="69748">24976 9976 23864,'7'19'-3764,"8"24"-6067,-1 0 9057,5 12 1,-9-28 0,-4-12-1</inkml:trace>
  <inkml:trace contextRef="#ctx0" brushRef="#br0" timeOffset="70697">25341 10227 20442,'0'-3'4021,"0"0"-2883,0 3-1105,-6-15-5,4 26-5,0-4-23,14 42-17,-1-14-5,8 20-6,-12-27 22,1 3 17,-7-16 152,-1-11 10,3-5-94,7-8-3421,11-9 3376,2-1-378,26-15 355,-21 18-22,21 6 0,1 8-62,-11 15 53,-1-5 1,-3 4-77,-14 23-38,-4-6-17,7 7 78,-2-9-129,28 4 146,-20-17 14,1-4 0,4-3 53,22-7 84,-3-9 29,-2-11-40,-27 0 3466,-10-20-3276,-13 10 623,-8-12-645,-9 12-156,-3 10 16,-8 5-23,-1 12-55,-1 10-23,-2 13 11,7 16-22,5-3-11,1 24 6,12-18-7,4 15 12,11-18 6,5-12 78,3-11-22,-4-7 33,3-9 106,-4-7-117,0-4-16,-4-5-12,-6 4-51,-2 3 12,-1 2-11,1-4 27,1 5 6,1-5-44,1 6 33,1 0-51,1 2 7,-1 1 16,2 0-6,-2 2-22,0 0-17,-3 3 68,-1-1 10,0 0-10,1 1 16,1-3-34,3-2-10,3-3 22,2-3-17,1-5-6,-3 5-5,2-4 39,-7 8 17,4-6 16,-4 4 62,1-4-16,-2 5 16,-2 2 11,0 3-61,-1 1-95,1 2 5,-1 11 17,0 11 17,-1 21-17,1 13-1708,2-21 1,0-1 1691,3 24-99,2-9 0,1-2-81,-1 5-532,-6 9 0,-7 1-3071,-9-25 1,-5-1 3798,-3 12 0,-3-4 0,-13-1 0,12-22 0</inkml:trace>
  <inkml:trace contextRef="#ctx0" brushRef="#br0" timeOffset="72364">27993 10168 16681,'2'-59'885,"-1"0"0,2 8 0,-7 13 1107,-23 28-1852,-3 18 0,-3 8-62,4 2 1,1 2-54,-8 2 0,0 8 23,6 16 1,3 10 0,4-2-458,5-4 0,3 1 396,1-8 1,0 5-1,0 1 1,3-2-106,2 6 1,3-1-1,1-3-14,-2 4 1,1 1-142,-1-2 1,-1 3-1,0-4-206,-3-1 0,-1-3 246,-4 5 1,-1-3 366,1-14 0,-3-7-50,-17-7 978,2-42-1001,2-30 29,19 13 0,2-4-473,2-8 1,3 0 469,1 9 0,3-1 58,4-10 1,6 0 262,7 7 0,4 2-394,4 1 0,3 2-17,0 5 0,5 5 3,6 8 0,4 6-28,-1 4 0,2 2-9,13-3 1,5 0-314,-8 3 1,3-1 0,-1 1 351,-7 2 0,0-1 0,1 0-6,5-1 0,2-1 1,-3 1-406,8-4 1,-6 2 419,-13 2 0,-3 0 498,1-2 1,-5 0-264,-6-1-100,1-2 568,-28 4-658,-14 4 1635,-3 0-1495,-27 4 1294,8 8-1429,-15 7-21,14 9-7,9 7-10,11 6 10,8-5 46,14 6-1,9-9 51,26 7 16,4-13-224,12-4 197,-20-13 476,3-13-196,-21-3-118,2-16-146,-15 5 57,-8-21-158,-4 20 29,-16-24-62,1 28 219,-10-4-544,12 16-168,7 6 168,8 7-1624,7 16-3451,23 9 628,-3 0 3977,20 2 0,-27-22 1,-1 0-1</inkml:trace>
  <inkml:trace contextRef="#ctx0" brushRef="#br0" timeOffset="73100">28808 10289 17244,'0'-6'6391,"0"2"-4123,0 4-2313,36-51 40,1 56 13,0-18 1,-1 5-15,12 47 20,-19-5 0,-5 3-562,-5 12 542,-9-14 1,-8-1 10,-34 14 1,1-20 27,2-14 1,-2-6 192,-10-8-126,-1-10-21,14-12-51,19-12-93,22 3 1,9 0-104,-1 7 0,5 1-566,17-8 1,5 3 145,-2 12 1,1 5-326,5 2 0,-1 2 316,-11 2 0,0 2-2786,12 1 0,-4 0-3409,3 2 5504,10-1 1288,-39-1 3977,-13-3 1713,-7-4-1421,-2-4 164,2-4-3705,0 6 350,1-3-574,-1 10-386,-1-1-68,0 24-33,-1 5-17,0 23 6,0 3-17,0 1-12,-2-1 23,1-21 0,-1-5 112,1-20 370,0-1-398,1-19-17,3-3-11,6-19-50,10 3-1,9 0-5,10 7-45,18 10 34,-15 9 6,18 14 16,-24 8-17,3 12-16,-14 5 33,-12 0 0,-12-6-16,-13 0 33,2-14 72,-3 2 7,12-12-46,15-11-21,15-10-18,23-11-5,-2 2 22,-4 10 0,1 3-394,13 0 358,-19 5 0,-1 5-99,8 21-66,-22 1-745,-8 33-2627,-24 2 3534,-6 7 0,0-19 0,1-17 0</inkml:trace>
  <inkml:trace contextRef="#ctx0" brushRef="#br0" timeOffset="79532">3462 11324 31882,'-33'-20'-2855,"17"26"5154,42 33-4112,10 2 545,16-14 1059,-20-23 1,2-4 612,11-7 0,1-4-372,-6 1 1,2-4 135,6-8 1,5-5 0,-3 0-447,-11 5 1,-2 1 0,2-2 10,1-1 1,3-1 0,0-1 0,-2 1-10,4-3 0,-2 2 0,-2 0-566,8-4 1,-3 1 963,-1 1 0,-5 5 0,-10 5 0,-3 2 0</inkml:trace>
  <inkml:trace contextRef="#ctx0" brushRef="#br0" timeOffset="80055">3333 13671 16306,'-5'-6'6315,"1"1"-6125,4 5 426,0 0-482,-59 2 32,38 28-40,-13-12 1,3 5-60,24 9 1,6 4-57,0-4 1,3-1 71,14 22-13,15-16-149,20-18-3339,-2-14 3422,4-18 0,4-10-34,-7-2 1,1-4-508,2-1 1,3-2 0,0-2 460,-16 8 1,0 0 0,0-1 0,0 0-313,4-2 1,0 1 0,-1-1 0,-1 2-647,4-4 1,-1 2 0,0 0 1031,3-1 1,-1 1-1,-6 4 1,9-6 0,-3 4-1</inkml:trace>
  <inkml:trace contextRef="#ctx0" brushRef="#br0" timeOffset="80532">3400 15945 20772,'-52'0'655,"1"1"1,-3 6 0,8 8-477,23 9 0,5 5-481,-7 7 1,3 2 402,3 1 0,4 0 100,5-5 1,6-1-12,19 13 34,29-21-132,-7-24 1,5-6-792,9-7 0,4-6 714,-14 1 0,2-3 0,0-1-2,3-2 0,0-2 0,0 0-13,1-2 0,-1-1 0,-1 1-21,-1 1 1,0-1-1,-1 1-190,-2 2 0,-1 0 1,0 1-1505,-2 1 1,0 1 0,-1 1 1714,10-4 0,-4 2 0,13-4 0,-26 13 0</inkml:trace>
  <inkml:trace contextRef="#ctx0" brushRef="#br0" timeOffset="85473">5609 6440 10976,'4'-6'4918,"0"1"-3462,-4 5-22,0 0-515,-31-38-712,18 27-70,-10-11 0,-4 3-47,-9 19-40,-13 8-33,10 5 0,-1 3-390,-13 10 370,-2 3 0,-1 2 6,20-12 0,0 1 2,-2-1 1,-2 2-1,2-2 31,3-2 1,3-2 46,-23 10 79,34-17-34,15-6-95,2 0-79,4-2 27,4-1 410,3 1-413,6-1 22,1 7 51,0 7-6,-5 3 169,-4 37-43,-14 1-553,1-9 1,-2 4 479,-6 3 0,-2 1-681,2-11 1,0 1 0,0-1 613,-5 13 0,-2 2-9,3-10 0,-3 6 1,-1-1-1,3-5-14,-3 8 1,-2 3-5,5-11 1,-3 7-1,-2 4 1,1-2 0,3-5 1,0 3 1,2-4 0,0 4-503,-1 1 1,-1 4 0,0-1 0,4-5 496,2-7 1,3-3 0,2 1 7,0 12 1,1 1-1,3-3-208,4-2 1,2-2 203,-1 9 1,4 1 22,6-2 1,4-1-18,0-12 1,0 0-15,1 0 0,-1 0 6,2-2 0,0-6-99,8 1-56,3-4-110,10-23 1,1-5 0,-12 0 0,30-7-1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14:07:16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3012 2495 17529,'-1'-3'1989,"0"0"-1065,1 3-773,-63-7-106,35 16-2135,-17 1 1,0 4 2112,18 19-15,5-3 0,3 4 119,8 1 1,3-1-167,-4 23-12,25-17 1,8-5 5,12-10-169,9-7 0,6-6 130,5-12 0,1-7 81,2 0 1,-1-3 21,-2-1 1,-2-4 103,-4-11 0,-8-3-5,-3-1 59,-7-6 1,-4-1 338,-12-2 711,-7-23-986,-10 35-51,-9 3-92,-12 38 0,-3 10-81,1 0 1433,-5 2 1,4 7-1434,20 19 0,17-1 39,16-27 0,5-3-37,-1 25 1,5-6 246,15-34 1,2-12-231,-16-1 0,-3-4 82,23-18 106,-18-7 34,-16-5-130,-12 7 453,-11 2-268,-30-12-190,-1 16-87,5 6 1,-3 2 299,-19 5-314,1 8-39,7 12 6,13 1-45,4 18-241,12 16 51,3-5-550,16 23-2934,29-12 123,-11-24 0,1-1 2928,6-1 1,-2-4-1,6-4 1,-14-7 0</inkml:trace>
  <inkml:trace contextRef="#ctx0" brushRef="#br0" timeOffset="550">3877 2681 14874,'0'-7'6301,"1"1"-4788,-1 6-96,11-60-1288,-8 45-96,8-46-72,-11 64 34,1 6 16,0 3-1679,2 20 0,0 5 1690,0 0-303,0 10 1,-1 0 291,-3-8-17,-2 12 12,-4 2-12,2-18 40,0 5 352,3-27-134,4-15-207,0-5 89,9-27 111,8-4 0,6-9 0,-2 6 1129,-5 13 1,0 0-1375,7-13 0,3-5 0,-2 20 829,3 33-829,-3 1-11,14 19 6,-19-10-1,22 27 6,-25-17-11,4 5 11,-14-9 0,-6-13 414,-1 1 196,-2-13-464,-2-9-23,1-15-33,-1-10-40,9-5-11,7 1-16,11 7-18,4 10 6,4 8 1,6 9-35,8 7-22,5 11-55,1 10-472,-6 11 180,-12-2-1583,-16-2 1,-2 2 1974,1 16 0,1-3 0,-12-18 0</inkml:trace>
  <inkml:trace contextRef="#ctx0" brushRef="#br0" timeOffset="1468">4868 2744 24995,'35'-28'28,"-2"19"-22,-13 61 0,-3 2 10,-5-2-4,-4-9-18,-4-11 56,-2-11 202,-2-12 197,0-6-331,-5-22-85,3 6 102,-7-41-7,6 10-50,3 11 1,1-2 39,10-24-17,8 7-45,8 13-68,6 15 18,5 11 5,4 11-11,-1 10-5,-2 11 10,-4 11 18,-5 8-23,-6 5-6,-8-1-11,-6-5 0,-6-6 23,-10-9 162,-1-8-95,0-7 5,0-6 113,1-23-135,4 7-17,-2-28 6,13 7-29,8-9-32,11 5 10,4 9 0,2 12-10,-3 10-29,0 14-39,0 9-23,3 14-193,-4 0 1,0 2-62,-5-7 0,0 0-256,9 9 0,0-2-223,16 5 392,-2-11 263,-4-11 123,-3-13-3218,7-23 3325,-16 2-272,12-24 445,-19 10 146,5-8 185,-10 8 216,-8 13-400,-7 12 2961,-10 11-3293,-1 4 561,-13 14-566,2 5-28,-3 13-39,8 3 50,5 2-17,11-3 6,8-5 17,12-6-6,8-9 17,7-8 6,2-6 39,-2-11 28,-5-8 5,-7-12 17,-10-10-67,-8 2 22,-7 2 1,-1-1 111,-5-12 12,-4-16-79,-11 27-39,-19 17-67,9 11-23,-20 16-16,20 9-90,-2 12-347,10 8-718,13 5-3421,28 6 470,0-19 4128,23-2 0,-27-22 0,0-2 0</inkml:trace>
  <inkml:trace contextRef="#ctx0" brushRef="#br0" timeOffset="1795">6567 2740 26362,'23'-48'17,"-4"24"11,-21 76-20,1-19 1,0 2-15,-1 25 1,2-6-1,2-24 1,1-6 77,2-2-10,-1-12 33,4-13-22,6-14 5,9-15 29,9-16-49,-13 20 1,1-1 50,12-11 1,1 2-77,6-7-19,-12 17 0,-1 6 9,-6 13-18,15 2-33,-4 14-106,16 18-348,-18 15-173,-4 6-3025,-11 16 2832,-7-17 0,-2-6 0,-3-17 0</inkml:trace>
  <inkml:trace contextRef="#ctx0" brushRef="#br0" timeOffset="2718">8343 3050 22766,'-10'-57'1096,"1"0"0,-1 7 0,2 8-962,3 20 15,-1 12-99,5 20-44,0 19 5,2 5-11,3 6 0,0 4-23,0-9 1,0 0-212,0 7 0,0 3-436,-2 12 1,-4-3-261,-5 4-782,-3-17 0,-4 5 0,-1-7-2713,-16 8 4425,0-8 0,0-7 0,9-15 0,-2-4 0</inkml:trace>
  <inkml:trace contextRef="#ctx0" brushRef="#br0" timeOffset="3077">8480 2479 20184,'-34'27'429,"1"-1"1,0 0 0,-14 8 0,15-5-216,30-7-108,5-10 219,15 7-112,2-8-79,5-1 337,10-11-107,-11-12 17,8-11-57,-14-12-44,-8-6-5,-8-1-18,-8 9-54,-7 11-175,-3 15-28,-1 10-23,-5 16-330,7 10-1182,2 15-4542,15 11 5229,10-2 0,0-19 0,-2-13 0</inkml:trace>
  <inkml:trace contextRef="#ctx0" brushRef="#br0" timeOffset="3344">9100 2661 19641,'0'-6'2924,"0"0"-1546,0 6 168,0 0-1535,-21-49 23,16 45-6,-14-27-12,23 55-16,4 6 0,2 4-22,7 23-31,-4-13 0,0 1-246,-2-8 1,-1-1 43,-1-2 1,-1-1-1068,3 19-2526,-10-12-1484,-7-14 5332,-9-6 0,7-14 0,-1 0 0</inkml:trace>
  <inkml:trace contextRef="#ctx0" brushRef="#br0" timeOffset="3509">9005 2750 17826,'0'-9'5288,"0"2"-4941,0 7-224,0 0 292,-13-18-247,2 41-90,-13-3-81,12 13 0,3 6-511,-9 21 514,4-4 0,2-3 0,3-16 0,1-3 0,1 0 0</inkml:trace>
  <inkml:trace contextRef="#ctx0" brushRef="#br0" timeOffset="4110">10171 2753 22819,'-57'-9'679,"0"1"1,7-1 0,9 2-579,20 4 457,11 0-496,30 2-51,20-2-11,-1 1 0,4-1-448,11 0 0,3-2 416,-13 2 1,1-1-1,-2 0 1,11-1 1,0 1-41,-4-1 0,3 1 0,-6 0 4,-4 0 0,-2 1-15,14-1 1,-6 0 254,-8 2-223,-41 9 297,-19 2-247,-24 9 0,-8 2 0,5-3 0,-3 1-489,2-1 1,-4 2 0,2-1 501,6-2 0,1-1 1,1 0-3,-14 6 0,4-1-1087,10-1 1,4-2 1087,-5 6 55,26 2-5,34-14-45,28 1-29,-7-10 1,4-3-192,-5-1 1,3-1 187,6-2 0,4-1 0,-4-2 12,-1-1 0,0-3-3,17-3 1,-4-3 13,-25 2 1,-7-4 8,-7-9 0,-7-2-17,-1-15-555,-14 7 1,-5 0 689,-13-18 1052,3 19 0,-1 1-834,-11-18-118,5 12 235,10 22 353,9 13-632,2 2 3213,1 4-3371,8 15 168,0-1-190,14 30-17,4 10 3,-7-14 1,-1 3-591,2 6 0,-3 1 542,-2-8 1,-2 2-777,-4 1 0,-1 4 0,-5-2 827,-8 12 0,-2-1 0,7-7 0,-1-2 0,-7-14 0,0 1 0</inkml:trace>
  <inkml:trace contextRef="#ctx0" brushRef="#br0" timeOffset="7135">13381 2698 18713,'-36'-28'694,"-1"-1"1,1 0 0,-15-10 0,2 13-415,-10 34-152,6 22-86,30-3 0,5 6-1302,1 12 0,5 6 1265,4-10 1,2 3 0,1 2-16,1 8 1,1 3 0,0 0-382,2-8 1,0 1-1,0 0 1,0 2 241,0 3 1,1 1 0,-1 1-1,-1 0-276,0 4 1,-1 0 0,-2 1 0,0-1-152,-2 1 1,-1 0-1,-1-1 1,-2-2 367,-1-3 1,0-2 0,-2-1 0,-2-3 642,-3 4 0,-2-3 0,-2-6 173,-7-1 0,-2-12-144,-12-16-184,12-40 0,4-16-149,8 1 1,4-5-11,0 0 0,1-4 0,3 0-80,4 2 0,3 0 0,3 0 5,3 1 1,2 1 0,2 0 23,5-15 0,4 3 659,5 7 0,4 4-738,3 5 1,4 4 11,5 1 0,2 4-3,-6 6 0,3 2 5,4 0 1,5 1 0,-2 0 52,4 0 1,1 0-52,-4 2 1,4-1 0,-3 0 11,6-3 1,-2 1-6,-3 0 0,-2-1-262,-4 1 1,-2-1 272,-4 1 0,-2 0 1060,18-18-738,-16 7 787,-13 9-541,-8 8 855,-5 3-1229,-2 5 1153,1-2-1059,-2 5-42,2 0-231,-3 8-24,1 13 18,2 15-28,-1 23-9,-2-20 0,-1 2-307,-2 4 1,0 1 87,1 0 1,-1-1-485,0-2 1,0-2-3619,3 24 3523,5-16 0,-3-21 0,2-11 1</inkml:trace>
  <inkml:trace contextRef="#ctx0" brushRef="#br0" timeOffset="7309">13753 2790 19776,'0'-7'2739,"0"1"-2605,0 6-263,0 0-1859,12-3-6319,-6 36 7459,7-4 0,-10 12 0,-3-18 0</inkml:trace>
  <inkml:trace contextRef="#ctx0" brushRef="#br0" timeOffset="7951">14060 3388 21483,'1'5'2448,"0"-1"-1300,-1-4-968,39-77-862,-22 51 1,1-3 709,4-10 0,4-8 0,-2 2-734,4-6 0,-2 0 722,-9 12 1,-1-1 0,-2-1 0,-1-2 0,-3 0 0,-2-1 14,-3-2 1,-2-2 0,-4 4 330,-3-7 1,-5 5-307,-5 2 0,-4 8 11,-10 8 62,-6 16-40,8 19 562,6 0-634,5 21 1679,13 8-1679,9 25-12,1-20 1,2 2-805,4 8 1,3 2 764,1 4 1,2 2-141,-3-12 1,1 1-1,-2-2 22,2 1 1,0-1-182,6 12 0,-1-5-921,5-2-291,4 0-651,-5-24-297,-2-19 1491,-7-15 481,14-32 2083,-11 0-442,6-10 686,-21 14 1,-5 2-693,-3 6-405,-3-16-692,0 37 11,6 5-11,11 0-17,30-4 0,-6-1-6,-1 1 1,1-3 16,12-7 0,4-11 17,-11-16 22,-20 4-16,-8 1 44,-20 9 3426,-8 13-3308,-11-1 40,0 8-57,6 4-106,8 4-57,6 7 18,3 11-12,2 27-3442,10 9 3364,4 4-1479,6-12 1,4-2-493,2 8 1864,3 3 0,-1-2 0,-11-21 1,7 15-1</inkml:trace>
  <inkml:trace contextRef="#ctx0" brushRef="#br0" timeOffset="8108">15465 3243 22694,'0'-5'3008,"-1"2"-2320,1 3-783,-43-44-543,33 37-3289,-29-28 3927,44 49 0,0-4 0,-1-3 0</inkml:trace>
  <inkml:trace contextRef="#ctx0" brushRef="#br0" timeOffset="8510">16201 3218 18140,'0'-9'2478,"-3"-21"1,-3-6-1247,-1 8-854,0-7 0,0 3-176,0 17-62,3 13-73,3 17-5,1 4 19,5 24 0,1 6-380,0 2 307,2 8 0,0 2-8,-5-23 0,-2-1-176,-7 24 0,-3 0-366,2-19 0,-4-1-1029,-10 2 1,-7 3 0,-3-8 1570,-10-6 0,0-5 0,5 4 0,1-3 0,-21-4 0</inkml:trace>
  <inkml:trace contextRef="#ctx0" brushRef="#br0" timeOffset="8885">16270 2641 22240,'-24'48'203,"0"1"1,5-6 0,13-8 92,48-17 68,4-8 90,-3-10-17,-11-10-135,-11-8-50,-11-11-56,-8-4-50,-10-2-22,-6 4-68,-1 11-17,-4 6-28,5 8-28,0 4-78,1 12-863,7 11-8873,6 27 943,3-14 8888,5 9 0,-4-33 0,-1-4 0</inkml:trace>
  <inkml:trace contextRef="#ctx0" brushRef="#br0" timeOffset="9168">17030 2740 19356,'-2'-5'3539,"0"2"-2872,2 3-617,-51 8-27,38 2 61,-27 24-17,60-3-28,19 14-28,11-8-185,-22-19 0,1 0 143,0-1 0,-2 0-131,15 15-365,-21 0-1002,-33 0-3075,-31 0 4604,-11-6 0,14-10 0,15-8 0</inkml:trace>
  <inkml:trace contextRef="#ctx0" brushRef="#br0" timeOffset="9319">16903 2797 23489,'-13'45'-199,"0"0"0,0 0 0,-4 15 0,-3-7 0,-3-24 1,0-6-1,-4 7 0</inkml:trace>
  <inkml:trace contextRef="#ctx0" brushRef="#br0" timeOffset="22318">3194 5816 15003,'0'-7'4369,"0"2"-4402,0 5 139,0 0 141,-22 17-91,7 33-122,-13-6-9,17-3 0,3 0 54,-6 10-23,1-3 269,0-4 744,7-26 119,1-4-594,2-46-522,2 9 1,0-32 67,2 1-45,4-9-225,-3 32 1,1-2 221,8-19 0,1 4-30,1 6-20,1 5 0,2 4-20,0 17-10,7 4-1,3 14 11,17 23-5,-1 10 243,1 6-280,-19-8 1,-3 2-9,0 18-799,-7-15 1,-2 1 882,-10 18-172,-10-11 144,-2-18 118,-5-11 111,5-16-66,1-16-85,7-34-78,5 5 697,5 4 0,4-1-700,1 11 0,4 1 11,13-12 1,2 1-26,-9 15 1,0 2 62,4 0 0,-2 6-85,3 11-6,-13 10-11,10 14-6,-4 12-44,-4-1 0,1 3 2,-3-2 0,0 0 18,-1 0 1,1 0-162,14 26 12,-4-17-39,7 5-12,-1-12 0,1-12 230,-11-11 28,8-22 17,-16 2 45,14-22 39,-8 8 22,3-6 348,-3 4-399,-9 10-49,-2 6-40,-7 9-67,0 4 78,-1 2 6,4 9 17,12 15-11,-2-4-6,10 4 0,2 0-17,-1-4-3,3 0 1,2-2 19,3-4 28,8-3 39,-7-8-17,-10-12 118,3-22-89,-13 4 77,-2-6 1,0-3 62,-6-7-6,1-16-118,-10 25 45,-10 4-11,-15 16-85,-9 6-4,-12 12-24,6 10-10,13-1-6,6 13 6,18-7-34,7 11-34,12-3-5,10-2 22,-1-6-56,18 2 90,-16-15 45,10 1 5,-14-21-28,-7-3-11,-3-8-6,-4 4-134,-3-8-162,-2 12-1832,-4-9 2134,-8 17 0,4 2 0,-2 1 0</inkml:trace>
  <inkml:trace contextRef="#ctx0" brushRef="#br0" timeOffset="23742">5084 5841 19619,'-15'-44'670,"-1"0"0,10 8 0,-4 9-340,-53 35-178,33 10-29,3 2 1,-1 3-43,7 2 0,0 1-48,0-1 1,1 2 47,-2 14 1,4 1-551,4 10 541,7-16 1,6-1 90,18 7 189,18-16-83,26-20-168,-15-11 88,11-14-69,-28-3 0,-3-5-36,-5 2 0,-1-2-124,8-14 0,-4-3 90,-11 2 0,-4 0-289,-2 7 0,-3 0 306,-5-22 1,-3 1-1,1 19 0,0 2-14,-1-8 0,-1 1 429,-4-12-437,4 48-50,1 0 16,0 45-5,3 11-6,1-14 0,0 4-333,1 6 0,1 1 218,1 6 1,1-1 13,0-10 0,2 1-286,1-1 1,1 2 0,1-3-289,3 0 0,2-2-182,6 14 0,3-3 296,-1-21 0,1-7-1024,24 3 868,-1-31 700,-11-8-268,-5-36 1,-5-8 950,-8 12 6,3-13 0,-7 1-1563,-19 24 1361,1 1 932,-14 9-1072,4 18-145,-12 8-146,13 6 0,0 18-22,14-12 11,11 13 11,14-14-11,16 0-28,-4-7 11,12-12 45,-5-16-11,-3-8-17,-5-18 2302,-22 3-2291,-12 9 113,-23-8-24,-7 23 52,-20-2-18,1 19-72,2 13-17,8 8-51,14 3-16,8 25 0,18-4-15,2-10 1,4 0-88,21 24-8,-8-28 1,1-2 3349,17 13-3540,-6-15 0,3-5-176,15-1 276,-15-7 1,1-4-3,17-14 157,-8-15 123,-11-14 90,-9-11 78,-12-2 67,-7 0 23,-5 8 27,-3 11-78,0 12-179,0 11-89,0 7-18,3 13 7,5 12-7,0 3 1,9 32-6,-9-14-3,-3-12 0,0 0-2,-4 19 5,-5-6 11,0-14 219,-1-14-96,9-27-89,2-8 67,16-30 6,9-6-788,-7 19 0,2 0 754,4 0 0,1 2 3,1 3 0,0 4-28,-2 4 0,-1 3 2,27-2-66,-22 14-18,2 18-100,-17 15-347,1 18-1234,-8 16 1320,-9-22 1,-1-1-1,0 6 1,-2-2-1</inkml:trace>
  <inkml:trace contextRef="#ctx0" brushRef="#br0" timeOffset="24226">7448 6147 25371,'1'15'95,"2"20"-2998,2 23 0,-1 7 2799,-2-19 1,-2 0-91,0 10 1,-6 5-2681,-8-5 0,-6 4 0,1-5 31,2-8 1,-1 0 2768,-7 13 1,-3 6 0,6-18 0,10-23 0,1-7-1</inkml:trace>
  <inkml:trace contextRef="#ctx0" brushRef="#br0" timeOffset="24602">7332 5769 21758,'-17'49'421,"14"0"-97,41-26-217,-6-4 156,19-4 179,-25-12 62,-1-5-168,-12-7-151,-12-9-112,-5 0 162,-13-17-95,3 13-22,-5-7-101,7 17-79,4 7-106,-2 14-487,0 11-28,3 5-5725,9 31 6408,9-20 0,0 5 0,-2-24 0</inkml:trace>
  <inkml:trace contextRef="#ctx0" brushRef="#br0" timeOffset="24993">7966 5924 24794,'-24'-21'-11,"6"6"-1,19 44 1,9 16-96,1-7 1,1 1-1400,3 8 0,1-1 1388,-1-7 0,0-3-20,-2-5 1,-1-3-512,-1 10 429,-3 2-1991,-29-14-187,-13-16 1502,-9-12 280,-7-20 1092,17-13 173,16 9 1,3-5 756,6-13 0,7-1-547,4 6 1,2 0-516,2 1 1,2 1 1161,10-12-755,-9 23-438,-1 3-201,-6 13-5,-2 20-40,-9 32-73,0-4-27,-8 23-502,-1-18 0,-3 2-3812,1-4 1,-1 1 4346,-7 13 0,2-2 0,-4 2 0,11-25 0</inkml:trace>
  <inkml:trace contextRef="#ctx0" brushRef="#br0" timeOffset="25726">9399 6015 24570,'54'-15'-32,"-1"-1"0,-11 2 1,0 3-72,1 11 0,4 4 1,-4 0-1467,0 0 0,-2 2 1440,10-1 0,-2 4-381,-13 3 1,-6 2 734,-8 8-673,-15 13 224,-44 0 249,2-14 1,-5-1-66,4-3 1,-4 1 283,-6 2 1,-7 2 0,4-2-455,-3 4 0,2-1 335,9-5 0,-1 1 0,4 0 236,-7 9 1,11 0 1065,14 1-1219,6 4 27,48-22 0,14-8-190,5-3-240,0-1 0,3-3 242,-15-4 1,0-3 36,6-4 1,1-4-38,-4 1 1,-3-3-3,-2-3 0,-8-4 0,-8-24 164,-22 21 1,-5-2-194,-5-5 1,-3 0-12,1 6 1,-3 0 106,-9-12 0,-1 3 1401,0 3-1208,0 8 0,2 2 226,7 14-374,-2-1 468,17 12-625,5 5 17,15 10-11,12 15-37,-9-4 0,0 4-59,1 8 1,-3 4-298,-3 7 1,-5 3-2070,-7 7 0,-6 1 2456,-4-4 0,-4-4 0,1-15 0,0-4 0,-7 7 0</inkml:trace>
  <inkml:trace contextRef="#ctx0" brushRef="#br0" timeOffset="56825">6061 5929 19328,'-22'-44'2038,"-1"6"-1792,10 31-151,1 2 118,-1 1 34,5 3-17,1 0-79,4 1 476,1 0-554,2 0-11,-4 3-40,0 0-16,-2 1 11,3 1-17,0-3 11,1 1 6,2-3-1,0 2-10,0 0 56,0 7-12,2 0-3347,2 10 3320,1-7 55,4 7 12,4-5 240,14 7-112,5-4-122,2 0 44,3-7-56,-8-1 3364,4 2-3398,0 4-39,-13-3 6,4 9-28,-11-4 39,1 7-11,0 2-6,-3 0 0,0-1 0,-3-2 28,-1-1 57,-4-2-46,-2-5 6,-5-1 118,-21 10-124,8-10-11,-16 11 35,9-12 32,0-4 23,-3-1 5,3-4-61,-7-9-28,3-2-28,1-3 16,2-2 18,8 1-1,-3-2 6,0-5-39,7 6 16,-1-7 7,7 5-29,1-1-39,3-5 28,22-26 5,5 11-5,11-16 14,3 22 0,1 2-8,2-3-196,-4 4 0,1-1 204,-10 8 0,-2 1-14,17-10-26,-17 11 0,2-1 23,13-5 0,-1 1-3,3 0 12,-8 4 0,-4 2-29,-16 11 40,-11 4-11,-2 1 108,-2 0-1027,-2 2-1569,2 7-6609,0 5 9091,3 3 0,0-6 0,0-4 0</inkml:trace>
  <inkml:trace contextRef="#ctx0" brushRef="#br0" timeOffset="57341">6589 6083 8892,'0'-10'9830,"0"3"-8099,6-56-538,-1 35-964,-2-8 1,2 1 863,1 11-813,-4 14 95,2-2-369,-3 10 16,4 9 12,0 1 44,10 28-33,-3 4-20,-4-10 0,0 3 14,-1 27 17,-4 0 40,-6-6 55,-2-11-3330,-2-13 3330,2-14 734,1-9-482,4-6 320,0-10-667,0-2 17,2-23 16,8-21-22,1 0-31,-3 22 1,1 2 53,4-8 3358,-1 12-3443,2 10 1,9 7 0,17 5-18,15 11-108,-17 8 0,-2 4-228,14 14-191,-24-9 1,-5 7 538,-17 23 0,-6-1 0,5-12 0,-7 2 0,0 0 0</inkml:trace>
  <inkml:trace contextRef="#ctx0" brushRef="#br0" timeOffset="61859">12476 5981 13823,'2'-55'2109,"0"0"1,-1 6 0,-2 3-995,-6-14-326,-4 18-248,-3 14-345,3 15-183,-2 19 32,-5 26-17,3-2 0,-1 5-1153,-2 8 1,-2 5 0,1-2 1124,-2 7 0,-1 2-4,6-11 0,-2 5 0,2 0 0,1-2-654,2 3 0,2-1 0,1 0 635,-2-1 1,1 0 0,1 6-426,3-3 0,1 7 1,0 1-1,0-1 0,2-6 164,-1 2 1,1-5-1,1 3 218,-1 2 0,0 4 1,0-1-1,0-7-18,0 10 0,-3-11 19,-12 5 205,-3-9 2024,-34-40-1974,7-38-84,12 2 1,3-8-117,14 0 0,3-5 0,3 2 60,-2-5 1,4 1-7,1-9 1,6-1 599,11 9 0,4 2-608,0 10 0,1-1-16,6-11 0,4 1-9,0 15 0,2 4-11,1 3 0,3 1 0,4 3 0,2 3-17,4 0 0,2 1-22,3 2 0,1 2-43,3 0 1,0 1 103,-2 1 1,1 1-272,-4 1 0,-2 1-129,18-2-930,-24 4 1,-2 1-1353,2 0 2113,9-2-4779,-22 3 5139,-7-1 187,-5 2 0,-6 1 0,-1 0 0</inkml:trace>
  <inkml:trace contextRef="#ctx0" brushRef="#br0" timeOffset="62093">12718 6263 9705,'1'-7'6766,"1"1"-4991,-2 6 1345,0 0-2650,2-63-122,1 45-242,-2-18 1,3 6-40,-1 28-11,0 5 73,0 13-11,-2 14-29,1 14-44,-4 10-39,-2 3-3421,-1-12 2524,-1 17-1814,4-24 2689,7 10 1,-3-28 0,5-9 0</inkml:trace>
  <inkml:trace contextRef="#ctx0" brushRef="#br0" timeOffset="62268">12879 6038 15003,'-4'-8'4739,"1"2"-4084,-12-22 0,-2-3-448,7 15-204,-8-19 0,2 9-193,15 28 83,0 11-4894,5 28 5001,1-2 0,1 1 0,-3-23 0</inkml:trace>
  <inkml:trace contextRef="#ctx0" brushRef="#br0" timeOffset="62950">12984 6599 23273,'21'-41'63,"1"0"1,0 0 0,1-3 0,1 0 0,-2 1-14,4-10 1,-3 1-2643,2-6 0,-2-1 2603,-2 0 0,-2 0 42,-7-5 0,-3 6 1325,-3 4-1359,-6 10 1,-4 4 42,-10 7 61,-11 0-100,8 16 891,0 8-914,13 12 117,-1 10-117,3 17 5,1 19-8,2-17 1,1 4-26,3 16 0,1 2 11,1-5 0,0-1-11,0 1 0,1-2-140,0-6 1,1-2-444,2-5 1,2-3-99,-1 0 1,3-2-177,2-1 0,1-3-561,14 2 1066,-7-12 430,14-16 202,-19-6 1098,20-22-179,-25 6-18,3-12-665,-14 16 537,-8-3-773,1 14 3475,-4-4-3603,5 9-99,1 0-42,5 3 45,25-1-11,24-7 5,-1 0-107,-17 0 1,-1-4 123,4-13 23,2-13-34,-16 4 33,-9-10 51,-12 7-61,-6 7 111,-16 1-61,-4 22-40,-6 0 51,-3 11-33,7 5-29,-2 10-33,3 22-17,11 4-17,9 18 6,11-19-130,17 12-111,12-12-1103,-3-11 0,5 1-2541,-3-7 0,1-2 3238,4 1 1,-3-4-1,3-1 1,-18-11 0</inkml:trace>
  <inkml:trace contextRef="#ctx0" brushRef="#br0" timeOffset="63117">14171 6407 25309,'-1'-24'-1972,"0"8"1,6 30-1,-2-5 1</inkml:trace>
  <inkml:trace contextRef="#ctx0" brushRef="#br0" timeOffset="64100">14623 6311 21243,'7'-29'436,"-4"16"-262,-7 40-51,-2 10-33,-3 5-39,1-1 27,-2-4 74,1-8 139,-1-9-28,3-10 650,-4-9-706,2-10-117,-1-4 44,-2-17-50,7-6-28,3-13-28,13-5 34,7 1-12,8 6-33,-1 7-12,-2 11 1,-1 11-6,-1 9-11,3 14 11,5 12 5,-4 2-10,15 28 22,-20-20-31,-2 3 0,-2 2-9,-6 5 29,0 14-1,-13-17 7,0-12 206,-4-6 129,3-13-117,0-7-162,2-13-7,-1-16-38,3-13-7,7-8 7,6-2-18,2 13 23,14-8-22,-8 26 5,10-6 0,-4 22 1,9 19-18,-9 1-5,14 23-34,-14-2-22,5 13-292,-4 4-767,-6 4-1747,-7 3-6078,-5 0 2538,-5-16 5565,-2-8 0,-2-22 0,0-5 0</inkml:trace>
  <inkml:trace contextRef="#ctx0" brushRef="#br0" timeOffset="64327">15448 6310 23411,'41'-13'112,"-1"18"-101,-16 48-14,-9-22 0,-1 1-34,-1 2 1,-1 1-36,4 20-460,-18 0 0,-9 1-1636,-3-21 1,-4-1 1425,-2 15 0,-6-2-2852,-7-15 1,-4-8 3443,-13 4 1,7-7 0,18-13 0</inkml:trace>
  <inkml:trace contextRef="#ctx0" brushRef="#br0" timeOffset="64700">15651 5886 15115,'-4'-11'3327,"0"2"-2553,4 9-18,0 0-560,-42 50-45,38-22-65,-15 4 1,6 0 193,28-7-39,-2-10 1009,1-8-584,-6-9-375,4-8-78,1-11 112,1-17-196,-5 11 162,-3-11-56,-6 21-89,-2 1-113,0 8-167,-1 5-57,0 4-234,0 8-1059,1 11-3250,2 13 4734,9 14 0,-5-20 0,4-1 0</inkml:trace>
  <inkml:trace contextRef="#ctx0" brushRef="#br0" timeOffset="64977">16134 6039 15395,'0'-4'4711,"0"1"-1810,0 3-2878,-49-30 38,37 38-38,-33-27 22,57 54 27,7-4-52,1-2 0,2 0-20,9 12 0,-1-4 0,-3-2-12,-5-4-10,-5-3 0,-4 0-180,-15 6-526,-12 7-3989,-25-5-150,8-16 4867,-11-7 0,29-12 0,1-1 0</inkml:trace>
  <inkml:trace contextRef="#ctx0" brushRef="#br0" timeOffset="65127">16013 6149 10881,'0'-8'7040,"1"2"-5219,-1 6-225,0 0-1484,-1-22-51,-11 58-9892,-7 14 9295,10-18 0,0 1 1,1 2-1,1-6 1,6-21-1</inkml:trace>
  <inkml:trace contextRef="#ctx0" brushRef="#br0" timeOffset="65966">14733 6678 18767,'-57'7'1333,"13"-1"-1036,68-8-118,22-4-4352,9-1 4207,5-1 2,-22 2 1,-1 0 839,1 0-862,-2-1 0,-3 1 8,-12 2 29,4-1-35,-31 6 18,-12 5-23,-7 1 12,-25 9 5,-3-1-20,11-3 0,-1 1 3401,-16 3-3398,17-4 1,4-2-1,12-3 6,-10 3-23,28-8 12,1-1 16,12-1 28,8-2-16,15-3-6,20-4-17,-2-1 0,0-1 1,3-1-1,-12 4 0,0-1-758,16-4 0,-1 1 742,9-2 94,-8 2 163,-34 7 28,-13 2-257,-31 9 5,-31 6-12,16-2 1,-3 1-196,6-1 1,-2 0 189,-21 5 1,-1 0 418,24-6 1,1 1-426,-12 2 1,2 0 33,3-1 68,25-5 28,27-9-74,10-2-30,16-5 0,7-1-14,-5 1 0,1 1-254,18-4 1,1 0-2070,-9 5 1,-3 2 1792,-9 1 0,-3 2 0,6 1 0,-22 2 0</inkml:trace>
  <inkml:trace contextRef="#ctx0" brushRef="#br0" timeOffset="70634">13220 7146 24623,'-51'1'910,"0"-1"0,0 0 1,5 1-1,2-1 1,2 0-429,-9 1 1,4-1-16,-13 1-348,27 1 114,20 0 301,13 0-1109,13 1 822,21-1-2,0-2 0,6-1-253,20-2 0,4-1 112,-4 1 1,6 0-401,-16 0 0,6 0 0,4-1 0,1 1 0,-4 0 387,3 1 1,-1-1-1,1 1 1,6 0-411,-14 0 1,4 1 0,4-1-1,2 0 1,0 0 0,-1 1-1,-3-1 1,-5 1 602,9 0 0,-5 0 0,-2 0 0,0 0 1,3 0-306,-3 1 0,1-1 0,1 0 0,0 1 1,0 0-1,0-1 55,-3 1 1,-1 0 0,0 0 0,0 0 0,0 0 0,1 0-285,9 0 0,0 1 0,0-1 0,0 1 0,0-1 283,1 0 0,-1 1 0,1-1 0,-1 0 1,-1 1-120,-4 0 1,1 0-1,-1 1 1,-3-1-1,-6 1 33,1 1 0,-6 0 0,0 0-107,7 0 0,1 1 1,-3 0 532,9 1 1,-6 0-587,-17-2 1,-5 1 360,8 0-716,-48-3 623,-36 1-91,16-2 0,-6 0 267,-6-1 0,-9 1 0,-4-1 0,3 0-238,4 0 1,0 0-1,0 0 1,-3 0-192,-6 0 1,-2-1 0,-3 1 0,-2 0 201,7-1 1,-3 1 0,-3 0-1,2 0 1,2 0 0,5 0-276,3 0 0,6 0 1,-1 0-1,-8 0 308,5 1 0,-7-1 0,-3 1 0,-4-1 0,1 1 0,0-1 0,3 1 0,6 0-353,-7-1 0,4 1 0,3 0 0,-2 0 0,-3 1 323,3-1 1,-4 1 0,-1-1 0,-1 1 0,1 0 0,3 0 0,3 0 11,-11 0 1,6-1 0,0 2 0,-3-1 23,0 2 0,-4-1 0,-1 1 0,4 0 1,8 0 6,3 0 0,6-1 0,-5 1-6,-2 0 0,-8 1 0,-2-1 0,4 1 1,9-1 100,-4 1 1,3 0-62,-7 0 0,-4 0 1,5 1 93,5-1 1,6 0-80,6-2 1,4 1 1187,-18 2-1127,78-5-176,6-1 1,8-2 24,2 0 1,6-1 0,2 1-68,-2-2 0,3 1 0,2-1 1,1 0 164,-2 0 1,3 1 0,0-1 0,0 0-1,-1 1 11,6-1 1,-1 0 0,0 0 0,4 1 357,-9 0 1,2 0-1,1 0 1,1 0 0,1 1-1,1 0-425,-4 0 1,1 0 0,1 1 0,0 0 0,0 0 0,1-1 0,0 1-10,1 0 1,1-1 0,0 1 0,0 0 0,1-1 0,-1 1 0,-1 0-43,-1 1 0,0-1 0,-1 0 0,0 1 0,1-1 0,-1 1 0,1-1 0,3 1 0,1 0 0,1-1 0,-1 1 0,-2 0 0,-1 0 0,-5 0 0,13 0 0,-7-1 0,0 1 0,3 0 0,-10 0 0,3 0 0,2 0 0,-2-1 0,-2 1 0,-5 0 0,15 0 0,-5-1 0,-6 0 0,6 0 0,-8 0 0,2 0 0,-58 0 0,-54 2 0,1 1 0,-8 1 0,10-1 0,-5 1 0,-3 0 0,9 0 0,-3 0 0,-2 0 0,0 0 0,6 0 0,0 1 0,-2-1 0,0 0 0,0 1 0,-5-1 0,-1 1 0,0-1 0,-1 1 0,-1 0 0,9-1 0,-1 1 0,-1 0 0,1 0 0,-1 0 0,-1 0 0,0 0 0,-1 0 0,0 1 0,0-1 0,-2 1 0,-1 0 0,9 0 0,-2 0 0,-1 1 0,-1-1 0,0 1 0,2 0 0,2-1 0,2 1 0,-10 0 0,3 0 0,2-1 0,-1 2 0,-3-1 0,-1 2 0,-4 0 0,-2 0 0,2 0 0,5 0 0,8-1 0,0 1 0,7-1 0,-3 1 0,-7 1 0,-5 1 0,2 0 0,9-2 0,3 0 0,5 0 0,-9 2 0,21-4 0,72-12 0,15-1 0,11-2 0,-20 3 0,3 0 0,3-1 0,1 0 0,-1 0 0,1 1 0,2-1 0,1 1 0,1-1 0,-4 1 0,1 1 0,1-1 0,0 1 0,2-1 0,-1 1 0,-4 0 0,0 1 0,1-1 0,0 0 0,0 1 0,1 0 0,-1 0 0,2 0 0,1 0 0,-1 0 0,1 1 0,0 0 0,1-1 0,-1 1 0,4 0 0,1 1 0,0-1 0,0 1 0,-2-1 0,-2 1 0,-5 0 0,9 0 0,-4 0 0,-4 0 0,0 0 0,-6 2 0,-1-1 0,1 1 0,-1-1 0</inkml:trace>
  <inkml:trace contextRef="#ctx0" brushRef="#br0" timeOffset="81925">15989 3974 9845,'-42'-9'1407,"0"0"1,-4 3 0,6 6-585,16 8-526,-5 7-252,18-8 201,8 0 539,13 0 133,16 1-336,33-1-417,-14-7 1,5-1-577,-8-2 1,3 0 0,1-1 432,7-2 1,2 0-1,1-1-810,5-1 1,1 0 0,1-1 784,-16 2 0,1-1 0,1 0 1,1 0-10,8-2 1,2-1 0,0 0 0,-5 1-1,-1 0 1,-4 1 0,3-1-7,-2 0 0,2 0 0,0-1 0,-5 2 1,13-3 0,-3 1 11,-13 2 1,2 1-1,-3 0-117,13-3 1,-5 1 122,-12 3 0,-5 0-39,6-1-62,-33 4 1017,-37 10-955,-1 0 0,-6 1 8,-15 5 0,-5 1 206,11-1 0,-3 0 1,0 0-174,-8 2 0,-1 1 0,0 0 5,11-3 0,1 0 0,-2 0 0,-1 1 8,-10 2 0,-3 1 1,0 0-1,5-1-534,0 0 1,5-1 0,-4 0 525,2 0 0,-3 1 0,0 0 0,5-1 6,6-2 0,5-1 0,-2 0-392,-8 2 1,0 1 0,2-1 397,-4 2 1,1 0-91,-6 3 1,5-1 58,1 2 1160,-6 3-1255,41-14 2006,17-4-1843,7-2 23,36-3-102,16-14 32,-6 2 0,3-3-23,-9 0 0,2-2-7,-3 2 0,6-3 0,2-1 0,-3 2-9,4-1 0,-2 1 1,4-1-388,-10 4 0,3-1 1,1 0-1,1 0 0,-4 2 391,4-1 1,-1 1 0,-2 1 0,0 1-39,12-1 1,-1 0 0,-3 2-223,-8 2 0,-2 0 0,-2 2-106,5 1 0,-6 0 67,3 1-95,-69 18 336,-8-2 0,-9 1 67,-1 2 0,-5 1 0,-1 1 72,-7 2 0,-3 0 1,0 1-13,9-3 0,-1 1 1,0-1-1,-1 1 14,-3-1 1,0 1 0,0-1 0,0 0 27,1 0 0,-1-1 1,1 0-1,-1-1 105,-2-1 1,-2 0-1,2-1 1,4-1-68,3-1 0,3-2 1,1 0 290,-24 2 0,9-4 2202,26-4-2588,15-5-11,45-10-26,2 1 1,7-2-188,16-5 1,6-2 99,-10 5 1,2-1 0,1 0-594,-8 4 1,1 0 0,1 0-1,0 1 4,3-1 0,1 0 1,0 1-1,-1 1 685,11-2 0,-1 1 0,-5 1 0,3-1 0,-7 3 0,8-1 0</inkml:trace>
  <inkml:trace contextRef="#ctx0" brushRef="#br0" timeOffset="83401">14191 8855 8627,'-26'-53'1465,"1"0"1,1 4 0,7 9-990,14 20-28,6 2-387,6 14 338,7 7-203,9 18-40,6 20-120,-14-12 1,0 2-288,1 3 0,0 0 270,0 0 1,1-1 94,0-5 1,1-3 607,22 8 28,6-20-178,12-28-862,-22-3 1,1-5 443,11-12 0,3-4-589,-11 6 1,2-1-1,1-2 523,-6 5 0,1 0 1,1-1-1,1 0-415,4-2 1,0-1 0,2 0 0,0 0 373,3 1 1,1-1 0,0 1 0,1 1-20,-1 1 0,2 1 0,0 1 0,-1 1-17,-1 2 0,0 2 0,-1 0 1,0 1-12,-3 3 0,0 1 0,-1 1 0,-1 0-4,10-3 0,-1 1 0,-2 1-278,-6 3 1,-1 0-1,-1 1 60,12-3 1,-2 3-260,-12 4 0,-3 3-3540,16 6 3798,-25 12 1,-19-1 0,-9 0 0</inkml:trace>
  <inkml:trace contextRef="#ctx0" brushRef="#br0" timeOffset="85068">18411 3860 10423,'0'-3'1280,"0"1"99,0 2 88,0 62-2065,3-30 847,2 17 0,3 1 246,14 1-248,-5-22 0,3-2 680,23 11-165,3-18 25,-6-12-527,-12-11 565,4-21-500,-5-11-218,-7 5 1,2-4 169,1-2 1,1-1-6,2-3 0,1 0-121,1-1 1,2 2 49,-1 3 1,1 1-62,-1 4 0,0 3-208,-2 4 0,0 3-537,12-6-6320,1 18 6905,-22 16 0,-1-5 0,-15 2 0</inkml:trace>
  <inkml:trace contextRef="#ctx0" brushRef="#br0" timeOffset="86335">21206 3237 11088,'-3'-51'1997,"1"1"1,0 3 0,1 5-811,5 0-335,0 11-398,0 12-616,-2 10-113,-2 9 298,0 16 83,-1 21-107,-9 25-200,4-21 0,-2 0-302,1-4 0,-1-1-131,-1 9 0,0 1-2325,5-2 1,0-1 2999,0-5 0,1-2 1,1 22-1,2-40 1</inkml:trace>
  <inkml:trace contextRef="#ctx0" brushRef="#br0" timeOffset="86717">21468 2644 16833,'-41'9'2205,"11"3"-1034,37 16-2318,6-5 239,9-10 797,-1-6 904,10-14 321,-13-8 189,4-13-783,-17-7-341,-22-10 176,-5 10 118,-25 3-402,8 21-82,-6 14-292,11 21 486,14-1-204,5 20-1183,23 9 837,0-9-387,3-9 0,3-2-4383,12 11 4147,4 2 1,-10-19 0,-9-13-1</inkml:trace>
  <inkml:trace contextRef="#ctx0" brushRef="#br0" timeOffset="87308">21761 2997 29655,'-9'10'1595,"-2"12"-2141,1 30-477,-2 4 454,1-3 193,3-10 85,3-11 158,2-13 172,2-9-360,1-9-282,0-11 106,3-13 134,2-18 25,6-11 102,5-4 105,6 4 285,2 8 248,2 8 282,0 10 114,-2 8-4,-2 8 36,-1 7-362,0 11-590,0 9-398,-3 13-550,-3 10-63,-7 7 101,-4 1-75,-5-4 117,0-12 489,-2-11 897,2-12 186,0-10-195,1-11 98,0-12-245,4-14 15,6-9-81,3 18 1,2 1 384,8-10-18,17-3 248,-20 29 635,19-2-302,-14 10-250,15 12-519,-18 1-505,5 17-779,-13 3-531,1 15-499,-7 7 14,-6-17 1,-1-1-1004,0 13-4773,1 12 7570,1-33 0,0-4 0,0-12 0</inkml:trace>
  <inkml:trace contextRef="#ctx0" brushRef="#br0" timeOffset="87802">22513 3166 16261,'5'-11'8788,"-2"3"-8380,-3 8 1085,0 0-1145,25-44-62,-16 48-427,18-22 418,-23 66-902,-1 12 140,-2-25 1,-1 0 245,1 2 0,0 1-1853,-1 10 0,0-1 1690,1-15 0,-1 0 47,-1 11 0,0-2-20,-2 5-407,-2 3 892,-1-13 294,0-16 301,-1-14 379,2-10-1128,-7-21-308,4-18 1637,2 10 0,2-4-1337,0-7 0,2-4 55,3 7 1,0-3 0,0 1-19,2-14 1,0 1-27,2-8 1,1 2-271,-2 24 1,0 2 397,1-4 0,1 2 273,5-15-25,7-7-39,14 6 104,2 17 159,2 9 98,6 17 304,-7 20-582,15 22-413,-15 13-331,-7 6-187,-24 9 127,-23-9-960,-7-14 0,-5 0 1375,9-13 1,-3-1-1148,-25 8 0,1-6 1654,7-9-206,6-4 0,1-5-253,10-13-3729,14-18-3381,25-8 7162,15-6 0,-4 18 0,-10 9 0</inkml:trace>
  <inkml:trace contextRef="#ctx0" brushRef="#br0" timeOffset="88159">23161 2826 26809,'-18'52'-306,"0"0"0,2-1 0,6-5-420,15 4 197,2-11-247,9-8 105,-2-12 417,3-1 276,-4-8-306,-2-6 909,-1-9 780,9-16-159,-7-7-55,-2-14-137,-15 12-526,-18-7-411,-22 4 155,18 15 0,-2 0-165,1 2 1,0 2-746,-9-4 426,20 7-165,9 3-659,4 2-547,3 1-2304,17 5 3182,7 9 1,-2-5 0,-3 4-1</inkml:trace>
  <inkml:trace contextRef="#ctx0" brushRef="#br0" timeOffset="88517">23378 2879 30568,'43'-7'646,"0"0"1,0 2 0,-5 8-1482,-3 31-1736,-1 6 793,-5 5 935,-13-14 1,-2 2-543,2 17 513,4 10-988,-15-6 65,-25-9 1672,-5-8 1540,-20-9 196,3-34-373,5-20-412,9-20-1589,12-13 900,14 9-305,16-11 53,3 32 0,3 2-135,2 0 0,3 1-521,8-2 0,3 3-1862,-1 6 0,1 4 2773,-3 2 0,-2 2 1,11-2-1,-19 8 0</inkml:trace>
  <inkml:trace contextRef="#ctx0" brushRef="#br0" timeOffset="88934">24174 3123 28081,'43'-37'-9,"0"0"0,-1-2 0,-3-1-139,-9 0 0,-3-1-1170,0-4 1,-2-1 1179,-4 0 1,-3 0 363,-4 11 0,-3 0-341,-4-5 0,-3 3-207,-5 4 335,-13-23-492,1 37 64,-6-3-20,9 15 1372,4 7-811,3 5 136,-8 29-114,2 14-376,2-10 1,1 4 286,3 2 0,0-1-434,3-7 0,1 0 270,2 8 0,3 2-507,7 7 0,2-1 139,-5-14 0,0-1-206,7 16 0,0-4-909,0-11-1264,2-3-4104,-5-17 6973,-4-13 0,-5-4 0,-3-3 0</inkml:trace>
  <inkml:trace contextRef="#ctx0" brushRef="#br0" timeOffset="89085">24357 2920 15776,'-49'-9'2651,"-1"0"1,8 0 0,6-1-1205,13-7-1617,27-1-263,27-1 660,-1 9 1,5 3-854,9-1 1,4 2-161,6 2 1,1 0 632,6 2 0,-4 1 1,-22 0-1,-3 1 1,21 0-1</inkml:trace>
  <inkml:trace contextRef="#ctx0" brushRef="#br0" timeOffset="90258">23076 3041 13775,'6'-5'4175,"-1"2"-2957,-5 3-515,0 0 246,-7-28-1513,2 21 636,-10-20-400,7 27 869,-3 0-220,3 0-14,1 2 453,-8 6-18,5 2 285,-6 7-49,4 0-81,3 4-1081,3 5-163,3 4-165,5-3 74,8 5 1,4 0-705,8 4 678,-7-8 0,2-1-385,4-4 358,-2-8 373,1-3 420,2-2 39,-3-5 345,3-16 248,-8 3-47,8-20-230,-7 2-267,3-10-204,-5 6 15,-4-15-75,-7 15-45,-6-13-528,-8 12-162,-8 5 316,-2 3 197,-1 3 134,2 3-76,9 7 81,3 3-52,5 6 461,-5 4 893,-15 15-215,-3 5-188,-5 6-266,0 5-144,10-4-103,-2 7-138,11 1-429,13-9-924,7-6-131,17-6 376,6-7 415,10 0 199,7-3 271,-12-7 176,-5-2 288,-11-8 612,-7-3-105,4-8-401,-4-5-368,0-13-229,-6 3-331,-2-4-197,-6 14-201,-5-1-593,-1 12 254,-20-12 377,2 12 376,-25-8 73,24 15-174,-2 1-782,25 8-8674,5 6 9463,0-2 1,0 2 0,-1-5-1</inkml:trace>
  <inkml:trace contextRef="#ctx0" brushRef="#br0" timeOffset="90903">25719 2842 16364,'7'-39'784,"0"0"0,2-22-473,-22 87-70,-9 14-159,-6 14-982,0-3 0,-4 2 843,9-10 0,-2 0-87,2-1 1,-2 2-1,1 0-293,-7 10 0,2-2-258,1-3 0,1-3-419,2-7 0,1-4-3400,-13 13 3896,11-26 1,14-15 0,7-7 0</inkml:trace>
  <inkml:trace contextRef="#ctx0" brushRef="#br0" timeOffset="91108">25167 2824 22888,'63'9'280,"-1"0"0,-19-1 0,0 3 0,-2 4-493,-5 8 1,-2 5 0,2 2-1899,12 8 0,2 2 1,-3-2 1952,-13-10 1,-2-2-1,1 2-205,12 11 1,1 2 0,-5-2-1605,-5 2 1,-3-2-284,0-1 1,-1 1 2055,-2 1 0,-5-5 0,-6-8 1,-1-1-1</inkml:trace>
  <inkml:trace contextRef="#ctx0" brushRef="#br0" timeOffset="93251">27050 2951 17272,'7'-42'672,"0"0"0,-1 4 0,-1 11-593,-3 25 12,3 10-14,1 10 5,2 14-38,-2 12-33,-2-5-2,-4-7 0,-2 1 4,-6 12 91,-6 17 65,-3-23-80,3-14 448,-3-9-229,9-16 57,-3-14-261,7-6-68,5-11 0,3-4-36,3 3 1,2 0-766,5-19 0,1 0 822,-2 15 1,1-1 3,8-17 0,1 0-185,-10 21 0,1 0 93,3-12 1,-1 2 104,0-1-21,-1 1-86,-2 22 19,8-3 18,4 16 1549,4 15-1518,-6 3-32,3 37-88,-16-1-9,1 12 61,-17-18 0,-6-1 7,-14 14 17,4-15 1,-4-2 100,2-10 0,-2-4 35,-19 14-17,13-15 188,9-9 303,15-7 345,2-2 12,8 0-946,6 3 236,6 4 211,10 4-137,-2-3-8,27 6-331,-7-6-302,10 1 60,-16-8 0,2-3 252,4-7 0,0-2 173,-6 4 1,0-1-5,2-5 0,-5-3-85,-8-8-155,-9-1-76,-4 0-209,-19-1-203,-18 9 288,1 2 158,-12 4 30,21 5 508,-4 0-256,13 1-72,1 1 62,7 2 624,6 3-736,8 4-27,6 6-223,6 2-10,2 0-26,0-5 164,-1-4 17,0-10 211,0-7 296,1-8-150,-1-11-88,-5-8-122,-7-2-91,-8 8-138,-11-2-274,-12 17 26,-14 0 158,-9 16 598,-2 11 377,6 6-34,10 6-136,9 3-219,7-5-3403,4 12 2785,26 23-613,1-10 94,-1-13 0,4-2-663,21 2 357,7-9 284,4-11 455,-20-12 0,0-4 661,17-2-36,-13-4 1,-1-3 901,13-12-639,-22 8 1,-1-2-88,-5-1 0,-2-2 202,12-21-166,-17 1-412,-11 5-205,-20 1-859,0 16 234,-19 1 543,0 14 408,-13 6 144,-4 8 198,1 9 110,4 9 3246,8 7-3061,9 3-369,9 3-279,8 1-863,5-4-226,8-5-264,3-11 147,17-18 974,-5-9 561,25-28-106,-6-10-199,-13 13 1,1-3 163,3-9 1,-1 2 195,3-9-137,-13 19 1,-5 5 272,-10 16-1004,-1 1-480,-8 10 1008,-6 11-239,-16 26-356,5-4 342,4-2 0,-1 3-17,4-6 1,0 2-10,-6 11 1,0 1 54,4-8 1,0 2-515,-2 6 0,-1 4 0,4-5-197,-4 16 559,1-3 1,6-3-750,17-18 489,0-10 157,10-11 561,21-31 1112,11-9-900,-12 4 0,0-3 69,-7 5 1,-2-2-42,7-8 1,-1-2-76,-5 5 1,-1-1-808,11-14 1,0 0 793,-12 15 0,-1-1-432,4-5 1,-1 2-753,-4-1-416,3-2 73,-10 8 87,-5 2 427,-5 11-204,-2 2 3282,-3 9-3165,0 5 299,-2 3 65,-8 28 69,-5 15 127,7-19 1,0 2-59,-4 21 60,9-7-80,4-15 102,4 0 88,16-9-30,-4-14 256,26-14 335,-15-6-31,27-17-316,-8-4 40,-20 12 0,0-3 57,0-4 1,-4-1 290,6-18-454,-9 5-81,-16 12-577,-7 10-437,-1-2-415,0 10 271,1 3-475,5 9 412,13 13-1565,2 0-696,16 9 875,0-4 2485,-4-7 195,9-2 1149,-7-7 2034,15-10-1954,-17 1 2769,5-11-444,-18 4-1149,2-2-827,-5 0-854,-4 3-285,-6 3-1338,-1 5-683,-2 2 14,-2 12 364,-7 16 322,-1 10-85,-2 2 44,2 17-127,5-14 270,-1 6-673,5-6-6221,7-9 7412,0-5 0,2-7 1,-3-15-1</inkml:trace>
  <inkml:trace contextRef="#ctx0" brushRef="#br0" timeOffset="93435">29336 2677 29386,'0'-44'-1007,"0"0"0,-2 7 0,3 7-731,2 14 1199,-1 12-1029,4 11 694,-2 3-8957,11 30 9284,-8-19 1,2 8 0,-7-23-1</inkml:trace>
  <inkml:trace contextRef="#ctx0" brushRef="#br0" timeOffset="93791">29606 2641 22739,'-2'-2'2855,"0"0"-2451,2 2 1112,18 50-2773,0-10 520,-1 1 0,1 2 464,-3-12 1,-2-1 35,0 1 1,-2 0-496,4 15 267,-7 2 32,-11-14-717,-3-9 1759,-23-9 672,3-24-83,-9-13-420,14-3-296,11-19-500,28-10 441,8 0-145,-4 23 1,3 3-35,26-8-879,5 12 446,-11 10-364,12 7-2675,-2 5-2837,0 7 6271,-2 0 0,-30 0 1,-11-3-1</inkml:trace>
  <inkml:trace contextRef="#ctx0" brushRef="#br0" timeOffset="94126">30196 2807 24384,'3'3'2832,"-1"0"-1330,-2-3 148,-19 18-1671,22-3-1589,-6 15 794,31-12 988,7-7-510,6-4 1278,0-13 482,8-16-1486,-13-10 255,-2-18 810,-20 11-485,-7-12-1016,-11 15-801,-2 2 130,-24 9 258,10 18 1178,-35 10 548,21 11-43,-7 5 313,9 12-3711,8 11 3814,4 6-832,12-17 1,2 0 2338,12 26-4908,13 1-145,-2-30 0,3-2-3975,16 13 6233,7-7 0,-25-20 0,-1-3 0</inkml:trace>
  <inkml:trace contextRef="#ctx0" brushRef="#br0" timeOffset="97175">21271 3964 7250,'-46'1'1329,"0"1"1,3 0-1,18-3 172,30-4-1255,36-5-94,-4 2 1,8 0-1,1-1-1172,6 1 0,2 0 1,1 0 1050,5-1 1,0 0-1,4 0-11,-6 3 1,2-1 0,1 1 0,0 0 23,-4 1 0,0 0 0,1 0 0,2 0-29,0 0 1,4-1-1,1 1 1,-1 0-1,-2 0-169,-10 0 0,-2 1 1,0 1-1,1-2 0,4 1 184,-3 0 1,5-1-1,1 1 1,1-1 0,0 0-1,-3 1 1,-3-1-252,3 1 1,-4 0 0,-1 0 0,0-1 0,4 1 251,4-1 1,4 0 0,1-1 0,0 1-1,-2 0 1,-4 0 8,-3 1 0,-3 0 0,-2 0 1,-1 1-1,-1-1-2,6 1 1,-1 0 0,-2 0 0,-2 0-168,4 1 0,-1 0 0,-5 1-35,5 2 0,-9 2 1710,-4 6-1492,-62 8-26,-13-6 0,-10-2 97,1-1 1,-4 0 0,-2-1-144,3 0 1,-3-1-1,0 0 1,1 0 4,-8 1 1,0-1 0,-5 1-6,15-3 1,-5 2 0,-2-1-1,-1 0 1,1 0 0,4 0 16,-10 0 0,4 1 1,0-1-1,-5 0 22,8 0 0,-3 0 1,-3 1-1,1-1 1,0 0-1,4 0-100,-2 1 1,1-1-1,2 1 1,2-1 0,1 0 82,-1 1 0,4-1 0,-1 0 0,-3 1 26,-2 1 0,-2 1 1,-2 0-1,1 1 0,5-1-18,3-1 1,4 0 0,-1 0 0,-3 1 6,-10 1 0,-6 2 0,-1 0 1,2-1-1,6-1-342,-2 1 1,6-2 0,-2 1 373,4-1 1,-2 1 0,2-2 0,7 0 183,0-2 0,5-1 325,2 1 0,5-1-380,6-4-199,88-15 74,-14 5 0,7-1 193,4 0 0,5-2 0,3 0-253,-11 4 1,3-1 0,-1 0-1,0 1 3,-8 0 0,-2 1 0,2 0 0,4 0 127,1 1 0,5-1 1,3-1-1,0 2 1,-1-1-1,-3 1-151,-2 1 1,-3 0 0,-1 1-1,2 0 1,3-1 122,-3 1 0,3-1 1,1 1-1,2-1 1,-1 1-1,-1-1 0,-2 2-24,0 0 0,-1 0 0,-2 0 0,0 0 0,-1 1 0,0 0 33,8-1 1,-1 1 0,-1 0 0,0 0 0,-2 0 32,8 0 1,-1 0-1,-1 0 1,-3 1 12,-8 0 0,-1 0 0,-3 0 1,-1 0-23,2 0 1,-2 0 0,-5 1-248,3-1 1,-9 0 895,-8 0-1037,-56 2 143,-7 1 0,-7 2 376,2-1 0,-5 1 1,-2 1-320,-12 1 1,-3 1-1,-3 0-66,8 0 1,-2 0-1,-1 0 1,-2 1 93,7-1 1,-1 0 0,0 1 0,-2 0 0,0 0-238,6-1 1,-2 1 0,0 0 0,0 0-1,1-1 1,1 1 260,-1 0 1,2 0 0,1 0 0,-2 0 0,-3 1 29,1-1 0,-2 2 0,-3-1 0,-1 1 0,1 0 0,2 0 1,4-1-193,-2 0 1,4 0 0,2 0 0,-1 0 0,-4 0 227,-2 1 0,-4 0 1,-2 1-1,2-1 0,1 0 1,5-1 19,-3 1 1,3-1 0,3 0 0,3 0-40,-1 0 1,3-1-1,5-1 336,0 0 0,12 0-45,25-1-136,50-9 26,3-2 1,7-2 69,-6 1 1,5-1 0,2-1-208,-5 2 0,2-1 0,2-1 1,1 2-21,-5 0 1,0 0 0,2 0 0,0 0 0,1 0-47,4 1 0,0-1 0,1 1 0,1 0 0,-1 0-4,3-1 1,1 1-1,-1 0 1,0 0-1,-3 0-23,3 0 0,-3 1 1,0-1-1,5 0 25,-10 0 1,4 0 0,2 0 0,0-1 0,-1 0 0,-3 0-47,1-1 0,-1 1 0,-2-1 0,0 0 1,0 0 5,2 0 1,-1 1 0,1-1 0,-1 0-1,-1 0 4,11-2 1,0-1-1,-3 0 1,-7 1-198,9-2 1,-5 1 191,-16 2 0,2 1 1,-4 0-63,6-1 0,-5 1-1210,8-1 252,-33 5 1075,-37 11 1,9-5 0,-13 6 0</inkml:trace>
  <inkml:trace contextRef="#ctx0" brushRef="#br0" timeOffset="101190">18209 6370 16598,'29'-32'137,"1"0"1,-1 0 0,17-13 0,3 7 99,8 17 1,1 7-549,-17 2 0,0 2 195,24 1 1,-5 3-98,-13 7-33,-10 2 0,-4 3 356,-13 11 39,-20 15-200,-29 2 347,1-13 0,-4 1 274,-15 2 1,-2-2 56,6-3 0,0 1 44,-9 3 0,3 0 382,0 0-81,10 4-130,35-19-63,14 3-1508,18-8-136,20-6 449,-17-1 1,1-3-455,13-4 0,-1-2 822,-12 3 1,-1 0 46,12-6 0,-1 0 469,9-8 202,-20 8 0,-2-2 1027,7-11-644,-12 4-258,-26 3-1268,-18 5-312,-20-4 858,4 8 1,-3 3 124,5 1 0,1 1 394,-1 1 1,3 0-50,-10-3-953,29 6-99,1-3-2768,30 0 4279,-3 3-892,15 0 0,3 1 544,5 1-398,2 3 0,3 3-117,-12 3 1,-1 4-207,12 11 0,-1 6-89,-11-3 0,-5 5-422,-1 7 1,-6 1-999,-8 16 731,-16-21 0,-4 1-1971,-18 22 2745,5-18 1,-1-1-1,-4 4 1,2-5-1</inkml:trace>
  <inkml:trace contextRef="#ctx0" brushRef="#br0" timeOffset="101708">20591 6433 20653,'21'-47'1763,"0"-1"1,-3 5-1,-4 12-1434,-8 25 745,-5 11-1982,-1 7 489,0 5 187,0 24-69,2-15-48,1 5 0,1 2-246,2 9-48,1 19-323,-5-16 1109,-5-9-197,1-14 75,-6-8 7,3-11-15,-1-5-768,4-3-1846,0-3 2555,2 3 0,0 2 1,0 1-1</inkml:trace>
  <inkml:trace contextRef="#ctx0" brushRef="#br0" timeOffset="102491">20730 5908 17259,'-18'59'769,"9"-11"-371,20-34 54,3-6-32,-2-4 1168,8-13 48,-4-6-483,6-12-61,-11-3-396,-5 5 389,-13-8-580,-6 12-493,-11-4-400,-2 11-542,2 7 168,5 4 172,8 10 595,4 9-1002,6 12-514,8 11-1716,7 5 3171,14 9 0,-12-25 1,2-1-1</inkml:trace>
  <inkml:trace contextRef="#ctx0" brushRef="#br0" timeOffset="103625">21092 6221 18748,'0'-3'1725,"0"1"-665,0 2 463,13-2-503,-4 18-2090,11 3 696,-8 16-124,-1-2-280,-2-5 736,-5-6-14,-1-6-537,-3-6 432,0-5 2091,0-3-1761,0-11 280,0-14-108,0 0 3,4-18-21,3 10 60,5-7-62,3 4 49,2 7 137,-1 12 190,0 8 300,-3 8-531,11 17-569,-6 3-301,9 13-135,-6-2-175,-3 2-244,-4-1-187,-4-3-141,-3-6 682,-4-9 851,-2-7 249,1-7 26,3-17 229,1 2 241,10-26-424,3 10 1,2-1-5,-3 4 0,1 1-93,8-7 0,1 3 421,9 4 86,-7 12-117,-5 11-564,-3 12-574,2 8-366,0 11-425,1 6-83,0 2-285,0 2-508,0 1-1403,3 6 177,-4-10 1324,-2-4-1401,2-16 2085,-8-10-526,24-11 2748,-11-8 843,15-12 434,-11-4 240,-4-3 382,-4 1 287,-5 4-746,-6 4-931,-6 8-1010,-4 7-1201,-2 5-116,-2 4 848,5 19-897,5 16-62,1 3 89,8 22-4,-4-11 212,-6-17 1,1 2 234,-1 0 1,0 0 31,-1-1 1,-1 0-99,0 4 1,-2-1 532,1 11-28,-3 6 88,-3-33 448,0-1 274,-3-16-423,-1-8-539,-15-31-175,6 8 100,-1-4 1,0-3-19,-3-24 77,8 20 0,0-2 18,3-8 0,1 0 6,1 9 1,2 0-115,2-4 1,1 3 366,3-6 102,7-2 98,2 15 265,6-4-32,13 6 279,-9 15 73,17 6-11,-19 11-465,27 29-389,-26-9-297,15 31-444,-29-19-67,-5 8 367,-17-6-183,-13-5 358,-14-7 344,10-13 0,-2-2 389,-24 0 119,3-5-312,16-8-1984,23-6-406,15-2 492,10 0-4426,47-6 3153,-21 9 2096,7 1 1,-3 0 0,-15 5-1,12-3 1</inkml:trace>
  <inkml:trace contextRef="#ctx0" brushRef="#br0" timeOffset="103991">22849 6092 26446,'-30'47'151,"6"0"-488,22-15-417,19 25-206,-6-31 231,24 26 351,-9-30 509,11 3-369,-13-13 223,-2-4 451,-10-15 729,3-20-270,0-23-289,-3 2-113,-7-7-190,-7-1-255,-6 16-296,-4-12-248,-3 29-582,-6 7 437,4 9 392,2 1-248,4 5-137,9 13-3745,1 3 3697,2 6-2154,4 6-95,2-10 2855,5 7 1,-6-14 0,0-2 0</inkml:trace>
  <inkml:trace contextRef="#ctx0" brushRef="#br0" timeOffset="104334">23241 6040 20853,'0'-5'3934,"0"1"-2825,0 4 78,-2-33-1806,9 31 2403,28-4-811,8 43-1228,-10-8 0,1 3-246,-11-9 1,-1 2 358,5 13 0,-3 1-190,-3 11-235,-9-15 0,-5-1 361,-10-4-1402,-11-9 763,-23-20 1260,7-12-224,-8-4 510,16-34-534,23-1 206,5-11-94,22 12 0,6 4-322,2 3 88,-3 7 1,4 3-115,-3 15 1,-2 6 233,11-2-597,-3 2 0,3 5 581,-7 8 1,-3 3 0,11-3 0,1 7 0</inkml:trace>
  <inkml:trace contextRef="#ctx0" brushRef="#br0" timeOffset="104708">24052 6339 21269,'1'3'544,"0"-1"598,-1-2 510,70-88-1975,-53 62 0,1-2 476,10-13 0,6-7 1,-7 3-929,-9 1 0,-4 3 735,-2 7 0,-3-2-121,-1-18 0,-6 1 455,-5 18 1,-4 2-120,-3-13 1,-4 2-471,-3 15 1,-3 5-148,-12-9 969,-5 7-636,22 18 1771,-3 0-1582,12 19 882,4 16-779,0 24-61,4-16 0,2 3-399,0 7 0,2 2 208,1 5 0,0 1-591,-1 3 1,0 1 428,-3 0 0,-2 0-67,-2-2 1,-2-2-472,0-3 1,1-2 336,1-5 0,4-3-170,5-6 0,5-4-476,6-5 1,6-4-2050,8-7 0,2-4 2766,0-2 1,-2-4 0,12-1-1,-19-3 1</inkml:trace>
  <inkml:trace contextRef="#ctx0" brushRef="#br0" timeOffset="104951">24153 6076 19223,'-45'-18'1478,"1"-1"1,3 4 0,13 0-1545,25 3-502,23-1 1195,27-3-384,-10 7 1,4 0-1127,9 0 1,1-1 996,4 1 0,1 0-58,-3 1 1,-1 0 120,-7 0 0,-3 2-259,-8 1 1,-3 2-1666,6-1 1706,-19 9 1,-12-2-1,-6 2 1</inkml:trace>
  <inkml:trace contextRef="#ctx0" brushRef="#br0" timeOffset="106175">25290 6225 18813,'12'-41'277,"-8"38"268,-12 49-518,2-10 0,1 1-310,1-1 1,0-2 323,2 0 1,2 0 90,10 26 149,8-11 79,13-16 234,9-16-336,12-16-74,-20-9 0,2-3-272,9-6 1,2-4 294,10-8 1,0-1-663,-8 4 1,3-3 610,-9 5 1,4-2-1,0 0 1,-2 0-415,2 0 1,-3 1 0,3-2 352,1 0 1,3-1-1,1-1 1,-3 2-79,3-2 1,-1 2 0,-2 0-46,-2 4 0,-2 0 0,0 1-57,12-5 0,-2 2-83,-8 5 1,-3 2-123,-8 5 1,-1 2-1005,15-1-1526,-15 14-7011,-17 13 8797,-10 1 0,-6 0 1,-1-11-1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24B3-19AB-9B67-B099-9F3B28DBA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4006A-C3B8-BE27-D63C-E7E300261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941A3-400A-5F62-09C3-E77AE671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E6651-B52D-414C-63F2-06AE4579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06DEA-2E02-58FC-0320-0D900EAC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5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1B584-B8BA-EA1A-85A4-5AF7C97A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7948-10C1-A371-9C69-6A021A057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73B5A-9E94-6147-B745-D743BF2D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33B70-D657-64C2-F8AA-F3475448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32D8-08A5-DDCC-CDD3-46FA6FCA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2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1931-E384-0E33-8E23-FC31C557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E8727-12FD-1926-9F6D-266B3F660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44669-A5BA-13D8-A103-020EFCFC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DADDC-2F70-E599-D894-2AAF2177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63976-01D8-F614-252D-DE3CD5DA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2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047E-29DB-6FF7-0A42-A2F25BF0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59BA-C28C-B3BF-2892-8133355D8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0A78A-61E9-B300-9430-9604E59D2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D10F2-FE25-4C9D-CBFC-8179A02A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CF381-6873-151D-9432-EA75F319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F18B8-7894-47C4-3ACF-995D5BC5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CA1F-7607-8B9F-58F6-16731EDEE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EAD0D-DA28-EB44-7796-77C3C06F1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FB02E-E20F-C9F4-3C0F-418A578BD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14862-ADCF-B8A4-062A-82136C92D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34739-6142-53FE-92C1-7BC0B603A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A634A-0861-C561-E809-7E30D575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56D7D-C772-1DF4-014B-59DDAB37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4A790-CC51-FDB6-7EE5-B2062C95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4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D19A-C00C-3DCE-C17D-5DC3B720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8A59F-C705-8EFC-4445-E153A31A3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6ADEA-981D-7DD2-4A4E-095CB684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42EA2-ADDB-2DCC-6CFA-C999DA47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4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41C5A-849B-FD66-5D98-0319A4C9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74BBB-E125-C12D-7BC1-BF2272C6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5268-0F4C-2DA8-9626-F58B95E5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0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6953-4F72-E9B1-9A72-7E1ACE8A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F45C-243B-20E8-5A41-2F9B7BC5A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E37E1-AA39-EE03-7898-20D3FCDFB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3C64B-819E-54AF-8C33-30BD1098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8117D-D6D3-A73C-358C-7BC8C53A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4500F-6164-2D25-78D3-2E245BDF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81B2-6FD0-D887-D3F6-216FB437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71570-E4C5-666C-F3A2-4A750DAD1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F82B-8144-0901-D89B-B7F8A1132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D2CEC-2C52-8A2F-F1AD-EA58DD2F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F4BB8-0321-75AF-28B7-04ACF40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2BC33-16A6-DD11-02CB-855054B4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8598-BB65-1D2C-3812-1BB23120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B6BB-E61F-0F8B-9EF0-6B898D152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495F-D2AD-E5F7-533E-31131227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848DA-E041-B237-D2F4-C5B6BE15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0A65A-6A2D-6F39-D444-32B61220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2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714B4-9AE2-D3C4-79B1-23C72639D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B5064-DC8F-EDF0-FAF9-D6827D591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A4978-37F5-FCA5-9C10-68584C44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B544-BA83-DE96-A6E7-6BF3E103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58CEE-5270-24AB-39F1-957F226F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4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46778E-5371-499B-8679-C9F478DC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86E02-ADE2-CB9C-CD25-D2B60CF14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419FE-797D-7992-9E31-9717EA2DF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06787-27DC-EB40-B8F4-4CBCEECAF4C6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C4412-8359-D01E-DF80-DCEDEF236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B9DA-F2F1-CF6C-AF3D-EFF66DB64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52F2D-1BE6-BD48-A145-3945AE29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38A8E6-DDC3-75C6-FC36-434253623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D7AB63-5C6A-E832-2194-F1CEAC76D399}"/>
                  </a:ext>
                </a:extLst>
              </p14:cNvPr>
              <p14:cNvContentPartPr/>
              <p14:nvPr/>
            </p14:nvContentPartPr>
            <p14:xfrm>
              <a:off x="653040" y="2035440"/>
              <a:ext cx="2532960" cy="2050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D7AB63-5C6A-E832-2194-F1CEAC76D3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680" y="2026080"/>
                <a:ext cx="2551680" cy="206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3256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A4248C1-E532-4C42-146F-BCFFED1FF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CE6DAD-2636-80D9-1B9A-1FA4476558FB}"/>
                  </a:ext>
                </a:extLst>
              </p14:cNvPr>
              <p14:cNvContentPartPr/>
              <p14:nvPr/>
            </p14:nvContentPartPr>
            <p14:xfrm>
              <a:off x="428040" y="703800"/>
              <a:ext cx="7739640" cy="5031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CE6DAD-2636-80D9-1B9A-1FA4476558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680" y="694440"/>
                <a:ext cx="7758360" cy="505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891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2B10C-1061-B5DF-1A5C-B3914239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A19B57-4A0E-63E9-7616-40242BC56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1021F4B-9D0C-FD0E-F425-BF3935FA28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2B567D-BBCE-FB08-EEA2-8C9F72AB1A5F}"/>
                  </a:ext>
                </a:extLst>
              </p14:cNvPr>
              <p14:cNvContentPartPr/>
              <p14:nvPr/>
            </p14:nvContentPartPr>
            <p14:xfrm>
              <a:off x="964080" y="821880"/>
              <a:ext cx="7320240" cy="3077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2B567D-BBCE-FB08-EEA2-8C9F72AB1A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720" y="812520"/>
                <a:ext cx="7338960" cy="309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140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4D151-5BE2-3E1A-5DD0-DFB11D03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3CED8-9582-453C-508E-6C5CC0AF7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59D3E8F-FA64-448E-4E90-BBCB34EDC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223BC7-392F-4F8F-73AE-E3DE04925A3E}"/>
                  </a:ext>
                </a:extLst>
              </p14:cNvPr>
              <p14:cNvContentPartPr/>
              <p14:nvPr/>
            </p14:nvContentPartPr>
            <p14:xfrm>
              <a:off x="74160" y="610920"/>
              <a:ext cx="11846160" cy="161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223BC7-392F-4F8F-73AE-E3DE04925A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00" y="601560"/>
                <a:ext cx="11864880" cy="163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39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E5D56-3B5B-40AE-2F6F-047E2C28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C42B14-033F-9C46-1E50-CEF10F1BB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69FC5164-ECB3-CEBE-3C3C-45069136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BFB3F0-6A0B-9531-3BF1-1B763C11BF73}"/>
                  </a:ext>
                </a:extLst>
              </p14:cNvPr>
              <p14:cNvContentPartPr/>
              <p14:nvPr/>
            </p14:nvContentPartPr>
            <p14:xfrm>
              <a:off x="946080" y="921960"/>
              <a:ext cx="10483920" cy="495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BFB3F0-6A0B-9531-3BF1-1B763C11B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720" y="912600"/>
                <a:ext cx="10502640" cy="496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836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FF31A-708E-B56D-0364-0BFC815C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D34FE3-73FF-4D34-3837-AD16D7D10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084A01C-C34B-2273-5136-8E334503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A0B5E4-7507-03CF-72F3-BD67985A905F}"/>
                  </a:ext>
                </a:extLst>
              </p14:cNvPr>
              <p14:cNvContentPartPr/>
              <p14:nvPr/>
            </p14:nvContentPartPr>
            <p14:xfrm>
              <a:off x="982800" y="871200"/>
              <a:ext cx="9985680" cy="236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A0B5E4-7507-03CF-72F3-BD67985A90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3440" y="861840"/>
                <a:ext cx="10004400" cy="23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502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2026-01-31T13:13:01Z</dcterms:created>
  <dcterms:modified xsi:type="dcterms:W3CDTF">2026-01-31T14:42:25Z</dcterms:modified>
</cp:coreProperties>
</file>
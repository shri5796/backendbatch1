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5T14:54:50.5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11533 8907 14126,'-44'4'1086,"-1"1"1,-12 5 891,72 2-1620,39-2-291,-11-6 0,6-1-1194,-7-2 1,2-1 0,0 0 1075,15-1 1,4-1-125,-10-1 0,6-1 0,0 0 0,-7 0-16,8-1 1,1-1-9,-14 1 1,7-1 0,2 0 0,-3 0 0,-6 0 186,15-3 0,-4-1 12,-5 1 0,1 0 0,-7 0 84,-10 1 0,-6-1 1172,12-9-382,-41-3-353,-22-4 286,-33-9-783,16 17 1,-3 0 432,-3 0 0,0 0-9,3 2 0,2 1 2849,-20-6-2877,25 9-324,19 7 1084,10 3-1219,4 1 39,9 1 28,13 9-23,21 7-16,3 3 8,-11-3 0,1 2-31,0 2 1,-3 5-90,-1 6 0,-5 3-1205,-4 3 0,-7 1 687,-12-6 0,-6 0-3454,-18 24 3528,-10-10 0,14-22 0,-2-1 0</inkml:trace>
  <inkml:trace contextRef="#ctx0" brushRef="#br0" timeOffset="887">14469 8677 19081,'-7'-53'1088,"0"-1"1,-3 5 0,-7 10-793,-16 21-212,-4 8 0,-5 18-39,4 12-17,-10 18-528,18-2 0,3 3 502,5-1 1,2 0 116,0 1 0,3 1-136,9 7 0,6-2-11,8 0-51,13-1 1,10-3 22,0-21 0,4-4 22,5 5 1,2-2 5,-4-9 0,2-4-45,17-3 1,1-5 69,-9-2 0,2-3-156,1-1 1,4-3-1,-3-2 265,5-10 1,-3-3-546,-6 1 1,-5-2 491,-13 5 0,-5 1 98,-2-7 191,-14 7-84,-6 4-141,-8 3-61,-13 8 474,-14 14-485,-9 11 1894,-1 12-1934,6 17-10,17-14-12,14 13 0,32-16 17,-4-7 6,33-3 22,-8-17-6,-10-7 1,0-4 21,14-3 88,-15-8 0,-4-3-26,-9-1 107,7-24 39,-26 2-34,-16-13-83,-7 1 21,-16 9-88,9 23-1,-1 10 68,-12 13-102,13 4-10,-23 17-40,12 16-67,4 6-6,7 2-269,17 0-3895,19-8 2316,14 9-1961,25-7-1017,-5-23 1,3-4 3888,13 3 0,-25-11 0,-6-2 1,-16-1-1</inkml:trace>
  <inkml:trace contextRef="#ctx0" brushRef="#br0" timeOffset="1435">15578 8842 12225,'4'-7'4117,"7"-23"0,1-5-2465,-7 6-1347,6-7 1,-3 2 1004,-13 8-884,0 16-337,-1-1-105,3 9-18,1 13 34,-1 9 0,-1 19 11,1 8 6,0 7-11,0-11 5,-2 7-11,0-13-11,-4 9 22,3-15 78,1-8 175,3-17-12,2-10-185,2-2-6,4-23 7,-1-1 5,4-21-23,-3 3 34,2-1-22,-1 5-34,4 7-6,5 9-33,7 7 11,1 9-11,14 5-17,12 15-6,2 9 3,-22-3 1,-3 3-21,11 22 7,-13 3 32,-11 0 12,-9-11 6,-9 2 22,-4-12 90,0-5 106,2-7-129,5-11-17,2-25-27,5-7 16,7-26-221,-2 30 1,1 0 214,3 0 1,0 0 73,18-20-57,-7 18-16,-6 12-12,0 12-78,-2 11-22,11 11-45,2 20-320,1 16-518,-15-21 1,0 3 864,0 5 1,-2-1-1,3 5 1,-4-4 0</inkml:trace>
  <inkml:trace contextRef="#ctx0" brushRef="#br0" timeOffset="2169">16656 8907 23024,'-6'-52'894,"0"0"1,1 7-1,0 8-698,-2 19-229,3 13 27,3 19 34,5 22-23,0-6 1,1 4-599,3 10 1,-1 3 578,1 8 0,-1 3 0,-1 4 0,-2 1-18,-2-20 0,-2 1 1,-1-1-42,-1 20 0,-3-1-11,-1-5 0,-1-3-34,0-8 0,-1-3-1345,0-8 1,-1-4 1490,-1 4 17,-1-18-28,5-32-12,1-4 3,-1-16 1,0-7-6,2 1 0,0-3-142,0 1 0,1-5 1,-1 1 151,1 1 0,1 0 0,-1-1 5,1-10 1,-1-1 0,1 3-2,0-2 0,0 1 14,0 8 1,0-2 0,1 5 1133,1 4 1,0 1-1133,3-7 1,1 1-45,3 4 0,3 2-161,4 4 0,4 2 149,4 5 1,4 2-1,4 4 1,2 5 13,5 3 1,1 5-26,2 3 1,1 6-40,10 12 0,-2 4 45,-16-4 0,-1 4-39,10 13 0,-7 6-62,-10 20 115,-18-20 0,-8 1 25,-12 0 0,-10-2-11,-25 4 0,-6-4-3,12-9 1,-1-4-289,-1-2 0,-4-2 0,3-3 151,2-3 0,2-3-569,-6 1 1,1-3 417,10-6 1,3-3 0,-1 2 0,17-8 0</inkml:trace>
  <inkml:trace contextRef="#ctx0" brushRef="#br0" timeOffset="3153">17210 8956 24754,'23'-42'135,"1"-1"1,-1 0 0,1-1-1,-1 0 1,-2 0-83,4-14 0,-3 0-949,-6 14 0,-1-2 0,0 0 916,-1-3 1,-1 1 0,-1-1-5,0 1 1,-2 1 0,0 1 9,-2 3 0,-1 1 1,-1 1 130,1-11 0,-3 3-68,-4 8 1,-3 3 720,-9-17-782,-2 26-84,2 13-91,4 18 114,-2 20 50,-6 26 143,1 3 0,2 5-163,3-14 0,1 2-10,1 2 0,1 5 0,3-3-18,2 4 1,3-1-17,1-9 0,2 1 1,0-1-55,5 17 0,4-3-45,3-6 1,3-5-68,2-6 0,3-5-31,2-6 0,3-6 40,0-5 0,3-6 312,2-5 0,0-5-164,20-8 67,-17-10 1,-3-5 77,5-15-16,-14 9 0,-1 0 201,-3-15 124,-10 8 257,-11 6-436,-2 14 61,-4 5-179,1 9 1031,1 0-1110,-5 9 77,2 9-111,0 0 12,2 4 17,15 2-17,5-8 23,13 3 16,10-15 0,-7-15-17,-2-4-16,-14-9 56,-7-21 33,-5 4 6,-5-20-6,-6 16 112,-9 8-134,5 16 11,-5 7-51,5 12-10,-5 9 5,-9 19-56,5 12 5,0 6 23,12 16-8,12-25 0,4 0 2,3 0 0,4 0-522,17 10 0,7-5 517,-2-14 0,3-6 13,3 1 1,-1-5-9,-6-8 1,-1-4-88,1-4 0,-1-3 71,1-4 0,1-4 8,15-13 0,-1-4 8,-17 7 0,-1-4-626,-2-11 1,0-6-1,-6 2 635,-8 8 0,-2-1 10,2-12 0,1-6 0,-2 2-642,-3-8 1,-2 0 644,-1 11 1,-2-3 0,-1-1-5,-4-8 0,-2-2 0,-2 5 63,-3-2 1,-2 3-947,-2-2 1,-4 9 954,-7 15 1061,4 20-1061,2 10 1036,2 6-1075,-4 28-51,7 8 1,1 4-4,2-7 1,0 0 211,-2 16 0,4 5-248,5 1 0,5 4 0,-1-2 455,-1-15 0,1-2 0,1 4-504,0 6 0,2 5 1,-1-1-1,1-7-66,2 7 1,2-4-396,2 4 1,3-2-895,-2-17 0,1-2-2164,4 6 0,2-3 3613,-3-10 0,-1-4 0,6 4 0,-11-17 0</inkml:trace>
  <inkml:trace contextRef="#ctx0" brushRef="#br0" timeOffset="3702">18642 8361 24531,'27'-50'-362,"4"32"1,5 10 151,-5 15 0,1 6-451,15 2 1,-2-1 391,10 2-26,-18-10 1,-3-1 216,1-2 109,-2-6 0,0-4 104,-5-5 332,10-13-311,-20 7 516,0-11-352,-10 15 921,1-11-698,-7 19-285,-7-1-219,-1 8-2955,-24 11 2944,11-3 73,-27 25-107,33-12 34,-7 9 17,29-9-28,0-9 61,20 2-16,3-10 39,27-11 11,-7-8-40,-21 0 1,-3-1 11,2-10 3471,-7-21-3393,-19 3-123,-3 0 0,-20 2-5,-10 23-12,-2 2 51,-30 7-73,17 14-6,12 0 1,1 3 22,-13 21-34,8 11 0,14-3-50,16-2 0,5 0-84,8 5-143,5 0 0,7 0-1622,15-3 0,7-4 305,5 2 1,6-2-866,-7-8 1,4-2 0,-1-2 2475,13-1 0,-4-4 0,-16-6 0,-5-1 0,7-2 0</inkml:trace>
  <inkml:trace contextRef="#ctx0" brushRef="#br0" timeOffset="4079">20252 8502 10088,'18'-49'1630,"0"1"1,0-1 0,-2 5 0,-2 0 0,-5 4-1031,-7 1 0,-6 3 200,-19-22 429,-7 21-1064,2 22 0,-3 5 31,-32 7-132,13 12 1,-2 5-40,9 3 0,3 5-200,-4 9-1,5 3 184,17-10 1,5 4 8,5 23 0,9-1-12,7-4-11,8 1 1,8-3 97,32-9-95,-14-16 0,3-4 14,3-3 1,2-6 16,0-6 0,-1-3-12,-11 0 1,-1-7-831,13-23 1,-6-7 880,-5-6-19,-15 11 1,2-5 0,-5 0 31,-5-5 1,-5-2 57,0-3 0,-1-4 0,-1 3-39,1-4 1,-2 0 64,-3 6 0,-1-2 0,-2 5 66,-4 6 0,-2 2-57,-2-4 1,-2 2 508,-12-14-519,6 23 2769,8 17-2943,5 24 5,2 6-16,2 43-735,1-19 0,1 4 0,-1 0 664,1 9 1,0 5-532,-1-11 0,0 7 0,0 3 0,0-1 0,-1-7 439,-1 3 0,0-4 1,-1 0-1,2 9 1,-1 1-1,0-8 1,-2-16-1,1 0 1</inkml:trace>
  <inkml:trace contextRef="#ctx0" brushRef="#br0" timeOffset="38918">1657 11115 12494,'33'10'2772,"15"-2"-2422,-15-5 1,3 0-719,10-2 0,3 1 532,9-1 0,2-1-631,-15-1 0,0-1 0,2 1 523,2-1 0,2 1 0,0-1 2,2-1 1,1-1-1,2 1-9,-3-1 1,3 1 0,0-1 0,-4 1-514,-1 0 1,-3 0 0,4 0 494,1 0 1,5-1 0,0 0 0,-4 0 5,-1 1 0,-3 0 1,5 0-408,-6-1 0,4 1 1,2-1-1,-1 0 1,-4 1 373,11-2 1,-4 2-1,7-2 5,-9 2 1,7-1 0,4 0-1,0 1 1,-5-1 0,-8 1-218,0 0 1,-7 0 0,6 1 199,6-1 1,8 0 0,3 0-1,-4 0 1,-9 0-14,8 1 0,-2 0 2,-13 0 0,5 1 0,1 0 0,-3-1-79,4 1 1,-2 1 0,2-1 87,-6 1 1,1-1 0,1 1 0,-1-1-13,13 1 0,-1 0 1,0 0 1,-5 0 0,-1 0 1,0 0-77,-4 0 1,-1 0 0,-1 1 97,-2-1 0,-2 1 0,0-1 5,-2 1 1,0 0-1,-1 1 397,0-2 1,-1 1-1,2 0-408,8 0 0,2 0 1,-1-1-1,-5 1 0,-2-1 1,1 1 128,-2-1 1,1 0 0,-1 0-123,0-1 1,-1 1 0,-1-1-4,14 1 0,-1-1-4,-10 1 0,3 0 1,-1-1 147,-1 1 1,0 0 0,-1 0-149,-1 0 1,1 0-1,-2 0 2,-2 0 0,0 0 1,0 0-13,19 0 0,-3 0 11,-15 0 0,1 0 3,-3 0 0,2 0 0,-2 0 1144,2 1 0,1 0-1141,5 0 1,6 1 0,-6 0-38,-5-1 0,-1 1 36,18 1 1,-1-1 0,-20-1 0,-3 0 5,0 0 1,2 0 13,16-1 1,2 1 2,-17-2 0,2 1 1,4-1 0,4 0 0,0-1 2,-2 1 0,0-1 0,-1 0-79,2 0 0,0 1 1,0-1 59,0 1 0,0-1 1,-2 1-2,12 2 0,-4 1 245,-13-1 1,-1 0-243,11 3 0,-1-1-133,-19 0 0,0-1 136,13 1 0,2 0 0,-11-1 0,0 0-3,2 0 0,0-1 0,3 0 1,0-1 13,2 1 0,1-1 0,0-1 0,2 1-14,1-2 1,0 0 4,-1 0 1,1 0 0,10-1 0,-2-1-12,-17 2 1,-1 0 2,14-2 1,-1 1-9,-16 2 0,0-1-6,7 0 1,3 1-4,0-1 1,0 1-3,0 0 0,1-1-34,11 1 0,0 0-11,-7 0 0,0 1-59,7-1 0,0 1-540,-4 0 0,-1 1-2171,-9 0 0,-2 0 2826,1 0 0,-5-1 0,-1 2 0,-18-1 0</inkml:trace>
  <inkml:trace contextRef="#ctx0" brushRef="#br0" timeOffset="39777">2258 12412 8046,'-8'1'2165,"-36"4"1,-7 1-1735,21-3-227,-20 3 1,4-1 164,33-3 281,3 0-605,5-2 935,14 1-381,4-1 0,19-1 1,6 0-413,2-1 1,2-2-1029,3 1 0,4 0 0,-2 0 888,10-2 1,1 0-3,-6 0 0,3 0 0,1 1-614,6-1 0,1 0 0,0 0 584,-15 1 0,1-1 1,-1 1-1,0 0-2,14-1 0,0 0 1,-2 0 14,-7 0 0,-2 1 0,-2-1-198,5 1 0,0-1 177,-4 2 1,2-1 0,-2 1-62,9 0 1,-3 0-432,2 1 1,-5 1-1852,5 3 2336,-15 5 0,-29-3 0,-3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5T14:57:20.2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2278 2433 15238,'0'-5'5058,"0"1"-3495,0 4-1524,-10-36 106,8 32 282,-10-7-136,7 51-176,1-7 0,-2 3-420,-3 3 0,-1 1 378,-3 4 0,-2 1-26,-1 0 1,-2-1-31,4-10 0,-1 0 25,-4 6 0,1-3 19,0 2 208,-3 4 470,14-29-61,6-15-532,1-7 78,4-37-173,0 10 10,3-16 1,3-6-139,-1 15 1,1-1 83,0 2 1,0-4-1,1 3 4,1-1 1,1 1 10,7-17 1,2 3-7,-8 22 1,1 2-109,5-11 1,1 2 113,8-1-22,-3 19-6,3 16 1,-5 11-6,14 18-17,-14 4 0,0 5 5,2 4 1,-1 1 260,-1 3 0,0 2-294,-3 3 0,-1 3-138,-1 2 1,-1-1 69,-3-8 1,0 1-608,6 20 1,-1-5-183,-5-13-2364,-1-6 1,0-3-1570,-4-14 4846,3 4 0,-10-20 0,-1-2 0</inkml:trace>
  <inkml:trace contextRef="#ctx0" brushRef="#br0" timeOffset="166">2378 2828 14701,'-50'-9'2569,"0"0"0,-1-2 0,10-3-1964,23-4-471,-1-3-27,31-7-96,20 1-61,9-2-386,-2 12 1,10 1 0,-4 1-475,-10 5 0,1 1-386,13-4 0,8 0 1,-7 4-3621,-9 5 1,-5 1 4017,0 0 1,-3 0 0,7 2-1,-30 1 1</inkml:trace>
  <inkml:trace contextRef="#ctx0" brushRef="#br0" timeOffset="799">3382 2681 16219,'1'-7'2730,"-1"-25"0,-3-5-1754,-7 3-632,3-7 0,-3 0 93,-13 9-179,-6 8-129,-5 11-73,-3 10-23,-4 17-16,0 15-17,9 4 11,12 0 0,3 3-27,1 15-4,6-14 0,4-1-2,16 14 16,11-13 29,3-16 251,27-15-145,-26-11 185,28-19 106,-27-5 45,1-11-84,-8-1-96,-10 4-38,-5 5-34,-3 8-101,-1 8-140,0 9-40,0 10 63,3 18 27,2 23-19,0-8 0,0 3-456,2 10 1,0 4 435,2 9 1,-1 0-10,0-11 1,-1 4-142,1-3 1,0 9-1,0 0 1,-2-8-846,1 3 0,-2 1 873,0-3 1,1 9-1,-2 0 1,-4-8-117,-8 3 0,-5-4-55,4 0 0,-8-2-622,-12-12 0,-7-2 1,1-7-945,-17 3 1876,-8-16 0,4-10 0,29-13 0,-11-16 0</inkml:trace>
  <inkml:trace contextRef="#ctx0" brushRef="#br0" timeOffset="1833">4029 2729 13077,'0'-7'3562,"-6"-28"0,-4-5-3064,2 11-288,-2-12 0,-2-1 934,-11 3-842,8 16 163,-16-10-152,2 24-3632,-3 10 3342,0 6-157,-12 38 145,20-13-11,1 2 0,2 4 12,0 20-168,10-21 0,2 1 150,5-4 1,4 0-1,15 23 12,4-21 184,29-8 3318,-13-22-3015,16-11 285,-9-29-542,-17 2 10,-11-4 1,-3-2 149,-6 1-273,-2 2 1,-1 1 88,-3-6 472,-1-2-455,-3 11-229,2 16-22,0 11 22,2 22 5,1 3-5,1 19 0,1 7-464,1-5 0,1 4 447,1 11 0,1 8 0,1-5-775,0-1 0,0 1 713,2 0 1,0 5 0,-1-5-57,-3-15 1,0-3 0,0 1-36,1 9 0,-1 3 0,-3 0-68,-5 3 1,-3 0 0,-3-3-26,-7 8 0,-4-5 50,-2-4 1,-5-8-626,-5-19 1,-2-10-4327,-18-13 5164,-1-14 0,23-4 0,16-2 0</inkml:trace>
  <inkml:trace contextRef="#ctx0" brushRef="#br0" timeOffset="2232">4253 2458 18436,'-4'-5'3782,"1"1"-3603,3 4-84,7 23-84,2-6-8,6 13 0,2 3-3,3 0 0,-2 9 0,-1 0-6,-9-2 20,-7 5 0,-5-1 9,-7-9 7,-4-5 1,-2-4 48,-2-8 761,-21-3-560,24-14 364,-8-21-465,20 3 129,8-23-101,17-3-156,11-2-51,5 4-45,-8 21 0,0 5-101,3 0-193,-3 4 1,2 2-2161,18 4-1561,0 7-538,-5 3 3750,-16 6 0,-21-8 0,-2-1 0</inkml:trace>
  <inkml:trace contextRef="#ctx0" brushRef="#br0" timeOffset="2600">4730 2708 15967,'7'-7'6559,"-1"2"-5691,-6 5-398,0 0-431,3-11-5,3 8 67,23-11-68,-8 11 7,15-3 49,-6-5 102,4-8 10,-4-2-22,-5-8 1,-18 1-7,-7-2-22,-8 1 46,-6 3 206,-17 2-224,6 10-72,-10 4-85,17 9 12,-1 10-73,7 8 11,-1 17-45,7 12-112,7 9 0,4-7-431,5-11 0,6 1-440,4-7 0,2-1 489,-2 2 1,3-2-529,10-3 0,2-6-2894,20-8-307,-18-9 1,2-2 3781,-4-4 0,-3-1 0,12-2 0,-20-1 0</inkml:trace>
  <inkml:trace contextRef="#ctx0" brushRef="#br0" timeOffset="3699">5569 2631 19109,'9'-54'1292,"-1"0"0,-1 5 0,-9 8-749,-31 13-145,-10 9-107,-10 8-165,18 13 0,0 4-76,-14 5-19,16 4 0,4 4-14,3 5-15,1 12 1,3 3-14,5-2 2,2 2 1,5-1-14,18 0 16,22 7 18,-3-19 44,25-6 61,-13-23 135,10-10 146,-3-13 73,-7-9-46,-10-4-262,-11 8 218,-7-16-157,-7 19-23,-1-9-78,-4 20-100,-1 9-29,0 6 29,-2 28-51,1 15 25,1-4 0,-1 4-793,1 6 0,0 3 771,0 7 0,0 3-18,1-15 0,-1 1 0,0 1-71,0 4 0,0 2 0,-2 1-136,0 4 0,-1 1 0,-1 0-634,-2 2 1,-2-1 0,-1 0 711,-1-4 0,-1-1 1,-2-3 141,0-9 0,0-1 0,-2-4-176,-6 3 1,0-8 188,-10 0-269,3-55-89,20-31 117,8 2 1,4-6 99,4 12 1,3-1-1,2-1-23,5-6 0,2-1 0,1 2 91,-3 9 0,1 1 1,4-1-200,2 2 1,3-3 0,2 1-1,-2 4-378,12-12 1,2 3 72,-4 3 0,4-2 1,-1 3-7,-8 12 1,0 2 0,0 2 95,16-14 0,-1 4 425,-12 9 1,2 1 352,13-8 0,-2 2 23,-2 2 411,-1-2 1,-2 1 1038,-5 0-162,7-9-151,-26 16-925,-11 10 332,-23 0-522,-8 10 1154,-21 3-1249,-6 15-84,-5 14-112,28-7 0,1 3 622,1 3 0,2 2-625,4 3 1,2 0-24,-5 18-2,14-14 0,5 0 16,11 9 24,9 12 223,17-24-78,-7-16 179,11-13-79,-8-18 85,16-23-241,-14 6 75,-8 1 1,-3-1-26,-2-7 431,1-8-386,-6 9 62,-7 16-34,-1-1-112,-3 12-107,-1 6-77,-1 5 21,0 8 29,-3 21-6,3-4 0,-3 28-6,9-13 12,6 10 5,12-7-22,10-9 11,6-13 5,4-13 1,5-20-238,2-15 234,-25 6 1,-2-3 5,0-4 1,-3-3-1,-1-5 1,-2-4-514,-2-4 0,-1-3 519,-1-3 0,-1 0 8,-3 0 1,-1 1 24,-1 5 1,-3 1 11,-4 8 1,-2 2 91,-9-15-11,-4 17-78,0 15 135,4 10-220,3 15 1090,2 3-1061,-6 49-6,6-16-521,2-2 1,-1 9-1,2-2 389,0 8 1,2 2-114,0-1 1,1 5-1,1-2-759,0-6 1,1-1-1,1 0 175,2-3 1,2 0-1,1-1-194,2-7 0,1-1 0,1-3-2349,6 9 0,3-6 3372,-4-13 0,0-5 0,2 1 0,-11-17 0</inkml:trace>
  <inkml:trace contextRef="#ctx0" brushRef="#br0" timeOffset="4065">6696 2728 7367,'-6'-9'6912,"1"3"-5266,-25-22 0,-7-3-890,6 8 158,-8-11 0,2 2-763,20 20 610,13 6-801,16 3 2579,19 1-2617,24-1 19,-18 2 0,2-1-24,3 0 1,-1-1 71,0-1 0,-1-1 11,1-3 0,-3-1 11,18-8 23,-11-1 100,-18 1 135,-16 3 162,0-2 168,-7 1 23,-3 3-67,-2 1-130,-1 5 307,0 3-665,-1 1-89,1 2 0,0 8 38,0 9-27,0 15-34,2 11-156,5 7-309,2 2-574,0-20 0,1-1-607,3 11 1691,3 12 0,-10-39 0,0 2 0</inkml:trace>
  <inkml:trace contextRef="#ctx0" brushRef="#br0" timeOffset="4240">7266 2211 18509,'-3'-7'4375,"2"1"-3988,1 6-1227,0 0-556,-3-31-6960,29 53 8356,-10-30 0,15 43 0,-19-20 0</inkml:trace>
  <inkml:trace contextRef="#ctx0" brushRef="#br0" timeOffset="4591">7826 2435 19008,'0'-4'4811,"0"0"-4133,0 4-364,-83-17-247,40 32-59,-7-16 1,4 5 13,19 36-11,18-11-5,6-2 33,8 0 17,7-2 53,16-7 0,3-2-25,2-1 18,27-4 161,-36-23 151,0-19-234,-6-8-52,-8-16 18,-20 1-28,-9 2-74,-1 13-55,0 7 45,-4 8-230,6 10 56,-3 2-353,7 20-824,8 14-1775,7 15 3092,17 18 0,-9-24 0,9-1 0</inkml:trace>
  <inkml:trace contextRef="#ctx0" brushRef="#br0" timeOffset="4943">8212 2505 26082,'7'-26'23,"-3"19"-29,-13 55 11,1-15 1,-1-1 0,-6 14 0,-5 4 5,-2-19 50,-2-7 85,3-5 11,4-18-23,17-23-61,6-5 101,16-27-88,-5 27 1,5-1-639,15-14 1,4-1 601,-1 8 0,1 2-33,0 1 0,0 4-3,-2 8 0,1 5-9,-2 7 1,-1 4-26,0 2 1,0 4-29,3 4 1,-3 7-267,-11 6 0,-3 5-196,-4 5 1,-3 1-640,5 23 1149,-15-10 0,-3-3 0,-1-11 0,-2 15 0</inkml:trace>
  <inkml:trace contextRef="#ctx0" brushRef="#br0" timeOffset="5458">1132 4146 18984,'53'-4'103,"0"1"1,0-1 0,0 1 0,0-1 0,6 1 0,2 0 0,0 1 0,1-1 0,2 1-873,-5 1 1,0 0 0,2 0 0,0 0 0,2 1-1,0-1 770,-2 1 1,0-1 0,1 1-1,1 0 1,1 0 0,0 0 0,1-1-118,-4 1 1,2 0 0,0 0 0,1 0 0,-1 0 0,1 0 0,-2 0 0,-2 0 118,1 1 0,-3-1 0,-1 0 1,1 0-1,0 0 0,3 0 1,4 0-20,-8 0 0,2 0 0,2 0 0,2 1 0,2-1 1,0 0-1,1 0 0,0 0 0,-1 1 0,0-1 1,-2 0 86,-1 0 0,0 0 1,0 1-1,-1-1 0,1 0 1,-1 0-1,1 1 0,-1-1 1,1 0-1,-1 1 0,1-1-120,-1 0 0,0 0 0,0 1 1,0-1-1,0 0 0,0 0 0,0 1 1,0-1-1,1 0 0,1 0 0,0 1 102,-4-1 0,1 0 1,1 0-1,1 0 1,0 0-1,0 1 1,0-1-1,0 0 1,-1 0-1,-1 0 1,-1 0-1,-2 0 1,-2 0-3,8 1 0,-2-1 0,-2 0 0,0 0 0,-2 0 0,0 0 0,-1 0 0,2 0 0,0 0-37,0 0 0,0 0 1,0 0-1,0 0 0,0 0 1,0 0-1,1 0 0,1 0 1,1 0-7,-5 0 1,1 0 0,0 0-1,1 0 1,0 0 0,1-1-1,0 1 1,0 0 0,0 0-1,0 0 1,0-1-177,0 1 1,0 0-1,1-1 1,-1 1-1,1 0 1,-1 0-1,1-1 1,0 1 0,0-1-1,1 1 1,0-1 167,-3 1 0,2-1 0,0 0 0,1 1 0,0-1 0,0 0 0,-1 0 0,0 1 0,-1-1 0,-1 0 0,-1 0 0,-2 1 0,6-1 0,-1 1 0,-1-1 0,0 1 0,-2-1 0,-2 1 0,0-1 0,-3 0 0,-2 1 0,11-1 0,-1-1 0,1 1 0,-1 0 0,1 0 0</inkml:trace>
  <inkml:trace contextRef="#ctx0" brushRef="#br0" timeOffset="6066">9909 2259 22032,'-45'27'134,"0"0"1,6-1 0,8 3-68,14 25 45,17-6 96,12-10 676,8-12 130,-5-13-644,-3-9-79,-4-15-123,-1-10 17,2-12-17,-3-5-45,-7-1-39,-5 3-22,-5 6-45,-1 8-84,-2 9-146,-3 7-291,-6 17-1110,-10 10 1614,6 6 0,1 0 0,-1 1 0,-6 10 0</inkml:trace>
  <inkml:trace contextRef="#ctx0" brushRef="#br0" timeOffset="6965">8158 2520 10685,'0'-3'7466,"0"0"-3742,0 3-3163,5-55-275,-3 41-213,3-40-45,-5 65 22,-2-1-11,0 13 6,-3 6 0,-2 5-17,-3 7 28,-1 1 56,3-15 185,1-6 218,5-15 263,1-4-548,1-16 44,0-15-88,2-13-24,0-13-89,0 16 11,-2 2 168,0-11-174,0 21-27,-1-10-91,0 27-10,-1 8-40,-1 9 90,-5 22 6,0 8-6,-1 18-6,4-15 6,4 6-11,2-13 11,2 4-56,1-6-1675,1-4 1731,2-5 0,-3-8 0,0-5 0</inkml:trace>
  <inkml:trace contextRef="#ctx0" brushRef="#br0" timeOffset="13691">9779 2935 12797,'2'3'5656,"0"-1"-4905,-2-2-683,5-12 301,-6 12 90,4-7-414,-5 13 0,0-1 95,2-2 364,6 0-118,2 0-61,6-1 78,-4 0-122,-3-2 341,-4 0 268,-2 0-868,-5 3-5,2-1 22,-6 6-16,1 1-46,-4 7 7,4-2 4,1 0-10,6-3 11,5-1-6,4 2 17,2-3 39,1-2 68,-1-5-57,-1-6 34,9-6 6,10-16 22,0-1 89,1-5 46,-18 12-147,-6 9-44,-12 5-95,-8 8 28,-13 7-6,-9 7-33,-2 7 11,9-5-146,6 2 90,16-12 83,3 0 68,10-5-22,2-2 33,11-2-11,2-3 123,8-8-100,-9 2 61,-1-8-17,-14 5 34,0-8-101,-3 8 45,-5-6-123,0 13-292,-2 0-980,-2 7 1294,-7 15 0,6-9 0,-3 7 0</inkml:trace>
  <inkml:trace contextRef="#ctx0" brushRef="#br0" timeOffset="14708">7954 5022 16941,'-24'-39'1191,"-1"-1"1,1 1 0,-8-17-1,1 17-6604,5 35 5721,-24 22-269,8 16 329,13-1 0,2 6-374,7 9 1,4 5 5,6-11 0,1 1 0,2 3-169,0 4 0,2 2 0,0 2 148,2 3 1,-1 1-1,2 1-90,-1 3 1,1 1 0,-1 1-159,0-14 0,0 1 1,0 1-1,-2 0-227,0 1 0,-1 0 1,-1 1-1,-1-1 39,-1-1 1,-1 1 0,-1-2-1,0-1 278,-5 11 0,0-2 0,-2-4 288,2-11 1,-1-3 0,-1-5 483,-4 2 1,-3-10 2531,-20-12-2669,20-34 1,2-8-211,-10-17-87,13-3 0,5-5-16,9 11 0,4 0-42,0-12 0,3 0-34,5 0 0,4 1-36,3 4 0,4 2-26,3 2 1,3 2-12,3 2 1,3 3-15,5 1 0,3 2-2,3 1 0,3 0 13,3 1 1,2 0 13,1 1 1,0 0 2,-2 0 1,-1 0 16,3-2 0,-3 0-11,-16 10 0,-2 2 25,3-5 1,-3 1 2100,-4-1-1272,0-5-487,-13 13 1046,-6 2-929,-5 12-296,0 0-191,-1 3 978,0 6-978,-3 7 0,3 15-11,0 9-11,7 9-34,2 5-246,4 1-773,-2 1-2213,-3-3 3277,-1-6 0,-4-20 0,0-7 0</inkml:trace>
  <inkml:trace contextRef="#ctx0" brushRef="#br0" timeOffset="14894">8152 5213 19395,'-5'-7'3220,"2"2"-3074,3 5-392,0 0-90,-33-14-1065,32 38-8430,-16 19 7847,31 7 1,1 3 0,-12-43 0</inkml:trace>
  <inkml:trace contextRef="#ctx0" brushRef="#br0" timeOffset="15248">8448 5922 23803,'15'-58'180,"0"-1"1,-2 12-1,2-1 1,-2 8-86,6-6-19,-5 7 1,2-8 0,-2 6-733,-4 7 0,-1-1 682,2-9 0,0-7 0,-1 1 11,-4 4 1,-1-1-1,-1 1-15,0 0 1,0 1 0,-1 0 10,-1-2 1,-1-1-1,-1 6 6,-1 6 1,-3 5 441,-9-18-352,-5 31-68,-6 3-27,-4 21-23,-7 28-11,12-2 8,7 2 1,3 4-839,6-2 0,3 1 807,-1 15 1,1 6-16,5-5 1,2 3 0,1 0-467,1-5 0,2-2 0,0 1 341,0 0 1,1-1 0,2-1-434,2-5 1,2-2 0,1-3-2129,5 6 1,-1-2-1638,0-3 1,-1-1 4360,-1-8 0,-3-4 0,-4-9 0,-5-8 0</inkml:trace>
  <inkml:trace contextRef="#ctx0" brushRef="#br0" timeOffset="15730">9249 5185 17484,'-5'-63'1688,"0"1"0,-1-1 0,-2 8-786,-5 14-1,-5-1-721,5 21-164,3 16 1,7 29-17,2 4-9,1 5 1,0 4 5,2 3 1,0 4-769,2 5 1,-1 5 0,2-1-43,0-3 1,0-2 0,1 2-2465,1 9 0,0 0 0,0-4 2038,0-4 1,-1-5 0,4 15-1,-8-45 1</inkml:trace>
  <inkml:trace contextRef="#ctx0" brushRef="#br0" timeOffset="17116">9043 5585 20442,'-26'-50'868,"1"0"0,0 2 1,11 12-869,19 27-23,19-3-22,6 9 1,4 1-24,22-2-1107,-15 5 1,6 1-1,-3 1 922,1 0 1,-1 0 99,-2 1 0,2-1 0,-3 0 136,7 1 1,-4-2-32,-6-2 1,-3-1 64,12-2 257,-8-9 79,-25 0-124,1-3 573,-16-6-270,-5 6 241,-8-9-549,4 11 2338,-8 1-2472,9 9 518,-9 2-585,8 6-3415,-4 5 3392,8 1-6,3 9 12,5-11 33,10 8 23,1-12 22,9 0-17,-7-6 151,6-7-123,-12 1 3623,5-12-3489,-11 6-33,-2-6-123,-4 8 73,-12 1-113,1 6-33,-10 2 6,3 10-34,-3 16 11,9-3-5,1 8-1,10 7 18,9-2-12,8 18 6,16-10 5,-1-10-5,2-11 0,2-2 0,4-2-1697,6-3 1,0-3 1713,-8-5-1,-1-5 1,-1-4 33,-4-9 6,7-11-39,-19 2 61,-6-22-11,-6-5-51,0 0-2223,2-10 2235,1 32 1684,19-27-1696,-12 30 18,22-16-29,-11 28-27,10 2 21,2 11 12,0 14 3080,-2 14-3108,-7 15 17,-9-5-68,-12-5 1,-3 1-342,1 16 51,1 11-494,1-29 0,4-4 399,14 4-769,21 5 142,9-29 682,-8-13 243,-3-13 1,0-5 266,-3-2 109,-1-4 0,-1-2 22,-3-9 230,-16 14 0,-1-2 519,10-22-79,-12 3 223,-16-1-632,-10 14-314,-6 3 85,-6 15-135,2 9-90,-7 5-5,-1 10-34,0 11 0,-2 19 0,11-10 479,2 24-507,15-17 33,12 7 6,1-17 23,18-14 11,1-19-6,12-8 51,4-12 66,-3-5 18,-8-5 0,-11 2 10,-11 2 57,-7 6-84,-3 10-129,-4 9 45,-18 27-62,6 5-28,-12 24 0,16-4 29,14 1-46,12-5 23,5-11-3,4-13 0,5-4-9,22 0-1670,-13-6 0,0-3 1693,16-6-187,-19-7 0,0-5 210,12-16-9,-15 5 0,-2-3 14,-8-4 0,-3-4 5,-1-7 1,-3-5-557,-2-7 0,-2-4 543,-5 16 1,-1-1-1,-1 0 4,-1 1 1,0-1-1,-1 2-183,0-17 1,-2 4 200,-1 9 0,-3 5 2488,-7-19-2457,-3 25 378,-2 19-451,2 17 1633,-4 21-1610,-1 26-29,6-11 0,2 4-520,-1 12 1,2 2 516,2-7 1,2 2-15,0 6 1,2 5 0,2-3-57,3 4 1,1 0-98,1-5 1,0 4-1,4-5-784,7 6 1,4-6-125,2-7 0,4-5-1949,1-7 0,1-4-6019,12 8 9052,-6-16 0,-25-18 0,-3-4 0</inkml:trace>
  <inkml:trace contextRef="#ctx0" brushRef="#br0" timeOffset="17541">11330 5392 15860,'-5'-2'4196,"2"0"-7107,3 2 2939,-49-17 1488,52 15-1432,-18-12-62,40 13 0,17 4-704,19-2 0,1 0 688,-16-2 0,1 0-3,-1-1 1,4 0 0,-5-2-105,-1-1 0,-1-1 109,7-3 0,0-1 14,-7-1 1,-4-1 2179,15-7-2073,-10-6 308,-22 2 5,-5 1 62,-10-1 3267,-11 6-3244,-3 1 197,-1 6-141,-1 0-387,4 7-140,1 1-68,3 4 12,1 3 6,-2 13 0,1 22-34,1 7 0,2 5-180,5 1-688,3-12-3775,10 17-1177,-6-23 5000,6 2 0,-15-28 0,1-2 0</inkml:trace>
  <inkml:trace contextRef="#ctx0" brushRef="#br0" timeOffset="17723">12327 4985 23562,'-45'-42'138,"1"1"0,4 0 0,10 18-222,22 31-134,11 11-1037,20 29 647,15-1 1,2 0 0,-20-20 0,-1-2-1,15 9 1,0 1 0</inkml:trace>
  <inkml:trace contextRef="#ctx0" brushRef="#br0" timeOffset="18109">12748 5209 18795,'0'-4'3916,"0"2"-2326,0 2-1097,-69-39-426,42 32-25,-19-10 0,0 7 31,15 32-56,-1 2-1,11 8 1,2 3-17,5-1 0,3 8 0,5 1-11,20-3-3381,5 7 3386,10-18 12,29-5-6,-18-12 31,9-4 0,1-5 25,-4-13-9,-11 2 1,-3-3 13,-7-12 63,-7-13 33,-16-19-123,-3 8 16,-6 0 0,-3 1-68,-2 6 65,0 4 1,-2 2 64,-7 5-44,-18 3-68,3 16-34,-6 18-5,16 4 3111,4 22-5425,15 20 187,5-9-3216,11 15 5382,9-24 0,-8-17 0,1-1 0</inkml:trace>
  <inkml:trace contextRef="#ctx0" brushRef="#br0" timeOffset="18455">13208 5305 26262,'16'-26'28,"-3"23"-28,-14 36 0,-8 15 0,4-10 0,-2 2-3,-4 16 0,0-2 6,0-18 0,8-6 114,32-5-50,17-40 1,10-15-44,-18 10 0,1-1 0,1-1-127,6-6 0,1-1 0,-3 2 108,1 1 1,-5 5 5,3 2-16,-6 9-1,-21 10-50,5 36-2681,-25 0 0,-7 4 2737,0 12 0,-2-2 0,2-14 0,0-6 0,-8 6 0</inkml:trace>
  <inkml:trace contextRef="#ctx0" brushRef="#br0" timeOffset="20475">7978 7480 16404,'2'-52'1170,"0"0"1,1 0 0,-5 4-1,-2 2 1,-6 12-1009,-19 13 34,-29 12-123,19 27 0,0 10-65,5-5 1,0 5-13,1 9 0,0 6 1,6-3-593,5-2 1,4 1 589,-3 21 1,5 1-6,9-21 0,5 1-1424,7 17 0,4 0 1432,-3-21 1,6-2-4,23 12 1,7-8-41,4-15 68,2-6 1,4-7 10,-15-11 1,1-4-267,9-4 1,2-5 302,-3-5 0,0-5 61,3-13 1,-3-2-82,-15 11 1,-3 0 66,6-13 1,-6 0 505,-4-8-354,-3-7 95,-11 14 2894,-7 17-3241,-8 16 13,0 12-53,-8 18 929,5 10-951,4 26 45,6-16-23,10-7 1,4-3 28,3-7 246,22 18-252,-10-26 129,16-3-17,-4-18-6,5-14-27,-16-7 100,2-15 62,-14 3 90,-4-22-259,-12 17 6,-9 8 1,-5 0-34,-11-4-34,-6-6 28,-6 12-27,-5 15-57,-3 6-28,-8 16 6,10 16 33,10 3-72,0 20-3549,15 14 3458,2-9-1878,20-1 0,7-2 1347,5-10 309,1-5 0,4-4-1530,28-9 8,-11-14 1,4-5 984,0-2 0,3-5 916,8-5 1,-2-6 389,-13-3 0,-5-2-11,-9 5 1,-2-2 1892,-1-9 1,-6-1-536,-3-10 2522,-1-15-3093,-15 19 384,-9 8-1459,0 14 730,0 8-809,3 19 721,5 12-704,8 26 16,1-12-11,2-7 1,4-2-12,12 5 3,-2-11 0,0-3 31,10 4 112,15-6-39,-29-16 212,21-19-134,-15-6-73,3-9 236,-7-22-112,-14 14-135,-1-9 95,-8-1-146,0 27-10,-4-16-102,3 28-397,-1-1-611,3 14-1478,10 21-1871,4 2-650,6 13 5086,2-6 0,-13-19 0,-1-1 0</inkml:trace>
  <inkml:trace contextRef="#ctx0" brushRef="#br0" timeOffset="21058">9624 7539 15720,'2'-5'6643,"0"1"-6167,-2 4 208,33-66-292,-21 45-339,7-15 0,-2 5-53,-12 26-34,1 8 12,10 16 56,-1 7-29,-5 4 1,-1 2-17,-1 11-1,-6-6 1,-2 0 6,-6 11-1,1-1 6,-1-5 112,3-29 353,3 1 106,6-19-386,1-3 6,20-31-74,-3 0-49,8-12 44,-7 11 0,0 1-84,-1 4 0,3 0 0,-1 3-6,-5 14-11,18-2-39,-15 19 23,12 11-18,-7 16-5,1 15 17,2 7 5,-6-9 0,-5-11 1,2-2 11,14 4 13,-9-10 1,3-2 36,28-3-39,-11-10 2,-9-11 1,0-6-799,13-17 804,-20 12 1,-1-5 63,-3-16 1,-7-5-46,-9 6 1,-3-3-11,4-20 0,-3-3 5,-7 5 0,-3 0 3,-3-1 0,-3 2 17,0 3 0,-2 3 11,-2 7 0,-2 3 14,1 9 0,0 4 44,-7-9-172,5 20-141,7 22 179,5 9 1,4 35-1,2-7-9,3 4 0,4 9 0,-1-4-211,-1-11 1,0 0 14,5 15 0,2 8 1,0-6-580,0-8 0,3-2-2470,1-2 0,3 3 0,0-4 3260,4 4 0,-1-4 0,-1-5 0,-3-6 0,-3-11 0</inkml:trace>
  <inkml:trace contextRef="#ctx0" brushRef="#br0" timeOffset="21232">10437 7310 22955,'41'-23'-72,"1"0"0,0 0 1,2 2-1,0 1 1,-2 5-913,-1 9 0,1 4 984,2 0 0,4 0 0,-8 1 0,7 0 0,-11 1 0,-1-1 0</inkml:trace>
  <inkml:trace contextRef="#ctx0" brushRef="#br0" timeOffset="21932">7299 9424 20016,'0'-9'1210,"0"3"-984,13-26 1,3-3-98,-5 15-40,6-18 1,1 6-90,-12 28 56,3 10 80,1 15 37,0 20-16,-2 18-371,-8-23 0,-3 1 273,-3 2 0,-3 1-15,-3 0 1,-3-2 0,0-5 0,0-2 453,-13 17 426,11-25-465,7-13 90,6-20-285,-10-40-158,5-8-513,2 10 1,1-2 459,4 6 1,2 0-4,2-3 0,2 1-71,2 1 0,2 2 68,2 1 1,2 4-25,10-19-7,3 23 1,1 3-39,2 8-1,3 4 1,3 5-79,13 20-117,-14 3 1,0 5 183,4 7 0,-1 5 124,1 7 0,-2 5-309,-2 4 1,-2 3-725,-5 3 0,-4 2-12,-3 0 0,-5 0-613,-5-1 0,-3-1-2572,-2-5 1,-3-2 4139,-6 21 0,1-29 0,-1-18 0</inkml:trace>
  <inkml:trace contextRef="#ctx0" brushRef="#br0" timeOffset="22425">7462 9534 22699,'13'-34'-52,"-1"0"0,23-2 0,7 9-788,-2 17 1,4 5 798,0-2 0,3-1 0,-3 0-46,1 0 0,-2 0-91,-1-1 1,1-1 0,-2 1 48,1 0 0,-2-1-70,12-4 0,-3 0 483,5-3-200,4-6 381,-17 5 581,-19 2-251,-13 3-33,-7 2 5,-5 1 731,1 2-1117,-2 4-241,1 1-303,1 3-173,2 3 134,-1 7 202,1 11 17,3 12-28,4 8 0,8 4 50,14 3-39,-6-18 33,12 0 79,-11-22 62,5-3 6,-1-12-35,-2-11 18,-2-12-23,-4-7-56,-6-2-51,-6 2-61,-3 4-661,2 8 95,-2 11-1746,15 4-5844,10 9 8184,9 2 0,-11 0 0,-10 1 0</inkml:trace>
  <inkml:trace contextRef="#ctx0" brushRef="#br0" timeOffset="22542">9411 9240 11558,'1'-4'-1455,"0"0"0,-1 4 1,0 0-1</inkml:trace>
  <inkml:trace contextRef="#ctx0" brushRef="#br0" timeOffset="24000">9244 9311 15659,'15'-42'2276,"0"0"0,0 1 0,-7 7-1425,-13 16-521,0 0 163,-15 1-415,-2 12-78,-15 3-50,-6 18 44,7 1-1726,8 6 0,2 4 1670,-4 13 42,11-11 1,2 1-15,2 13 23,13-6 50,10-11 135,10-9 335,24-13-139,4-17-196,4-4 114,-19-5 1,-2-4 148,5-10-230,5-9 168,-22 11 3336,-10 13-3509,-3 2-163,-3 10-117,-1 5-247,0 18 297,-1 18 22,1-3 1,0 5-1,0 12 1,0 1-341,0-5 0,0 2 344,1 6 0,2 6 0,-1-6-484,1-7 1,0 2 364,0 3 1,2 9 0,-1 1 0,-1-4-964,-1-6 0,0-2 0,-2 2 752,-1 2 0,-2 4 1,0-1-1,-2-4 173,1-4 0,-1-4 1,-7-1 2,-14 5 0,-9-3 0,3-9 251,-17-2 6,-4-19 0,0-17-91,24-23 0,6-12 81,2 6 1,2-5-1,2-2-28,2-7 1,3-3-1,2 1-52,1 8 1,2 0-1,4-3-115,5-4 1,6-4-1,1 1 1,0 6-359,3-5 0,3 1 462,3 4 0,4-6 0,1 2 0,-3 10 0,8-9 0,-5 15 0,0 0 0</inkml:trace>
  <inkml:trace contextRef="#ctx0" brushRef="#br0" timeOffset="26402">7299 11564 10030,'25'-47'2457,"0"-1"1,0 1-1,4-12 1,-6 2-1801,-12 14 1,-7 3 418,-18-18-930,2 24-12,-35 8-128,19 25 2,-4 6 1,-2 5-410,4 5 1,0 6 391,-17 18 1,-1 5-481,9-1 1,3 2 471,0 0 0,4 3-28,10 0 1,6 0-26,8-9 0,4 0-88,1 8 1,5 0-56,7-5 1,7-4 21,7-5 1,7-6-59,23-6 0,5-9 184,-15-4 1,1-6 32,4-5 0,5-5 1,-6-2 33,-10-2 1,1-4 60,10-6 1,5-4 0,-3-2 85,-14 3 0,-2 0 1,0 0-87,2 0 0,1 0 1,-3-1 154,6-12 1,-9 1 691,-9-1-373,-6-2-78,-15 13-223,-10 14 180,-19 17-404,4 5 10,-24 25 0,9 4-33,15-2 0,1 2-11,-3 8-1,16-12 1,7-3 972,9-11-978,16 8 45,9-16 28,15-3 56,8-15 16,-18-5 1,-1-5-9,-5-2 0,-2-2-36,-1 0 0,-2-2 246,8-27 135,-20-10-359,-9 28 0,-3-1-16,-6-31 92,-9 20 0,-4 3-76,0 5-53,2 4 0,-1 3 132,-7 9-163,8 10-129,-21 6 45,11 20-39,-11 15 23,12 4-231,11-3 1,3 2-616,2 20-425,6-13 1,2-1 373,6 14-1185,8-15 1,4-3 450,4-1 309,5-7 0,6-5-18,27-16 1241,-18-10 1,3-6 1033,12-11 0,-1-6-116,-10 0 0,-2-1 4,-3 0 0,-3-1 606,-10 0 1,-6 2-590,-4 1 1381,2-11-1325,-16 22-359,0 3-711,-3 6 1425,0 5-1364,-1 7 996,-1 19-766,0 21-28,-1-2 6,1 3-6,-1 2 16,0-11 1,-1 12 17,1-23 403,1-13-34,1-8 78,1-7 287,3-8-511,2-10 51,10-26-100,1-3-507,-6 14 0,0 2 366,4-11 17,4-5-11,2 7-62,-3 7-11,14-5-44,-10 23-7,13-1 23,-9 10 772,1 7-817,20 26 39,-16 2 25,-7-5 1,-2 3-14,-6 18-17,-8-1 28,-10 1 95,0-16 173,-1-9 74,2-19-225,3-6 17,4-25-78,4-5-3387,8-20 3370,-1 12-66,0 12 0,3 1 44,10-8 0,7-6-6,-3 15-68,2 13 7,5 6-51,9 15-84,-3 17-431,0 18 1053,-24-14 1,-3 2-4903,-2 4 1,-3 1 4475,-4-1 0,-2-2 0,0 11 0,-6-18 0</inkml:trace>
  <inkml:trace contextRef="#ctx0" brushRef="#br0" timeOffset="27315">9747 11880 20420,'-5'-59'1176,"0"-1"0,-1 8 0,0 3-787,0 13 1,-1 4 220,-6-12-262,3 18-320,4 13-202,3 11 68,6 15 123,8 19-6,8 26-20,-6-19 1,-1 2-380,1 5 1,0 2 375,-2 2 1,-2-1 2,-2-10 1,0 1-51,-2 17 0,0-1-25,-3-19 0,-1-1-6,0 13 1,-2-2-62,-5 5 129,-4-23 5,-8-25-101,-9-26 1,-11-26-509,15 10 0,0-3 603,-1-11 1,3-2 24,3 9 1,3-4 17,4-9 1,2-8 0,2 3 29,4 19 1,1 2-1,0-3 2,0-12 1,1-4-1,1 6-16,1 6 1,2 4 16,5 5 0,4 4 635,16-8-680,-6 14 1,6 3-9,2 9 0,2 5-5,23-4-15,-12 13 0,1 10-274,-5 14 1,-2 6 259,0-4 1,-3 4 19,-4 4 0,-9 5 14,-15 0 0,-10-2 926,-20 14-915,1-13 0,-5-1-11,-6-7 0,-5-3-1569,-4 0 1,-1-4 1520,-1-2 1,1-3-155,6-5 1,1-2-1216,-15-5-1804,27-14-4384,31-11 1702,7 0 5387,12 1 1,-15 14-1,-4 3 1</inkml:trace>
  <inkml:trace contextRef="#ctx0" brushRef="#br0" timeOffset="27674">10287 11285 22307,'-9'33'174,"1"-1"0,-5 27 27,22-21-89,-2-12 191,18 1 83,0-15 258,23-2-437,-13-8-16,8-6 329,4-21 7,-2-14-376,-20 15 1,-3-2-12,7-21 45,-20-4-40,-7 10-22,-5-7-39,-4 9-44,-4 13-80,4 12-167,2 8-190,4 6-163,1 7-1883,3 19-2760,6 9 5203,4 10 0,-3-20 0,-3-11 0</inkml:trace>
  <inkml:trace contextRef="#ctx0" brushRef="#br0" timeOffset="27931">11255 10822 21136,'0'-52'1357,"0"0"1,-1 7-1,-1 9-1351,-2 17-90,-2 15-45,-2 19 123,-2 20-8,4-4 0,0 4 12,3 7 0,0 4 1,1-2-706,-1 6 0,3 2 652,1-3 1,2 7-1,0 0 1,0-8-809,2 0 0,0-1 699,-1 1 0,1 3 0,2-2-1097,6 12 1,1-3-291,-1-13 0,2 0-984,4 14 1,2-2 2462,-5-23 1,-1-4 0,3 2 0,-7-14-1</inkml:trace>
  <inkml:trace contextRef="#ctx0" brushRef="#br0" timeOffset="28674">11237 11501 18348,'-30'-44'864,"1"0"1,-1-1 0,5 7 0,1 1 0,3 7-764,-7-8 234,15 20-531,14 15 135,15-1-152,19 0-140,9 2 0,4 1-232,-11 0 1,1 0 367,3 1 1,4 0-1,-1 0-69,13 0 1,-3 0 243,-9 0 0,0-1 58,12-4 1,-5-2 243,-20-2 322,14-15-290,-37 13 358,1-11 44,-12 7 298,-9-6 415,-4 6-1149,-9 2-169,-2 8-77,4 4-12,-9 11-40,6 7 18,-6 14 5,8 8-11,9 16 23,12-17-7,13 12 24,17-23 4,-4-6 113,11-7 157,-18-12 185,8-17-326,-9 3 135,8-23 84,-9-6-123,-2-3 17,-4-4 72,-6 15-274,-2 15-22,-1 6-499,0 11 403,3 17 68,6 5 5,3 9-22,11 11 11,4-7 3,0-9 0,2-1-3,0-6 0,1-3-427,9 1 1,-1-5 432,16-2-302,7-16 358,-16-14-26,-15-4 1,-2-6-12,-8 0 0,-3-5-490,-1-13 0,-4-3 484,-7-2 1,-3 0-6,-4-9 0,-2 1-9,1 12 1,-2-1 29,-2 4 1,-4-1 0,0 4 25,-1 5 1,-1 2-105,-6-13 0,0 3 177,-8 3 576,9 22-816,9 12 210,5 16-165,5 20 49,7 11 1,4 7 5,1 6 1,2 4-325,1-4 0,1 4 1,0-1 306,0 0 1,0 0 0,0 0-46,-2 1 1,0 1 0,-1-1-542,-3-2 0,0 0 0,-2-1 306,-2-6 1,-1-1 0,-1-2-514,0 11 0,0-5-170,0 13-2923,-1-20 3909,-7-29 0,3-2 0,-4-10 0</inkml:trace>
  <inkml:trace contextRef="#ctx0" brushRef="#br0" timeOffset="29033">12289 11138 15429,'-6'-7'6862,"1"2"-6316,-23-23 0,-5-4-126,12 11-73,-16-15 0,3 3 11,24 22-402,3 1-63,20 5-50,23 4-1727,-5 0 1,2 1 1776,-1 0 1,1 0-143,27 0 0,3 0-272,-11-3 1,-1-1 508,8-1 1,-2-1 22,-16 0 1,-5-2 21,2-7 219,-11-7-67,-13 8 543,1-14-190,-14 14 5,-3-5-279,-1 8 3163,-2 2-3131,1 5 982,1 1-1502,0 4 132,1 8 86,0 13-10,1 15-18,5 13-451,7 8 185,-1-27 0,1 0-375,2-1 0,1 0-2361,15 22-6795,-1-11 8721,-8-16 0,-8-13 0,-9-9 0</inkml:trace>
  <inkml:trace contextRef="#ctx0" brushRef="#br0" timeOffset="29208">13011 10592 22004,'3'22'-2458,"-5"-10"0,20 11 1,-13-16-1</inkml:trace>
  <inkml:trace contextRef="#ctx0" brushRef="#br0" timeOffset="29574">13732 10853 24872,'-44'-16'51,"1"-1"1,0 0 0,-18-3 0,6 12-66,22 23 0,5 8-2827,-1 8 0,4 2 2841,-5 13 0,9 11 1296,32-4-1285,10-9 3,-3-15 0,5-3 20,29 8-1,-22-23 1,1-2 117,29 0 57,-7-16 39,-13-12-18,-14-13-33,-15-10-28,-17-9 767,-4 8-882,-6 7 0,-4 1-14,-9-14-20,8 16 1,-1 1-8,-6-10 3283,7 16-3614,9 10-398,7 10-1054,6 12-3046,11 9 4817,3 7 0,-1-6 0,-4-5 0</inkml:trace>
  <inkml:trace contextRef="#ctx0" brushRef="#br0" timeOffset="29899">14081 10913 20515,'0'-4'3680,"0"0"-2656,0 4-1007,-5 11 0,6 16-11,3 26-6,4-10 0,8 12 16,-7-31 24,-1-2 576,-3-11-22,0-13-337,6-10-212,0-4 2,7-9 1,3-3 14,17-18-139,-9 12 1,1 0 112,-3 8 1,0 3 13,25-11-78,-1 16-61,-4 22 50,-10 9-664,-11 22 0,-4 6-877,-5 7 916,-5 14 1,-5-2 0,-8-24-1,-5 17 1</inkml:trace>
  <inkml:trace contextRef="#ctx0" brushRef="#br0" timeOffset="135103">1464 14368 20985,'14'-29'343,"-1"-1"1,17 0-1,5 7-764,-1 15 0,4 5 152,8-1 0,5 0 1,-4 2-155,-6 4 0,-1 2-120,13 3 0,-8 6-102,-17 27 583,-49 19 79,6-32 0,-7 0-637,-12 7 0,-9 3 0,0-2 794,8-7 0,0-2 0,-2 2 17,-2 2 1,-2 1 0,-1 0 0,3-3-6,2-1 0,3-3 1,-3 1 113,-14 11 1,-3 2-1,8-5-289,16-11 1,1 0-43,-23 17 0,11-3 42,36-18 57,28-8-82,7-15 0,5-6-458,18-7 1,4-4 465,-11 2 1,3-2-1,0-2 13,4-1 1,1-3 0,-1 0 29,-1-1 1,0-1 0,-3-1 3,-4 1 0,-1-1 1,-3-1 36,-7 2 0,-3-1 1,-3 2 16,2-4 0,-6-1 487,-7-4 1,-10 1-146,-19-4-17,-18-12 45,-19 22 33,-3 6-274,14 10 196,7 1 1092,19 6-1479,9 3 1911,18 1-1928,21 9 1,18 7-28,-21 0 0,0 3-705,1 5 0,-3 1 526,16 22-1014,-30 3 0,-8 4-1334,-13 10 1944,-6-6 1,-3-3 0,-4-16 0,-2-1 0</inkml:trace>
  <inkml:trace contextRef="#ctx0" brushRef="#br0" timeOffset="135855">4145 14458 17970,'0'-10'4527,"0"2"-3688,6-27 1,2-2-477,-5 18-371,6-23 0,-5 11-22,-11 41-30,-5 11 8,-10 18-285,0 14 280,5 5-186,8 3 248,15-7 6,13-7 23,14-13 33,12-15 68,6-15-40,-9-10 123,5-16 157,-11-20-117,-5-5-59,-17 12 0,-4 1-59,-3-5 118,-5-6-101,-5 31 36,-1 5-204,-3 19-12,-1 14 12,3 3-6,2 15-11,11-6 12,20 15 10,-2-18 11,-1-13 1,4-5 22,33-2-17,-12-4 6,-15-8 0,-1-5 45,-1-11 22,3-13-12,-12-11-44,-10 3 40,-6-26-18,-9 17-5,-3-18-17,-5 20-28,-2 10-151,2 13-415,3 9-650,3 16-1249,2 12-2990,7 13 4607,2 1 0,-1-9 0,0-11 0</inkml:trace>
  <inkml:trace contextRef="#ctx0" brushRef="#br0" timeOffset="136203">5347 14393 20218,'0'-3'3764,"0"1"-3311,0 2-425,-10 16 28,15-7 73,-2 10 50,23-15 6,7-11 39,1-8 1,-2-10-12,-7-7-29,-8-4-27,-7-2 11,-7-1 23,-7 3-91,-1 11 158,-11 4-174,-4 15-22,-15 10-6,-10 16-51,4 5-2,10 0 0,1 4-376,0 15 322,9-13 1,7 3-364,16 20-976,26-3-893,0-27 1,3-2 1626,3-3 0,-2-3 0,16 4 1,-18-9-1</inkml:trace>
  <inkml:trace contextRef="#ctx0" brushRef="#br0" timeOffset="136801">7592 14373 20901,'8'-43'1027,"0"0"1,0-1 0,3-14 0,-3 10-512,-6 26-286,-1 11-219,-5 3-22,-4 23 33,-11 20-16,0 7-6,0 2 0,0 4 0,7-13 0,2 0-159,-5 14 0,5 1 150,8-15 1,6-2 19,16 19 0,20-15 12,15-16-18,-23-15 1,1-4 10,1-5 1,0-3 11,-2-2 0,-1-4 45,21-23-1637,-27 5 0,-4-1 1609,7-14-12,-13 10 1,-3-2 34,2-10 4,-1-5 12,-5 13-50,-4 15-84,-6 13-98,0 6-535,-2 9 2484,2 9-3403,0 2 754,25 23 0,-17-25 0,17 12 0</inkml:trace>
  <inkml:trace contextRef="#ctx0" brushRef="#br0" timeOffset="137252">8751 14101 20834,'0'-6'3422,"0"2"-7642,0 4 4225,-28-36 1427,12 43-1421,-23-19-17,25 52 12,6 4-45,16 12-17,6-12 898,7-1-903,6-12-46,-4-9-269,8 5-598,-13-9 397,-7-4 2064,-22-8-2830,-5-6-1817,-26-7 237,-13-16 2811,11-1 173,-3-11 1322,28-25-480,11 29 1460,5-32-67,8 42-83,0-2-1412,-3 11-465,-2 4-190,0 7-6,0 17 0,1 6-28,-1 23-62,-2 7-78,-6 9-115,1-27 0,-1-1-293,-8 20-3428,3-11 0,0 0 3864,1 4 0,-2 7 0,11-35 0</inkml:trace>
  <inkml:trace contextRef="#ctx0" brushRef="#br0" timeOffset="137651">9147 14210 21915,'0'-4'3248,"0"1"-2704,0 3-527,-65 10-34,37 14 14,-8-14 1,3 2 13,22 25-28,27-13 34,6-3-6,21-6-17,3-19 40,2-12 11,-10-3 39,-14-2 0,-2-4 33,3-15-47,-9 9 0,-3-1 121,0-22 100,-8 7-123,-6 15 185,-13 6-292,2 19 7,-20-1-12,-9 21-45,7-2-22,-15 22-12,17 14-10,5 6-46,7 3-716,24-13 0,8-1-343,6-2-1424,7 1 0,4-3 2562,13-7 0,-6-6 0,-16-12 0</inkml:trace>
  <inkml:trace contextRef="#ctx0" brushRef="#br0" timeOffset="138328">11287 13962 25158,'-16'-25'-6,"-2"27"6,9 26 0,4 10-5,-7 18 5,2-4 0,0-1-625,-2 8 630,2-19 1,0 0 209,-6 11-148,1-17 286,6-14-39,2-13-118,0-26-174,2 1 57,-2-39-46,4 17-87,7-11 0,3-5 132,0 16 1,1-1 50,4-17 0,2 0 8,-3 17 0,0 2-42,-1 5 0,0 2-5,5-20-79,0 11-50,6 12-11,13 10 27,1 10-1599,-4 9 1,3 6 1601,11 10 1,2 6-1,1 2 1,1 3-183,-11-3 1,0 3-1,-3 0 101,5 10 1,-4 1-124,-7 0 0,-5 0-295,-6-1 1,-5 0-439,1 22-3687,-15-19 1,-2-2 4643,-5 2 0,-1 4 0,4-30 0</inkml:trace>
  <inkml:trace contextRef="#ctx0" brushRef="#br0" timeOffset="138486">11269 14214 24374,'39'-30'-770,"1"0"0,0 0 1,1 1-1,1 2 1,3 6 769,4 9 0,3 4 0,-5 2 0,-4-1 0,-3 1 0,-4 1 0,-1 0 0</inkml:trace>
  <inkml:trace contextRef="#ctx0" brushRef="#br0" timeOffset="139162">12679 14229 15821,'3'-7'3077,"6"-23"1,-1-8-1946,-3-5-963,2-3 0,-2-2 481,-15-7-180,-11 9-139,-11 8-135,-11 12-61,-6 12-51,-3 13-56,-2 16-6,0 16-2010,21-3 0,2 3 1988,-10 14-17,15-10 1,5 1 840,9 10-874,11 6 5,23-11 56,5-24 0,3-5 12,17 3 27,-9-13 1,0-4 184,12-11 140,6-9 67,-15-6 105,-15 0-177,-12 0-269,-8 11 134,-4 0-185,-2 13 3337,0 1-3460,-1 4-62,1 12 135,-1 1-22,0 28 16,1 9-521,2-14 1,2 3 464,0 5 0,2 2-149,0-4 0,0 3 1,-1-2 36,2 3 0,-2 0-50,-3-1 0,-2 2 0,-5-4-54,-7-2 1,-5-3-391,-6 8 1,-6-3-414,-3-10 0,-4-6-3835,-4-12 1,0-7 2498,-8-2 1,10-15-1,32 3 1</inkml:trace>
  <inkml:trace contextRef="#ctx0" brushRef="#br0" timeOffset="139701">13272 13913 15748,'2'-3'7047,"0"2"-4779,-2 1-2033,-24-24-162,11 18 106,-38-16-111,19 27-29,-17 6-34,16 1-5,-5 6-22,12-1 5,6 3 17,7 3-11,19-2 11,1-1 39,19 4 23,8-4-3337,25 3 3303,-19-10 224,6-2-39,-36-9 330,0 0 12,-9-2-191,0-4-207,2-12 3296,2-2-3419,0-4 89,-1 5 0,-2 11-39,-1 1-50,-1 4-365,0 1 275,1 5 45,3 9 34,11 28-18,-2-6-19,4 7 0,-1 1-8,1 1 5,-2-1 0,-1 3-25,-6-14 0,-3 1-213,1 19 1,-3 1-130,-6-7 0,-3-2 118,1-1 0,-4-2-502,-10-4 1,-5-6-1036,1-11 0,-4-4 1803,-12 3 0,0-4 0,-5 0 0,2-12 0</inkml:trace>
  <inkml:trace contextRef="#ctx0" brushRef="#br0" timeOffset="141585">13693 13854 25472,'-12'4'-28,"9"10"28,27 34 0,-3-11 0,5 11 6,-7 4-1,-10-9 51,-5 13-17,-10-27 269,-14-8-11,4-20-196,-3-4 179,1-30-218,11 10 22,-2-28-45,19 3-101,6 1-184,17 0-437,9 20 139,-3 10-1080,21 3-457,-25 10 0,0 2 249,24-3-2229,-13 3 1,-2 3-92,-3 3 4152,6 1 0,-27 4 4039,-15-3 3701,-14 3-4698,-6-1-1205,-9-1-683,4 0-324,7-3-236,3 1-398,8-4 56,6 0 44,12-1-177,5-2-7,28-3-59,-16-2 0,1-1 31,-1-1 0,0-1-317,2-3 0,-3-2 334,1-7 218,-3-16-67,-18 12-45,-1-10-73,-28 10-122,2 12 16,-27 0-23,16 11 73,-6 6 1,-1 1-57,4 2-5,-20 7 6,21 12-18,7 3 1,-5 17-40,14 1-67,16 3-279,20-1-68,-2-23 0,4-3-643,7 0 1,4-2-230,4-1 1,2-3-524,3-3 1,1-3-880,0-3 0,0-2-625,0-5 1,1-4 3346,10-5 0,-2-2 0,-17 2 0,-1-2 0,11-6 0,-3-3 4475,3-9-1686,-21 10 1,-1-2 963,18-19-1031,-12 2-947,-13 1-1159,-10 12 476,-21-13-693,-7 15-125,-21-7-95,-12 16-67,-11 6-376,-1 12 264,7 8 385,14 10-391,15-1 67,9 21-78,14-13-34,9 13-33,11-12 338,10-7-299,-3-8 213,10-5-6,-12-9 68,9-7 89,-9-6 62,-3-6-29,-4-2-83,-6 2-168,-4 6 50,-2 2-117,-1 6-303,-1 2 230,2 20 39,0-3 0,2 17 0,0 5-9,0-5 1,-1 2-545,3 20 0,0 4 253,-2 1 0,0 1-508,-2-16 1,0 1 0,-1 0 207,1 1 1,-2 0 0,0-1 95,-3 16 0,-4-3 613,-4-11 1,-2-6 69,-9 4 78,-14-33-145,8-33-50,-9-24-45,17 10 0,2-4-268,0-9 1,5-3 247,2-7 1,6 0-40,7-1 0,5 2 304,-1 13 0,5 2-688,15-8 0,6 5-269,-5 18 1,2 2-872,14-10 1,4 1 271,-1 11 0,2 3 137,6 0 0,-1 2 762,-10 3 1,1 1 248,-1 1 0,3 0 1,-3 0 607,1-1 0,-1 0-62,8-2 1,0 0 1447,-10 1 0,-6 0 763,-6 1-897,3-4 593,-26 8-1680,-11 2 168,-7-2-476,-9 2-2277,-18 4 2003,9 4-98,-20 12 81,12 10-17,-11 14-201,25-15 1,1 1 173,-10 16-88,7 14 70,21-20 3172,10 9-3082,14-19 218,10-11-45,6-11 686,2-13-529,-1-9-5,-4-10-3196,-4-14 2944,-13 12 106,-4-14-28,-9 19-11,-2-2-34,-1 9-100,0 10-73,-1 7 3128,1 4-3150,1 9 33,1 21-6,8 7-33,14 16-268,21-8 295,-15-24 1,3-2-3,3-3 0,2-3 25,-4-2 1,0-3 16,23-3 11,-13-15 11,-9-12-27,-5-21-18,-16 12 1,-1-3-855,-1-8 0,-1-4 854,0-9 1,-2-2 13,0-4 1,0-1-372,-1 0 0,-1 1 372,-2 5 0,-2 2 5,-2 7 0,-3 3 14,-1 9 0,-3 3 23,-12-15-34,1 18-22,4 17-23,3 11 6,-7 29 11,5-1 523,-1 6 0,2 6-532,6 0 1,1 2 9,1 15 0,2 3-85,4-16 0,2 2 0,2 0-111,1 0 1,2 0 0,2 1-226,5 4 0,1 1 0,1-2-346,-2-7 1,0-2 0,0-1-1095,6 14 1,-1-6 1859,3 11 0,-17-37 0,-4-10 0</inkml:trace>
  <inkml:trace contextRef="#ctx0" brushRef="#br0" timeOffset="142144">16095 13623 17844,'-7'-3'6161,"2"0"-5535,5 3-693,0 0 67,-11-25-202,46 23-333,14-5 1,6 2 422,-11 8 0,2 3-191,-1-1 0,3-1 0,-5-1 252,-7-1 1,-3-2 61,25-2 75,3-5 105,-15-8-6,-19-3 83,-9-3-111,-13 5 235,-7-4 62,-9 6 100,-20-2-414,4 7-22,-5 7 0,0 2-107,2 6 767,-24 11-778,25 20-5,9-10 5,9 14-23,26-16 23,14 1-3,1-9 1,2-1 7,13 3 43,-7-9 0,-1-5 47,-1-10-22,6-2 240,-9-22-190,-17 11 118,5-22 78,-17 1-117,-7 0-112,-5 2 83,-29 7-117,13 17 34,-30-4-23,17 13-17,-16 11-50,12 8-660,-1 16 648,20-1-21,2 20-6,16 0-73,12-8 0,8 2-488,11 2 1,5-1-1230,6 2 0,2-4-1059,-2-8 1,0-3 2887,-5-7 0,-4-5 0,-6-3 0,-1-2 0</inkml:trace>
  <inkml:trace contextRef="#ctx0" brushRef="#br0" timeOffset="145289">18161 13407 23030,'3'-9'157,"0"18"-124,-2 54-11,-1-29 1,0-1-6,-3 20 25,-2-18 0,-2-2 81,-8 6 62,-9 8 151,1-26 45,2-12-113,5-19-66,3-14-34,5-19-50,3-15-85,5 23 1,2-2-103,2-2 0,2-1 150,2 0 1,2 0-253,3 2 1,1 1 237,2 5 0,1 2 17,20-21-61,-7 19 16,23 3-34,-8 19-2,-11 6 0,1 3-14,-2 6 0,-2 4 16,1 5 1,-2 3-1,0 6 1,-4 2-6,12 20 8,-20-7 1,-4 2-226,-5 17 220,-7-17 0,-3-1 246,-12 17-232,-8-12 526,1-14-414,4-14 33,5-15-50,4-17 183,4-17-239,3-16 17,10-9 11,7-1 11,8 8-16,0 12-68,-2 12-39,-4 10 11,2 8 12,8 5-18,8 10 34,12 10-231,-20-3 1,-1 2 219,3 3 0,-1 1-6,0 0 1,1 1 5,-2-1 0,-1-1 11,25 14-52,-8-8 64,-8-9 38,-5-13-38,-12-8 49,6-17 1,-5-8-1492,-6 1 1,0-3 1451,6-15-1129,-8 12 1,-1-1 1184,-1-8 1,-2-5 45,-4 14-40,-10 10-73,-5 10 2244,-15 9-2277,-2 12 3377,0 5-3361,-2 18 41,10 6-58,0 16 6,13-15 1,4 1-12,10 26-355,6-3 344,24-13 44,9-18-24,-12-13 0,3-2-1,4-3 1,3-5 13,11-8 1,0-5-283,-17 3 1,-1-3 284,13-10 1,-4-5-4,-20 2 1,-3-2 5,6-9 1,-1-5-1554,2-15 0,-3-3 1547,-10 16 1,-1-2 5,3-19 1,-3-1-216,-11 22 0,-3 0 218,0-7 0,-3 0 16,-4 5 1,-5 2-14,-1 6 0,-4 2 264,-20-20-264,10 23 340,4 10-380,13 17 3165,2 15-3148,-1 17 0,3 7 1,1 5 143,-1-10 1,2 1-120,2 24 1,4 5-56,3-4 0,2-1-296,-2-10 1,1 2 204,2 1 0,1 4 0,-2-7 15,-3-17 0,0 0-202,0 10 1,2 5-1,-3-7-195,-1 9 172,-2-13 1,0-2-2537,-3 4 1086,-3-19-599,-12-14 1708,-6-27 617,-5-11 391,-10-15 672,4 4 141,9 12 0,-1-1-465,5 8 0,0 0-126,0-1 1,1 1-167,-2-3 787,4-1-893,11 9-224,13-8-73,22 2 6,7 3-561,1 10 0,10-1 0,-4 2 569,-10 2 1,1 1-10,15-4 1,6-2 0,-5 0 14,-8 2 0,-3-1 8,8-6 0,0-2-1300,-7-1 1,-4-2 1308,-10 5 0,-3-1 22,1-13 0,-4-1 71,-2-10 13,-8 14 0,-3 2 238,-8-4 118,-6 12-414,0 12-63,0 7 1131,3 14-1063,-3 28-40,0 15-28,2-13 1,1 3 0,0-1 0,0 0-6,-2 3 0,-1-2 1477,2-9 1,-2-1-1467,-3 4 0,-2-1 3,-2-4 0,-1-1-6,2-2 1,0-1-9,-9 15 85,14-26 150,6-16 45,11-14-218,6-8 5,22-28-33,-9 13 5,6-8 45,-10 16-17,6-1-50,-1 4 422,2 5-461,-6 12 22,-6 4-34,9 5-33,5 13 17,-4-2-68,-4 4 1,1 2-158,10 5 110,-9-7 0,2 0-132,25 4 95,2-9 152,-2-8 95,2-17 11,-14-6-34,-7-5 51,-11-6-17,-12 11 95,5-15 174,-5 1-84,-2 3-23,-4 3-95,-5 15-123,-2 8-61,-2 5 38,-1 3 74,-13 24-46,2 2-21,-3 19-1,10-2-6,8-12-61,19 14 68,2-22-7,12 7 40,-7-21 33,-2-8 29,-1-13-29,-6-2 107,9-27-95,-10 0-23,-4 7 0,-2-1 34,1-23-28,-6 10 89,-12-13-84,-8 23-44,-22-13 0,10 26-12,-15 7-33,16 18 5,0 2-319,-3 24-218,16 1-358,1 19-640,20-2-801,15 4 835,-2-27 1,2-1-896,21 14-713,-9-18 1,4-3 2489,3-3 0,-2-3 1,2 4-1,-4-6 0</inkml:trace>
  <inkml:trace contextRef="#ctx0" brushRef="#br0" timeOffset="145682">22011 13255 19508,'29'-33'1047,"0"-1"1,0 1-1,11-13 1,-14 8-285,-29 16-415,-27 6-44,-11 13-251,0 6 0,-1 3-19,-13 5-20,17 2 0,2 1 86,8 1-100,-7 17 270,23-10-259,4 9-33,21-9 33,27-2 6,-4-9-20,-4-5 0,3-4 20,13-7 17,11-8 11,-8-15 5,-9-13 0,-13 0 48,-12-4 0,-3-5-633,-6 8 0,-2-1 598,-1 1 0,1-2 1,-2 0 76,0-10 0,-3 1-1467,-1 5 1,-1 3 1488,-2-18 186,-5 3-186,2 36-106,-1-3-50,4 21 779,1 11-785,1 3 0,-1 41-11,1-11 475,1 0 1,1 9 0,0-1-1006,2 9 1,0 2-1906,-1-1 0,0 5 1,0-3 2445,0-10 0,0-3 0,0-2 0,-1 2 0,1-6 0,-2 8 0</inkml:trace>
  <inkml:trace contextRef="#ctx0" brushRef="#br0" timeOffset="148106">24870 12886 17848,'4'-51'1695,"-1"-1"1,1 2 0,0 6-946,0 3-274,-1 10-364,-3 22-252,0 7 246,-16 38 1,-7 12-586,1-4 1,-1 4 489,-1 1 0,1 0-6,4-9 1,1 1-1,-1 4 1,5 0-174,7-9 1,4-1 175,2-2 1,4-1 13,15 21 85,14-33-23,-5-13 190,27-31-106,-10-8-650,-10 5 1,-1-2 572,10-15 35,-16 10 0,-3-2 893,2-11-924,-9 15 1,-2 1 5,-4 0 424,-5 10-519,-5 15-23,-3 7 23,-1 6-1,-20 42 1,11-19 659,-1-2 1,2 3-671,8 20 5,12-12-12,12 12 18,5-26 16,30-7-22,-25-15 22,6-8 1,2-5 11,5-18-4,-12 5 1,-2-3 5,-7-1 1,-4-3-1688,-2 0 0,-2 0 1724,3-19 62,-6-11-63,-10 27-21,-3-8-46,-2 24-16,-3 6-230,1 8 3183,-1 6-3306,1 4-2748,-4 23-5772,7 0 8884,2 9 0,2-18 0,3-9 0</inkml:trace>
  <inkml:trace contextRef="#ctx0" brushRef="#br0" timeOffset="148691">25812 12728 21635,'16'-47'721,"1"-1"0,-1 0 0,4-12 0,-1 9 52,2 14-526,-12 23-191,2-1-39,-9 15 50,0 15 17,-5 34-65,0-17 1,-3 3-612,-3 14 0,-3 3 606,-5-1 0,-1-2-3,3-8 1,-1-1-74,-3 6 0,0-1 78,6-11 1,1-2-11,-10 25-2899,9-14 2949,10-32 100,9-11-16,10-13 689,3-3-781,8-5 0,2-2 41,14-12-257,-11 11 1,-1 0 189,3-3 3142,-2 6-3164,-21 15 0,8 4-28,-9 13 33,7 9 1,-4 2-1,13 13-5,-11-18 819,22 13-813,-10-20 5,13 1-17,-5-14-5,0-9 39,-4-10 84,-3-10-5,-6-5 21,-8-4 85,-6 5 129,-5 3-163,-4 14-129,0 6-22,0 9-123,0 3 62,-2 18-1,0 6 6,-1 10-134,2 11-426,1-1-812,4 11-2371,1 0 3771,3-10 0,-2-18 0,-2-12 0</inkml:trace>
  <inkml:trace contextRef="#ctx0" brushRef="#br0" timeOffset="148865">26755 12642 24413,'-26'-55'-3999,"10"31"3999,27 59 0,-4-6 0,4-5 0</inkml:trace>
  <inkml:trace contextRef="#ctx0" brushRef="#br0" timeOffset="149089">27219 12857 20033,'0'-4'4005,"0"1"-3277,0 3-527,-61-26-55,12 29-634,-1-9 1,-3 4 498,16 15 0,3 8-11,1 0 0,1 3-122,4 3 0,2 3 4,2 2 1,2 3-345,2 3 0,3 2-1037,2 2 1,2 1-3235,3 1 0,4-1 4368,3-6 0,2-3 0,0 10 1,6-24-1</inkml:trace>
  <inkml:trace contextRef="#ctx0" brushRef="#br0" timeOffset="149858">27146 13000 7638,'0'-5'4357,"0"0"5473,0 5-8418,-28-44-846,-5 32-415,6-11 0,-1 3-39,-16 22 56,-5 10-22,3 9-2180,1 7 1,-1 3 2049,18-11 1,1 1 14,-17 18 0,4 3 200,21-14 1,5-1-226,-16 28-66,20-23 0,5 0 127,14 12 1,22 4-40,-3-30 0,7-5 5,23-5 1,3-7-554,-16-1 1,0-4 480,1-2 0,2-3 0,-3-2-283,0-4 0,-2-3-180,10-6 1,0-2 501,-3-4 0,-5 1 0,5-5 0,-13 3 0</inkml:trace>
  <inkml:trace contextRef="#ctx0" brushRef="#br0" timeOffset="150542">27802 12913 17176,'3'-10'2330,"8"-30"0,2-9-1299,1-5-1241,-1 2 0,1-1 683,-5 19 0,-1 4 626,3-14-180,6-10-718,-8 23 249,2 5-411,-10 22-61,2 0 5,-2 17 39,0 0-16,1 16 0,-3 6 10,-2-2 1,-3 1-907,-4 19 1,-1 2 897,-1-16 0,-1 1-5,-11 18 0,-1-1 0,10-23 0,1-1-1,-5 7 1,3-1-14,-1 5 50,12-26 101,1-4-28,4-10 135,11-20-180,9-8-34,20-23-13,-16 22 0,2-2 13,12-7 1,0 2-15,-13 11 1,0 2-12,3-2 1,-2 4-15,-7 11-11,0 9 2338,5 12-2326,-2 2-60,0 6 1,0 1-166,3 4-952,2 5 0,1 2-6956,4 4 7290,7 9 0,-21-26 0,-8-12 0</inkml:trace>
  <inkml:trace contextRef="#ctx0" brushRef="#br0" timeOffset="151933">29427 13022 11889,'0'-3'6301,"0"0"-1657,0 3-3692,-11-68 95,7 41-918,-1-11 0,-1 3 218,5 23-223,0 10-136,-1 2 24,-3 9 16,0 2 33,-13 31-22,5-5-39,-3 18-28,11-14 40,15-8-7,11-9 12,3-9 45,29-10-40,-23-7 28,31-11 6,-31 0 104,1-8 0,-1-5-15,-1-17-103,-7 8 0,-3-3-100,-12 6 0,-3 0 117,-1-1 0,-2 0 2,-3-15 141,-11-11-68,-1 30-27,-7-7-51,6 21-34,6 8-67,4 6 34,4 4 183,0 14-205,8 5 33,11 11-17,19-3 6,20-4-167,-23-14 1,2-3 177,1-2 0,1-1 11,-3-2 0,-2-2 12,22-5-35,-17-5 52,-15-4 32,-10-4-49,-8 3 61,-2-9-6,-3 6 417,0-6-349,-2 6-124,2 8 6,-2 2-67,2 5-17,0 1 22,-1 4 23,1 7-34,-1 21-5,1-5-292,0 27-582,4-10-723,5 13-750,10-4-638,10-11-579,10-17 601,5-15 2223,-1-16 1283,-11-3 3047,-2-16-684,-20 7-497,0-10-628,-12 9-561,-4 1-397,-3 4-196,0 4-140,2 2-174,3 3-139,3 2-68,1 1-17,7-1-17,6-2 1,12-4-12,9-1-6,3-2 35,-2-3 44,-6 1 44,-9-4 29,-7-1 78,-6-5-167,-5 6 32,-9-6 12,-12 7-84,2 3 12,-15 1-7,9 10-27,-8 4-17,0 11-12,0 10 18,0 12-12,6 12-134,7 8-359,8 7-305,9-28 1,3-1-872,5 1 0,3-1-1456,12 15 3142,6-21 0,0-4 0,-7-7 0,16 2 0</inkml:trace>
  <inkml:trace contextRef="#ctx0" brushRef="#br0" timeOffset="152416">31098 12869 17357,'14'-44'969,"1"0"0,-3 4 0,-6 6-2918,-17 10 2162,-1 10 1555,-7 2-1651,3 9 922,-10 8-938,-7 6 11,-18 19-78,4 5-23,4 1-22,13 7 11,15-5-17,2 11-39,13 7-11,13-14 16,3-5-38,15-13-18,3-12 23,16-3 67,-14-10 0,0-3 17,14-4 14,-13-2 0,-2-3 43,7-11 38,10-11 39,-8-2 57,-9 1 823,-10 3-717,-10 6 3375,-6 3-3404,-4 5-27,-2 0 134,0 2-335,-2 7 4,0 1-55,-1 9-73,0 0 56,0 9 45,-1 8-51,-3 28 1,0-9-264,-3 25-4512,0-9 3851,2-9-8873,3 15 8791,4-40 1,1 5 0,-2-20-1</inkml:trace>
  <inkml:trace contextRef="#ctx0" brushRef="#br0" timeOffset="152623">31633 12690 20599,'-2'-8'3349,"0"3"-2626,2 5-96,0 0-1221,-4-55-2475,22 58 773,-11-45-1906,20 70 4202,-12-5 0,-8-11 0,0 0 0</inkml:trace>
  <inkml:trace contextRef="#ctx0" brushRef="#br0" timeOffset="153055">31757 12812 19820,'-9'1'4431,"2"1"-3608,7-2 34,0 0-246,-12-45-219,8 28-247,-9-31-122,13 41 5,0 4-152,0 2 68,2 5 84,6 9-16,2 3 10,9 18-39,-5 1 17,2 21 28,-7 1-17,0-4-22,-3-15 6,2-16-12,10-2 34,7-8-12,-1 0 23,9-13-5,-13-10-7,11-22 7,-12 5-1,1-12 45,-4-7-50,-7 18 6,4-28-29,-10 38-117,1-14-448,-2 21-774,4-2-1046,5 7-1587,9 4 3978,13 6 0,-15-2 0,3 3 0</inkml:trace>
  <inkml:trace contextRef="#ctx0" brushRef="#br0" timeOffset="153831">32222 12849 25348,'47'-28'90,"-19"12"0,1 0-68,7-1 46,11-9 10,-26 5 6,2-6 17,-10 2-28,-6 7-12,-4 3 141,-16 2-135,-4 5 0,-15-1-16,0 8-40,0 6-11,9 2 0,-12 28-11,21-13 11,-15 32 5,21-15-16,2 11 11,13-1 28,18 3-22,-2-20-1,25 4 1,-5-22-200,19-2 182,-11-6 4,-19-7 0,0-2 8,28-11 16,-2-4-583,0-7 595,-30 8 78,-9-2 51,-13 2 126,-5-1-233,-4 0-11,-2 6 51,1 1 596,2 1-619,1 0 1,4-1-1,0 0 6,2 2-23,0 1-22,-3 3 56,1-2-62,-1-1 1,0-4 16,-1-3-5,0-2-23,0 2 50,1-8-44,0 11 67,-1-13-50,-1 11 11,-1-6-40,-3 4 29,-2 2-23,-1 4 28,-3 1-5,5 5-23,-2 1-17,6 2-111,1 1 89,4 10-11,5 13 39,3 6 28,15 23-6,-7-20 0,1 1-11,0 0 1,1 1-182,2 4 0,-1-1 91,4 16-469,-15-4-1828,-24-4-2983,-10-10 5359,-24-2 0,25-20 0,-3-2 0</inkml:trace>
  <inkml:trace contextRef="#ctx0" brushRef="#br0" timeOffset="155242">31501 13023 9178,'7'-10'5019,"-1"3"-1614,-6 7-67,0 0-2083,1-19-655,-1 12-360,1-14-44,-1 18 241,0 1-302,0 1-91,7 2-4,-2 0 32,13 1 7,-1-1 33,7-1 185,15-14-225,-15 6 24,8-12 156,-16 4 44,-3-1 7,-2-5-28,-9-2-152,-10 6-50,-10-1-34,-2 9 23,-9 3-1,5 3-10,-3 2-63,10 1 7,7 4 16,7 9-5,2 12 38,3 33-44,6-1-196,1-6 0,1-1-527,3 3 723,-1-12 0,-1-4 0,-5-20 0,1 6 0</inkml:trace>
  <inkml:trace contextRef="#ctx0" brushRef="#br0" timeOffset="157558">5899 15957 16751,'0'-6'5242,"1"0"-4802,-4-27 0,-4-7 170,-6 11-414,2-14 0,-3 3-44,-15 26-147,3 8-27,-22 18-1,6 11-150,11-3 0,0 4 150,3 3 1,4 1-20,1 2 0,3 2 5,3-2 1,4 1 3,-2 27 22,18-7 33,15-6 6,7-13 80,21-1-94,-12-20 0,2-1-17,0-1 0,2 1-236,5-2 1,-2-2 215,5 2 1,-17-3 78,-28 9 210,-24 6-255,-29 13-11,14-14 0,-3-1-416,-4 0 0,-1 0 346,-2-2 0,2-2 8,11-4 1,1-1-457,-10 0 0,2-3-6638,-8-3 7156,-3-2 0,30-3 0,19-2 0</inkml:trace>
  <inkml:trace contextRef="#ctx0" brushRef="#br0" timeOffset="158332">6411 15643 24883,'1'53'-30,"0"0"0,2 0 1,1-3-81,4-8 1,0-1-842,0 3 0,-2 0 425,-1 0 0,-2-2 234,0-9 1,-3 0-1093,-2 7 1,-1-1-2162,-3 2-1276,-4 8 469,5-32 3892,3-13 577,-1-23 1910,-7-5 1334,-9-16 1055,-8 4-1481,-3 1-3481,-8-1 1167,15 13 808,-7-11-1289,26 17-157,26-18 17,5 17-6,6 2 1,5 1-9,-3 3 0,-1 1-231,0 0 1,2-1 236,11-2 0,1-1 13,-2 0 1,1 0 5,9-4 0,0-1 28,-11 4 1,-5 1 63,-6 2 1,-8 2 193,-12 2-34,-22 5 2976,-3 4-2998,-27 7 34,-4 8-130,-4 3-14,10 2 1,0 3-464,-10 12 340,16-10 0,2 1-19,-2 15 685,16-4-668,12-11-6,24 1 11,13-18-16,27 0-321,-28-12 1,0-3 378,2-2 0,-1-2 70,-1-4 1,-3-1 686,22-18-290,-16-3-94,-15 2-258,-11 9 174,-9-8-158,-4 16-66,-1-5-17,-2 13 650,2 5-779,0 3 0,0 3 11,1 4-11,-8 22 34,1 3-34,-2 18-84,6-2-34,4-11-1596,11-3 1,4-2-4398,3-3 5460,2 0 1,1-4-1,-8-14 1,1-1 0</inkml:trace>
  <inkml:trace contextRef="#ctx0" brushRef="#br0" timeOffset="159674">7542 15979 15961,'1'-5'4800,"1"0"-4151,7-23 1,1-7 477,-4 5-693,5-9 0,-5 1 58,-14 16-262,-11 10-107,-16 10-22,-13 16-73,18-1 0,-1 2-380,-2 6 1,-1 3 351,1 2 0,1 2-3,3-1 0,3 2-17,5-3 0,4-1-14,-2 17 62,38-8 11,-2-18 79,13-12 0,4-6 28,-1-5 27,19-9 247,-16-4 735,-5-1-768,1-6-82,-12 4-86,-8 5-40,-7 6-90,-3 6-195,-2 4 67,-4 21 67,-3 13-34,-5 29-11,2-3-3,2-4 1,1 4-695,2-14 1,1 3 617,1-3 1,-1 3 0,1-1-199,-1 15 0,2-1-64,-2 1 0,0 0-10,-3-3 1,-2-1 43,-2-6 0,-2-5 349,-1-10 1,-3-7 30,-14-2-56,2-41-37,14-18 1,4-7 13,3 8 1,1-2-399,1-28 0,4-4 345,9 13 0,4-1 14,-1 10 1,1-3 0,3 1-3,3 1 1,1 1-1,3 1 10,0 2 0,2 2 0,1 1-11,14-12 1,2 3 25,-1 6 0,2 3 13,-2 5 1,2 3-6,-3 4 1,-1 2 10,-2 5 0,-2 1 1194,25-10-1202,-14 11 277,-13 6-338,-15 6 145,-8 5 140,-7 6 89,-6 6-189,1-1 906,-3 3-946,4-8-23,1 2 18,2-2 44,4 1 118,9 3-40,5-4-94,3 0-3225,11-7 3241,-17-3 124,15-7 61,-15-4 23,2-6-74,-6-4 57,-5-7-129,-5 4-68,-4 1 3538,-5 3-3565,0 12 16,-8-3-61,-6 10-22,-7 8-7,-12 10-4,3 10 4,8 0 7,1 11-46,15 8 29,3-8-17,11 15 28,17-20-6,6-9 0,3-2 11,17 5-465,-4-11 1,2-4 442,19-6 39,-24-3 0,2-3-198,1-6 0,-2-2 210,11-8 19,-21 2 0,-3-3 148,0-23-112,-5 6 90,-6-21 146,-10 7-107,-2 3 782,-2 6-799,-1 19 434,1 13-546,-1 0-61,2 7-252,0 1 196,2 11 22,13 17-17,-1-1-151,5 7 1,1 4-819,2 20 265,-8-22 0,-4 2-2945,-11 8 0,-7 0 3035,-4-11 0,-2-1 0,-9 23 0,2-23 0</inkml:trace>
  <inkml:trace contextRef="#ctx0" brushRef="#br0" timeOffset="160574">10439 15753 25881,'-27'25'-140,"6"-6"-233,8 18 0,3 5-1099,-1 14-298,4-15 0,2 0 1381,14 20 1,-5-28-1,7-10 1</inkml:trace>
  <inkml:trace contextRef="#ctx0" brushRef="#br0" timeOffset="160758">10555 15615 20946,'-24'-43'-25,"0"-1"1,2 2 0,6 17-474,12 34-852,2 27 347,1-4-3808,0-1 0,1 2 4811,2 4 0,-1-4 0,1-16 0</inkml:trace>
  <inkml:trace contextRef="#ctx0" brushRef="#br0" timeOffset="161097">10976 15773 22884,'-19'47'35,"-1"0"1,3-4 0,2-2-3,6 12 29,5-10 95,2-14 319,2-13 520,0-10-121,0-9-511,4-11-68,4-15-150,1-2 50,4 1 0,1-1 73,8-11-202,-6 12 0,1 1-5,14-8-40,-6 13-5,25-1-3415,-6 15 3390,-11 3 0,3 2-43,-3 7 1,1 3-416,2 2 1,0 3-661,0 6 0,0 3 1126,1 7 0,-3 0 0,5 4 0,-10 1 0</inkml:trace>
  <inkml:trace contextRef="#ctx0" brushRef="#br0" timeOffset="162106">13599 15847 12729,'0'-8'4013,"1"-26"0,1-6-2371,2 0-1018,-2-4 1,0 0 260,0 7-365,-8 13-374,-1 12 0,-24 8-130,8 9 15,-14 10 1,-3 5-458,9 0 1,-1 2 425,-14 11 0,1 2-9,9-3 1,5 0-7,5-2 1,4 0-25,-5 24-34,25-6 62,10-19 6,23-6 5,5-19 16,16-10-1510,-17-6 0,0-2 1556,12-11 125,-16 4 1,-2-3-26,-1-14 0,3-11-22,-9-3 23,-6 5 139,-6 6-201,-5 17-23,-3 9-50,-2 13 3122,0 2-3183,0 4 499,-1 3-489,0 37-94,0-5-49,0-4 1,2 1-484,9 20-343,11-2 29,17-7 632,-7-27 1,3-4 246,15 3 67,-6-17 0,-1-6 96,-7-5 55,-4-3 1,-2-3 447,3-22-375,-7 6 208,-3-14 38,-13 17 12,-1-3-84,-2 8-140,-4 7-202,-1 9-246,-1 6 146,2 17 61,1-2-23,2 25-5,0-4 11,-2 11 12,-1-5 16,-5-5 17,1-12 134,-2-11 186,2-9-276,19-41-21,-6 16 16,6-10 0,2-1 17,1 5 28,0 1 0,1 1 28,14-7-129,-2-1-22,-2 15-6,-12 14 12,8 5-18,3 10-145,3 12-1260,1 28 84,-13-12 1344,-8-2 0,-2-2 0,-6-14 0,2 12 0</inkml:trace>
  <inkml:trace contextRef="#ctx0" brushRef="#br0" timeOffset="162691">15799 15786 26284,'5'-38'137,"0"0"0,3-23-305,-8 76 191,0-1-12,1 36 0,-1 8-8,0-17 0,-1 3-1713,-1 1 0,-2 2 1704,-1 8 1,-1-2 10,1-17 1,0-2-9,-2 7 0,-1-4 37,-2-9 78,-2-3 73,1-22-152,2-22 12,2-16 0,2-6 2977,-2-15-2983,3 2 0,2-5-535,1 8 0,1 1 613,0-2 1,-1 1-60,1 1 1,-1 1-20,-1 8 1,0 1-230,-2-19 173,2 26 1,1 0-175,17-26 68,10 25 11,25 13 94,-6 24 1,-10 7 1,1 7-10,-4 6 1,-1 5 253,9 7 1,0 6-390,-12-5 1,0 4-1,-2 0-862,5 12 1,-4 0 767,-3-2 0,-2 1-1325,-5 5 1,-3-3-1092,-1 0 2671,0-4 0,-1-4 0,-5-21 0,4 7 0</inkml:trace>
  <inkml:trace contextRef="#ctx0" brushRef="#br0" timeOffset="162898">15805 15938 21803,'49'-29'-1126,"-1"0"0,0 1 0,2 1 0,0 1 0,-2 7 216,8 10 0,1 4-1961,-2-1 0,3 0 1,-5 1 2870,-8 1 0,-2 0 0,9-1 0,-6 1 0,-13 1 0</inkml:trace>
  <inkml:trace contextRef="#ctx0" brushRef="#br0" timeOffset="163549">16749 15664 11053,'-6'-7'9662,"1"2"-7527,5 5 391,0 0-2123,-50-25-319,37 18-3323,-37-18 3043,51 25 190,9 6 22,1 1 7,31 29-34,-3 0-80,-11-8 0,0 2 46,-6-4 1,-3 1-163,8 26 32,-15-5 103,-16-8 72,-8-11 3493,-6-14-3230,-2-11-22,1-12-129,5-4 276,-1-24-388,9 5-100,2-18-102,15 8-106,14 1 61,5 10-403,8 9 1,3 4 38,7-2-116,-11 7 1,7-1 0,-4 1-653,-3 1 0,-2 1 289,17-4 1,-2-2-60,-15 5 1,-3-2 319,15-15 1328,-22 8 290,-20 1 332,-14 10 4132,-34-4-3477,13 5-454,-17-4-397,28 5-393,10 1-364,6 3 5,3 0 754,0 2-1061,9 1 106,22 14 34,-2 0-246,0 4 0,1 4 223,15 18-14,-18-13 0,-2-1-36,11 16-342,-12 15 190,-24-21 130,-9 14 94,-11-20 107,-2-11 118,6-10-62,5-11 380,5-10-480,2-2-30,8-26-167,11 7-207,17-17-488,16 13 12,-17 20 0,2 2-614,5 1 1,1 2-1799,2 0 0,0 1 3224,-5 2 0,-2 1 0,8-2 0,-20 5 0</inkml:trace>
  <inkml:trace contextRef="#ctx0" brushRef="#br0" timeOffset="163955">18041 15466 16549,'3'-8'5466,"0"2"-3891,-3 6 772,0 0-2190,-12-18-152,4 14-22,-25-12 6,14 19-34,-21 7 6,14 4-50,-3 6 33,11 6 33,8 4 1,8 4 16,4-7-67,11 11-11,5-14 0,12 8 28,0-16 107,-2-6 55,-3-10 57,-6-9 61,-4-8 11,-5-7-106,-4 3 307,-4-15-156,-5 10-22,-1-7-90,-2 14-90,1 8-100,1 7-68,2 3 23,-1 8 39,-2 8-17,1 12-67,1 9-156,10 4-427,8 2-1198,13-1-5562,5-3 7455,-3-10 0,-12-12 0,-9-9 0</inkml:trace>
  <inkml:trace contextRef="#ctx0" brushRef="#br0" timeOffset="164431">18411 15468 16286,'-3'-3'6492,"0"1"-2762,3 2-3568,-20-53-195,15 39-6,-17-33 61,19 64-22,0 13-22,0 13 10,4-6-16,16 19-11,6-22 6,16 8 44,6-20 101,-2-15 45,-2-13-45,-12-7 364,1-22-146,-12 5-22,5-11-174,-13 17 130,-2 6-208,-6 12-135,0 3 18,-3 14 89,-2 17 5,-2 23-28,0-15 1,0 4-499,-3 6 1,-1 3 363,-2 7 0,-1 2-963,3-14 0,0 1 0,-1-2 162,-1 13 0,-1 0 930,2-2 0,-1 3 0,3-10 0,-3 10 0,4-16 0,0 0 0</inkml:trace>
  <inkml:trace contextRef="#ctx0" brushRef="#br0" timeOffset="164632">19451 16003 26743,'0'-4'1540,"0"1"-1759,0 3 1,0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5T15:00:07.6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1513 1911 19109,'-55'-10'582,"-1"1"1,5-1-1,12 5-537,25 10-11,-2 7 33,-5 14-28,5 0 6,-2 31-45,12-11-14,4-11 0,3 0-25,7 11-12,14-5 1,4-3 33,1-2-238,6-1 1,2-3 220,7-7 12,4 2 72,-13-9 85,-16-8 223,-42 3 1,-12 0-320,-5 1-1092,-6 0 0,-10 4 1,6-4 1063,17-4 0,0-1 0,-7 2 0,-3 0 1,6-1 16,-6 0-370,-5 0-844,41-13-2813,18-14 3999,39-21 0,-19 14 0,10-4 0</inkml:trace>
  <inkml:trace contextRef="#ctx0" brushRef="#br0" timeOffset="383">1619 2215 24182,'35'-19'668,"0"26"-869,-28 23-137,7 10 175,5-13 0,5-3-28,11 4 118,-4-5 0,3-4 18,13-13 57,-1-14-37,-12-3 359,5-23 223,-21 5 100,3-14-22,-14 10 96,-5 8-138,-2 7-308,0 9-345,-2 5-213,-1 7 423,-2 10-45,-2 16-63,-2 2 1,0 3-525,-5 19 418,3-7 0,0 0-308,5-10 0,0 0-715,0 10 0,2 1 146,0-11 0,3 1 889,6 7 1,2-4 0,-2-11-1,8 9 1</inkml:trace>
  <inkml:trace contextRef="#ctx0" brushRef="#br0" timeOffset="765">2413 2372 14561,'0'-10'3651,"0"-22"1,1-4-2257,-1 8-964,1-8 1,-1 2-7,0 17-341,0 10-134,0 7 39,1 11 78,3 41-45,-2 4-14,-1-12 1,-2 1-6,-2-7 0,-1-1-122,-1-2 0,-2-2 125,-6 23 5,3-20 275,2-14 342,6-19-516,-1-4-28,3-17-28,0-10-6,3-15-22,3 2-22,5-1 13,8 7 1,5 1-307,13-10 292,-5 10 1,2 3-17,16 7-106,-1 12 45,0 19-186,-2 12-482,-2 18-151,-23-14 1,-2 2-1583,0 2 0,0 0 2473,11 20 0,-13-17 0,-9-15 0</inkml:trace>
  <inkml:trace contextRef="#ctx0" brushRef="#br0" timeOffset="1141">3369 2058 19781,'-9'-50'1277,"0"1"0,1 2 0,2 4-213,8-14-784,1 21 191,3 2-236,-2 25-52,-1 3-81,-2 11-16,2 30-7,-1-3-38,1 9 0,0 2 18,0 12-225,-1-14 0,0 7 0,-1 0 74,0-3 1,-1-1 0,1 2-738,0 7 1,0 1-1,1-2 502,-1 12 0,0-4-533,3-9 1,0-4-673,-1-13 0,0-2-2143,0 5 0,0-2-2627,0 10 5655,-3-16 1,0-22-1,-1-3 1</inkml:trace>
  <inkml:trace contextRef="#ctx0" brushRef="#br0" timeOffset="1659">3308 2523 19860,'-17'-56'1305,"0"-1"0,1 4 0,2 10-1070,3 20-252,3 6-22,10 12-23,10 2 23,15 1-51,19-2-28,-5 1 1,3-1 61,-3 0 0,0-1 42,1 1 0,-1-2 8,-3-1 1,-2-2-162,15-8 223,2-6 125,-13-2 49,-15-1 78,-13 4 89,-6 2 28,-10 6-109,-5 4-85,-14 6 91,-4 6-321,-8 9-15,3 10 19,9 2-25,4 8 9,14-3 33,5 5-41,17 1-12,-2-14 8,15-2 34,-9-14 151,9-8 23,-7-7 69,2-11-127,-9 3 99,1-9 44,-4 6 125,1-6-249,-4 12-65,-4 3-33,-6 11 127,0 4-80,0 3-186,0 30-11,3-13-195,1 12 0,2 1-127,4-2-1391,10 12 0,3-1 118,2-8 552,-3-5 1,3-3-5672,20-11 6816,13-9 0,-19-2 0,-3-6 0</inkml:trace>
  <inkml:trace contextRef="#ctx0" brushRef="#br0" timeOffset="1984">4412 2296 24447,'-27'17'308,"8"-6"-331,3 49-66,9-22-35,-1 8-1304,-15 2 229,5-24-627,-4-1 0,-3-2-1590,-14-2 2072,-6-2 1316,12-22 1019,16-33 746,17-14-578,6-7 34,4 26 0,3 0 92,1 2 1,2 1-726,-1 1 0,2 1-1917,1 0 0,0 3 1547,5 2-225,10 21 0,3 8 29,-4 5-783,3 8 0,7 7 0,-5-1 481,-7 0 0,-2 2-1311,8 6 1,5 3 0,-5-2 1377,-3-5 1,-2-2 0,-2-1 0,-5-3 0,-5-6 0</inkml:trace>
  <inkml:trace contextRef="#ctx0" brushRef="#br0" timeOffset="2325">931 3490 17484,'-54'7'343,"-1"0"0,1 0 0,-12 1 0,12 0-192,19 0 1433,37-5-985,51-5-426,-1-5 1,12-3 0,3 0-790,-20 4 0,2-1 1,2 0-1,1 0 0,4-1 630,-3 1 1,5-2-1,1 0 1,2-1-1,0 1 1,-2 0-1,-2 1-200,-1-1 0,-2 2 0,-2-1 1,2 1-1,2-1 0,4 0 186,-7 0 0,3 1 0,3-1 0,2 0 0,1 0 0,0-1 0,0 1 0,-1 0 0,-2 1 0,-2 0-147,0 0 1,-1 0-1,-2 0 1,-1 1-1,0 0 1,1 0-1,2-1 1,3 0 122,-4 1 0,2-1 0,1 1 0,2-1 0,1 0 0,0 0 0,0 0 0,0 0 1,-2 1-1,-1-1 0,-2 1-200,10 0 1,-1-1-1,-1 1 1,-1 0 0,-1 0-1,-1 1 1,-2-1 0,0 1 109,4-1 1,-2 1 0,-1 0 0,-1 0 0,1 0 0,1 1-1033,-1 0 0,2 0 0,2 0 1,-1 1-1,-2 0 0,-4 0 0,-5 0 1146,2 1 0,-6 0 0,-2 0 0,2 0 0,7 0 0,3 0 0,-4 0 0,-10 0 0,17 2 0</inkml:trace>
  <inkml:trace contextRef="#ctx0" brushRef="#br0" timeOffset="7904">7165 3893 18517,'-9'-56'1862,"0"0"0,1 10 1,2 4-1267,4-11-62,1 18-353,2 4 6,0 9-212,1 16-159,2 10 21,6 17 162,4 22-46,1 0-103,-7-11 1,-1 2 6,1 23-1579,-5-14 0,-2 2 1665,-2-9 0,-2-2-29,-1 3 1,-2-4 175,-5 0 258,2-13 548,4-21-816,0-4 118,-2-20-164,2-9 3382,0-16-3405,8-8-8,4 11-5,6 11 1,3 0-216,16-12 256,-9 15 0,3 1 107,21-9 22,-10 17 285,14 11 196,-17 20-297,8 4-327,2 32-165,-17-4 9,-9-10 1,-1 1-147,5 30 87,-11-22-406,1 8-172,-8-25 195,3-2 290,-3-9 256,8-8 259,-3-6-185,23-20-72,-6-2 110,16-16 277,-9 5 44,-2 6-7,-6 5 23,-3 11 76,-7 7-27,7 10-159,-4 6-262,13 9-338,-1 6-34,2 4-12,1 1-11,3-1-31,4-5 44,9-5 149,7-9 190,5-10 88,-2-9 119,-7-10 147,-13-7 45,-13-4-130,-11-5-136,-10-2 16,-11-2-72,-7 2-120,-8 7-90,-6 10-95,-15 9-26,11 12 61,-16 12 74,17 12 52,1 3-12,-3 20 87,20-21-69,-3 27 24,14-32-187,11 17 71,5-23-3390,10 2 3413,-5-11-247,8-5-147,-13-3-1235,1-2-1022,-11 1 2768,-9 0 0,2 2 1,-1 0-1</inkml:trace>
  <inkml:trace contextRef="#ctx0" brushRef="#br0" timeOffset="9421">9001 3780 21814,'18'-46'547,"0"0"0,-3 3 0,-12 10-255,-38 18-68,-9 7-84,-7 15-56,-4 13-248,28-4 0,0 3 161,2 1 0,1 3 9,-17 24 89,11-1-107,14-3 24,13-6-12,16-8 28,15-7 22,15-10 6,13-11-14,-25-6 0,0-3-3,1-3 0,0-3 25,-2-4 1,-2-3-69,-1-4 0,-3-2 85,-2-5 0,-4-2-8,-2-5 0,-4-3-23,-2-5 0,-3-2-2,-2-3 0,-3 0-312,0 1 0,0 0 415,-2 6 0,0 2 8,0 8 1,0 3 98,0-13-152,-1 21-179,-1 14 12,2 14 515,2 15-454,7 21-11,-3-9 0,2 2 60,1 9 1,1 3-151,1 5 0,-2 1-151,1 5 0,-1 0-213,0 0 0,0-2-163,-1-2 1,3-3 11,0-8 0,3-3-616,18 15 560,-3-26-689,15-19 1395,-14-16 453,10-12 263,-14-10 633,-7-10-213,-8 12-11,-4-6 544,-5 16-1305,-2 5-269,-1 4-118,0 8-140,1 1 151,11 3-10,7 0-18,18 2 12,9-4 5,2-6 28,-3-5 11,-10-9 6,-11-6 6,-11-8 5,-10-4 23,-10-2 5,-9 4 28,-7 7-44,2 11 145,-14 5-185,18 9-28,-8 3 0,14 14 6,3 13-11,-2 19-12,7-7 0,1 1-245,-1 18 248,5-14 0,5 0 3,13 11-3,-2-22 0,6-2-11,5-2 0,4-5 17,5-3 0,5-5 5,14-5 1,2-7-12,-6-7 0,-2-3 3,-1-1 0,0-6 19,2-13 1,-5-6 5,-17 5 1,-2-1-21,6-5 1,-2-4-1,-12-1 1,-5-4 0,-1 0-677,-1-11 0,-2-1 676,-1 12 1,0-2 0,-2 0 9,-1-1 0,-2-1 0,0 3 7,-1-7 1,-1 0 24,0-8 1,-2 1-71,0 17 1,-2 1 229,-4-7 0,-1 6-95,0 10 6,-9-14-130,13 40 222,-3 12-182,-4 41 26,3-1 1,1 7-237,2-13 1,0 3-1,0-1 208,0 0 1,1 0 0,1-1-2,0 11 0,1 0-172,2 1 1,3 2-1171,1-9 1,3 2 0,0-1-1961,1 0 0,0-1 0,1-2 2764,6 19 0,0-7 0,4-4 1,-14-39-1</inkml:trace>
  <inkml:trace contextRef="#ctx0" brushRef="#br0" timeOffset="9844">11055 3701 25959,'5'-10'-867,"-7"15"0,-2 0 1,-3 8-1</inkml:trace>
  <inkml:trace contextRef="#ctx0" brushRef="#br0" timeOffset="10904">11991 3863 19848,'6'-43'924,"0"0"0,-1 0 1,1-16-1,-9 6-490,-14 21 0,-6 6-1437,-12-10 1148,4 18 1,-1 6 333,-4 6-415,-4 9 1,-2 6-37,-15 17-19,15-4 1,1 4-13,12 1 1,2 3-4,3 0 1,3 1-9,4 0 0,3-1-14,-2 24 16,21-6 7,20-11 10,8-13 23,3-17 0,2-4 0,6-6 20,6-8 0,0-6 87,3-15-49,-18 8 1,-1-3 65,4-22-74,-16 12 168,-7-17-38,-10 23 535,-1-6-435,-5 15-241,0 15-89,-1-1 136,1 8-187,-1 17 22,1 8-55,0 19-101,4 8 39,1-9-325,9 14-115,-1-28 0,4 0-83,1-1 0,4-1 206,7 0 1,4-4 94,3-11 1,1-4 92,25-3 115,-7-14 0,-1-5 227,3-4 173,0-8 1,-2-4 296,-6-8-224,-16 9 1,-4-1 245,-1-18 46,-13-2 55,-11 6-341,-8 10 241,-18 3-410,-5 20-49,-18 10-57,11 12 6,1 16 0,2 3-22,2 1-6,1 2 0,3 2-6,10 9 1,4-9 10,16 4 12,12-25 414,13-1-246,7-14 129,3-12 100,-3-11-212,-9 0 318,-4-17-234,-14 13-68,1-10-38,-9 15-80,-1 9-150,0 8-23,0 9 62,2 15 22,3 21 0,1 5-682,0 7 1,1 5 673,-2-11 0,-1 3-13,1 0 1,1 4 0,-1-1-53,0-2 1,0-1-1,-1 0-67,1 4 0,-1 0 1,-1 0-57,-2 0 0,0 0 0,-4-1-45,-3-2 1,-3-1 0,-4-3-99,-10 14 0,-8-6-56,-3-13 0,-5-9-720,0-12 1,-1-11-1065,2-13 0,1-9 2168,5-3 0,4-3 0,-8-12 0,17 9 0</inkml:trace>
  <inkml:trace contextRef="#ctx0" brushRef="#br0" timeOffset="11605">13204 3937 16924,'3'-6'5047,"-1"0"-4543,10-27 0,1-8 202,-5-1-868,6-9 1,-3-1 715,-9 2 253,-5 5-392,-4 9-47,-7 14-334,-8 11-29,-13 20 1,-13 15-3,18-3 0,1 3-6,-2 4 0,0 2 46,4 1 0,2 0-52,5 0 1,5 0-20,0 24-46,25-10 79,19-12 6,20-14 6,13-11 17,-10-12 55,-17-4 1,-2-4 168,3-11 89,5-12 67,-26-4-330,-9 12 73,-8-6 44,-2 19 288,-2 1-473,1 8 22,1 8-55,-2 15 28,-2 17 1,0 21-454,5-21 1,1 1 429,2 4 1,1 2-1666,6 15 1,1 1 1569,-2-17 1,1 0-129,1 0 0,1 2 0,-1-2-404,-1 3 0,-2-1 129,-1 9 1,-5 1-233,-8-5 0,-7-3-202,-5-7 0,-6-6-1322,-5-8 1,-3-5 2265,4-7 0,1-4 0,-7-4 0,18-4 0</inkml:trace>
  <inkml:trace contextRef="#ctx0" brushRef="#br0" timeOffset="13430">13615 3463 23153,'3'61'99,"1"0"0,1 0 0,3-7-88,9-11-5,-3 10 27,-6-7 40,-12-11 157,-6-11 178,-7-11-4,-2-11-40,0-12 5,3-8 41,5-15-332,6 9 12,10-12-79,3 20-34,15-4 1,5 2-28,2 2-1907,16-2 0,2 3 1588,-5 6-231,0 2 1,1 1-1507,14 1 560,-1 1-2761,-18 3 0,-2 0 1735,1-1 119,14-1 3087,-34-1 1796,-8-1 953,-7-1 2061,-3 0-4172,-2 1 1417,-8-2-1065,-2 2 2115,0-1-3296,1 2-275,6 3-146,1 4-22,2 2 28,2 8 0,3-4 50,10 6 46,8-8-7,13 0-22,9-6 113,14-11-129,-18 1 105,6-14 12,-28 3-28,-1-8-16,-9 1 49,-12-3-173,-2 11-3341,-38-2 3307,21 17 23,-33 6-17,27 11-23,1 4 1,2 11 0,14-8-57,-1 20-128,8-2-236,7-6 1,4 1-1026,13 24 462,0-23 1,5-3-59,18 6 36,-4-20 1,5-5-405,0-5 0,3-4 519,15-1 0,2-2 575,-19-2 0,1-1 0,0-2 472,5-2 1,0-2-1,-3 0 163,1-1 0,-2-1 616,5-4 0,-5-3 150,-3-15-223,-10 5 1099,-5-24-982,-21 16-554,0-6 241,-11 1-145,-7 13 1866,-11-4-2113,-19 13-190,-13 15-57,8 8 809,-1 10-814,1 22-17,10-1 0,12-10 1,2 3-40,0 15 3386,12-6-3358,16-6 45,11-10 5,5-8 46,14-8 189,4-11 85,-3-3-129,-3-4 190,-17-5 0,-7 0-308,-4 2-16,0-1 77,-3 6-189,-1 6-29,4 0 45,3 14 12,19 27 10,0 15-390,-8-11 1,-2 5 375,-3 2 1,-2 3-6,-3 9 0,-1 0-678,-2-9 1,-2 2 577,-1-9 0,-1 3 1,-3 0-151,-5 1 1,-3 1 0,-1-2 100,-1 12 1,-4-1 44,1-14 1,-3-1-1,-7-4-155,-7-6 1,-7-4-1,-1-6 270,-22-5 0,-2-8-1344,1 2 1,3-8 1340,10-16 1,11-12-29,24-14 0,13-5-751,8-1 1,5 0 655,-2-1 0,6-2-521,5 7 1,6-3 0,2 0 0,-2 6 335,5-7 1,3 1 0,-3 5 1,5-4 0,2-1-1,-1 5-145,6-2 0,0 4 0,0 0 204,1 0 0,1 1 0,-1 1 416,-3 2 0,0 2 0,-1 3-344,13-5 0,-2 3 238,-6 4 0,-1 2 768,-4 1 1,-1 0-237,-3 2 0,-6 2 3132,-5-3-3148,-16 10 1469,-7-2-1414,-4 7-1818,-5-3 1325,-1 6 387,-13 0-392,-22 16-96,6-1 6,-3 11 1,-1 5-24,-7 14-13,18-17 0,2 2-6,6 1 0,5-1 3,3 4 6,0 4 128,27-10 40,7-15 5,20-1-16,6-14 28,4-8 3324,-12-2-3118,9-18-178,-21 6-34,6-15-6,-17 7 45,-7 7-45,-5 9-134,-3 9-56,-1 8-68,0 2 12,0 8 84,3 7 0,5 12-17,2-2 0,10 8 5,8 0-5,4-1-11,1-4 45,12-10 38,-11-15-16,19-11 17,-9-15-1696,-20-4 0,-2-3 1640,7-15-1,-13 4 1,-3-2-14,-3-5 2,-1-8 1,-2-4-307,-3 16 1,-1 1 313,1 2 0,-1-2 1,-1 2 33,0-6 1,-1 3 33,-2 7 0,-1 4 115,-3-14-129,0 23 3057,1 14-3157,3 17 35,-1 20 4,3 27-1,1-12 1,2 3-272,0 10 1,2 3 231,0-14 0,0 1 1,0-2-34,2 10 0,0 2-1239,-1-2 1,-1 4 0,0-5 655,-2 0 1,-1-2-91,-1-5 1,0 2-1,-2-5-2964,-3-1 0,-2-5 3704,-5 9 0,1-22 0,3-15 0</inkml:trace>
  <inkml:trace contextRef="#ctx0" brushRef="#br0" timeOffset="13952">16110 3559 24923,'22'-28'16,"1"0"1,14-17-34,2 41 1,7 8-635,-3-4 0,1 0 645,-3-1 1,0-1 10,1 1 1,-4-2 467,2-6-400,-17-3 159,-14 0-92,-8-8 6,-6 7 79,-5-3 684,-7 8-674,-6 4-83,-5 4-108,-1 8-3396,-2 14 3357,13-2-10,3 15 10,16-7-10,14 8 21,15-3 7,18-8 10,9-10-16,-9-8 36,-16-12 1,-1-4 74,4-10 3360,8-18-3421,-25-2-6,-9-3-21,-10 1 44,-8 5 16,-7 8-32,-10 12-1,-7 9-11,-6 16 0,-2 12-23,2 19-21,13-2-4,13-1 0,4 1-454,2 4 415,12 8 1,5 1-49,7-6-487,15 4 1,5-1-343,3-9 908,-6-12 0,5 1 0,-6-5 0,-2-2 0,-4-6 0,1 1 0</inkml:trace>
  <inkml:trace contextRef="#ctx0" brushRef="#br0" timeOffset="15150">17798 3167 13357,'2'-6'8418,"-1"1"-7174,-1 5-1132,8-34-90,-11 28 34,-1-20-11,-22 43-40,-9 8-16,-11 5 6,-3 2-205,-1-3 294,4-5-11,15-11 369,4-6-223,16-10-79,0-3-34,8-5-27,3-1-12,-1 3-6,1 2 255,0 2-321,0 3 16,0 1-56,-3 1-45,1 0-290,-2 0-528,2 0-996,1 2-2807,6 0 4711,1 3 0,1-3 0,-2 0 0</inkml:trace>
  <inkml:trace contextRef="#ctx0" brushRef="#br0" timeOffset="15480">17742 3176 16476,'5'-10'5411,"-2"2"-3977,-3 8 773,0 0-2000,-14-59-39,-9 54 34,-25-30-96,15 52 1,-1 13-231,-8 3 0,-4 6 230,4 1 0,-2 3 1,2 1-1144,5-2 1,1-1 0,2 1 1049,-2 0 0,2 1 0,3-1 4,9-2 0,3 1 0,6-2-130,7 4 1,7 0 115,7 9 0,15-2-97,21-12 1,16-4 0,-3-5-723,-19-8 1,-1-3 0,3-2 627,6 0 1,4-2-1,0-2 1,-2-3-1247,1-4 0,-3-4 0,-1-1 1225,16 0 0,-3 0 0,-5 0 1,-5-1-1,5-2 0</inkml:trace>
  <inkml:trace contextRef="#ctx0" brushRef="#br0" timeOffset="16286">18890 3151 9643,'2'-6'8099,"0"0"-5746,-2 6 1506,0 0-3400,10-36-201,-10 26-191,6-26 56,-62 58-89,11-4-29,10-3 1,-4 1 8,-3 0 0,1-2-538,-5 1 535,2-1 1,-1-1 27,-5-2 77,-4-1-15,26-6 90,13-4-45,15-1-51,8-4-78,0 0 518,5-2-530,-4 5 114,-5 4-86,-2 17 18,-8 10-1,-9 23-325,3-21 0,-1 0 287,-12 25 7,7-10 1,1 3-15,8-16 1,1 1-3,-3 14 0,3 1-3,7-12 0,4-1-9,3-2 1,3-2 8,10 16-6,1-19 1,2-2 5,2-3-82,1-4 1,4-4-844,9-8-3533,25-10 3659,-10-7 0,-16-2 1,-16 3-1</inkml:trace>
  <inkml:trace contextRef="#ctx0" brushRef="#br0" timeOffset="17925">20045 3348 12858,'-7'-6'6509,"2"2"-6115,-23-10 1,-7-2 1128,-8 3-1265,0-4 0,-1 2 39,-7 17-101,8 12-129,8 3-5,8 1 0,1 5-34,-7 21-34,-1 0 12,24 18 16,18-35 23,13 15 50,21-10-53,-4-12 0,4 1-39,0-1 0,0 0-589,8 2 1,-2-1 585,6 3 40,-16 5-1,-27-15 28,-34 20-39,-21-13-17,7-5 0,-4-2-184,2-4 0,-1-3 142,1-1 0,1-2-75,-17-1-1617,20-12 1,4-3-2726,7-2 4448,-9-21 0,30 24 0,3 0 0</inkml:trace>
  <inkml:trace contextRef="#ctx0" brushRef="#br0" timeOffset="18699">20309 3119 23873,'-21'42'35,"0"0"1,0 0 0,2-2 0,1 1 0,7-3-42,11 4 1,6-2-2117,-1 2 0,1 0 2038,2-1 0,0-2-124,0 0 1,0-2 126,-2-3 1,-1-2-625,0 16-690,-5-3-1640,-7-18-2892,-7-5 5171,4-15 813,-1-18 1253,9-12 2183,0-1-772,4-10 1432,-1-2-2322,1 0-610,-1-2-604,0 12-399,6 2-156,10 0-57,16 0-33,18 0 3,-18 12 0,1 2 8,5-1 0,0 2-3,2 0 1,-1 0-324,0 1 0,-2-1 332,-2 2 0,-1-1 11,23-6 56,-15 2 123,-16 3-28,-14 3 297,-8 0-257,-11 2-23,-6 0 674,-12 1-618,-11 4-28,-9 6-117,7 2 61,-17 18-112,23-2-45,-8 11 6,23-5 5,10-1 12,12-5 44,7-6 12,3-8 195,22-6-105,-4-11 11,16-5 49,-9-11 18,-8-2-17,-10-3-34,-10 3 23,-6 4 10,-5 5-88,-1 6-113,-1 5-39,-2 5 17,-3 10 5,-2 9-11,0 20 6,10 6 0,7 1 22,10-7-28,6-13-134,3-5-560,6-5-1267,4-6-7853,13-4 7854,-19-4 1,-2-1 0,-25-2 0</inkml:trace>
  <inkml:trace contextRef="#ctx0" brushRef="#br0" timeOffset="19649">21461 3557 17624,'9'-11'4408,"-2"2"-2777,-7 9-1217,12-62 224,-15 33-439,4-11 0,-4 2 47,-23 13-83,-14 9-39,-9 8-63,-4 16-44,2 10-11,9 15-12,8 7 6,14-5 6,6 10-12,15-3 12,9-2 5,13-3 56,10-20 34,9-9-23,-5-7 258,20-14-39,-23-2 190,13-15-369,-28 10 95,-4-4-45,-11 13-112,-1 1-17,-2 4-78,-1 7 39,-3 13 5,-4 19-22,-8 25-419,4-20 0,-1 3 416,-2 6 0,0 2-33,-2 6 0,1 3-704,1 3 1,1 1 593,5-19 1,1 0-1,1 0-64,-3 18 1,1-2 122,-1-7 1,-1-3 94,-1-12 1,-3-6-15,-18 5-122,-9-46 78,14-9-9,11-11 0,6-4-30,4-11-988,12 1 0,5-9 1,1 5 1003,-1 10 1,3 1-20,7-15 1,6-6 0,2 8 97,3 8 0,5 4-307,5-1 1,6-2 0,-2 3 111,-10 11 1,-1 3 0,2-1 145,8-4 0,2 1 0,-3 3-44,1 4 0,-5 2 87,-8 6 1,-3 1 16,18-7 28,-25 13 269,-2-1 3062,-11 5-2905,-2 0 1854,-7 2-2247,-8 4 897,2 3-964,-5 7 6,6-2 17,3 9 5,8-7 18,6 5 27,9-10 39,11-10-77,-8-4 44,7-13 33,-16-5-5,-1-9-23,-6-2 12,-8 1-23,-4 10-3263,-19-4 3224,7 18 50,-24-4 6,13 15-22,-8 6-40,5 8-10,8 1 10,-4 24-28,15-3 0,4-3 1,4 2-34,12 20-23,4-2-257,18-6-611,2-13-1596,12 5 2849,6-8 1,-23-17-1,-4-5 1</inkml:trace>
  <inkml:trace contextRef="#ctx0" brushRef="#br0" timeOffset="19866">22595 3354 19602,'1'-3'5013,"0"0"-3742,-1 3-1187,-48 29-56,31-9-25,-12 8 0,1 5-53,15 19-632,5-17 0,0 2-310,1 2 1,-1 0 991,-2 6 0,0-3 0,-1 5 0,-1-5 0</inkml:trace>
  <inkml:trace contextRef="#ctx0" brushRef="#br0" timeOffset="20857">23017 3300 11234,'-3'-3'7830,"0"1"-4581,3 2-3159,-17-31-74,23 23 29,8-26-17,18 28 0,8 6-11,-1-4 0,0 1 2,9-2 1,-2 1 16,-12 1 1,-3 0 8,7 0 89,-15 0-11,-20 3-44,-4 1 49,-5 6 74,-7 8-6,-6 14-39,-4 11-40,2 10-61,7-6 28,8-5 0,3 2-339,1-8 1,2 0 287,2 15 1,1-1-17,1 16 0,2-21 0,-1 0 0,-2 11-216,-5-15 0,-2-1 221,-6 7 12,-21 6-28,15-29-46,-21 12-77,18-25-186,-11 1-251,0-13 475,-7-5-599,-8-4-241,0-1-1713,9 1 2632,13-1 0,13 8 0,7 0 0</inkml:trace>
  <inkml:trace contextRef="#ctx0" brushRef="#br0" timeOffset="22425">23191 3208 16280,'43'-18'808,"0"-1"1,-1 1-1,-7 3-1,-16 6 0,-2 0-107,-8 4-292,-8 3-251,-13 6-45,-19 8-28,-5 3 59,-8 3 0,-4 3-423,12-5 1,-1 1 335,-14 7 0,1 1-53,19-9 0,4 0 13,-15 19 18,29-10 72,25 10-5,25-12-70,-1-11 0,2-3-118,-5-4 0,2-2 118,23 0 0,1-1-34,-23 0 1,0 0-7,11-1 1,-4 2-3,-4 1 44,-22 3 29,-21 6 0,-18 7-12,-22 10-19,14-11 0,-3 0-174,-3 1 0,-1 2 176,0-1 1,1 0-3,3 0 0,2 1 8,-19 17-33,21-8 694,11 9-672,23-14 6,9 8 16,15-12 6,7-6-11,4-6 0,0-5 586,-4-3-592,-8-2 45,-11 0 28,-9 0-56,-15 4-22,-14 4 11,-21 10-20,12-6 0,-1 1 3,-5 2 0,1 0-388,-22 9 422,0 3-40,26-9 29,7-4 133,16-4 57,24-8-90,32-11-134,-8 3-20,-5-2 1,2-2-54,11-3-303,10-4-1108,-7-1-4020,-2-2 5487,-10 1 0,-15 7 0,-12 4 0</inkml:trace>
  <inkml:trace contextRef="#ctx0" brushRef="#br0" timeOffset="22698">24103 3751 25298,'-26'47'-292,"-1"0"1,0 0 0,5-8 0,1-1 0,-1-4 291,-7 4 0,2-8 0,7-7 0,-11 11 0</inkml:trace>
  <inkml:trace contextRef="#ctx0" brushRef="#br0" timeOffset="23829">25024 3265 12461,'4'-8'4755,"-1"2"-1003,-3 6-2228,0 0-1126,-78-35-113,34 29-380,-9-9 0,-2 6 184,5 29-50,10 11 75,16 4-109,13-6 40,20 9 39,24 3-56,-2-7-9,16-2 1,4 0-12,-20-14 1,1-2-292,12 8 0,0 0 289,6 3-249,-12 5 238,-21-13 300,-3 15-284,-36-14-11,-23 5 2,2-12 1,-3-2-3,12-2 0,0-3-20,-24 2 1,0-5-339,-3-8-1502,27-2 1,4-5 1859,10-19 0,17 9 0,13 4 0</inkml:trace>
  <inkml:trace contextRef="#ctx0" brushRef="#br0" timeOffset="24053">25477 3107 20397,'0'-6'3758,"0"0"-3147,0 6-214,0 0-357,-41 10-7,27 31-22,-8-10 1,1 3-520,15 15 1,7 4 428,-3 3 1,0 0-185,-1 2 0,-1-1-331,-1-1 0,-1-2-627,-1-4 0,-1-3-2912,2-7 0,0-2 4133,-2 16 0,4-30 0,3-16 0</inkml:trace>
  <inkml:trace contextRef="#ctx0" brushRef="#br0" timeOffset="24570">25283 3706 16840,'-1'-6'4755,"-1"1"-4480,1-26 0,7-9-93,15 17 0,2 1-182,-8-21 0,2 2-3,13 20 0,5 7-13,23-1-390,-26 7 1,2 1 402,8-2 1,1-1 7,-2 2 1,-2 0-3,-3 0 0,-2 0 207,21-5-20,-19 1 141,-16 3-91,-14 3-32,-14 1 83,-9 3 684,-9 0-796,1 1 286,-18 6-286,13 4-100,-15 11-35,12 7-16,8 6-16,13 11-7,11-14 1,13 2 78,25-9-23,-2-10 29,18 2 123,-13-16 129,-6-9-90,-7-10-162,-5-6-6,-3-7 33,-3 1 46,-5 2 61,-4 7-90,-5 9-100,-1 7-57,-1 6-61,-3 7 45,-1 6-17,-1 9-56,1 7-140,2 2-263,2 3-443,0 2-818,0-1 264,0-8-8319,7 0 7452,-2-15 1,3 1 0,-5-11 0</inkml:trace>
  <inkml:trace contextRef="#ctx0" brushRef="#br0" timeOffset="25594">26443 3514 22021,'17'-46'825,"1"0"0,-2 5 1,-6 5-434,-19 10-168,-8 6-90,-11 10-50,-5 5-39,-1 7-34,10 1-4,-3 11 9,7 1-10,-7 12 0,3 0 5,1 2-6,4-1 1,4-3-6,6-1 0,6-9 0,3 0 22,4-7 23,4 1-6,5-2 12,2-1 50,0-4 61,1-2 0,1-6-44,5-6 16,2-7 29,1-4-1,0-2-5,-2-1 5,-5 4 23,-3 2-106,-7 9 117,-2-1-107,-4 8-61,0 0-95,-1 4 56,-1 15 28,2 12-1,0 28-16,0-19 0,-1 3-448,0 6 1,-2 2 452,-1 6 1,-4 3-1,-3 3 1,-5 5 0,0-3-25,1-12 0,-1-3 1,-4 4-24,-1-4 1,-4 5-1,-2 0 1,0-2 0,1-6 11,-3 0 0,0-6 0,-2 0 32,-6 7 0,-3 0 0,3-9-2,6-14 0,1-9-11,-9-15-51,13-30-33,15 3 0,2-4-691,1-10 1,2-2 238,6-9 1,4-2-106,1 17 1,4-2 0,4 1-916,11-10 1,7 0-1,0 4 598,3-4 1,3 3-477,3 8 0,4-1 0,-1 6-782,1 6 0,0 3 1501,-10 5 0,2 0 0,0 1 726,14-5 0,-1 1 0,-5 4 0,-1 1 822,-2 2 1,-3 2 2303,8-2 3156,-9 5-3106,-33 9-1485,-7 2-408,-7 1 1237,-7 0-1798,3 0 141,3 0-841,8 0-28,1 0 23,7 1 11,-1 1 34,16 1 27,1-2 18,8-2 101,-1-11-147,-11 2 62,-3-15-16,-12 3 218,-1-11-62,-7 7-157,0 3 73,-12 7-100,4 9-51,-4-1 22,1 6-50,4 10-11,-8 19 33,7 11-22,1 20-5,11-14-62,11 14 5,10-12-75,-5-18 0,2 0-297,2-3 0,3-2-2109,8 0-1,0-2 2130,18 6 1,-8-7 0,-23-16 0</inkml:trace>
  <inkml:trace contextRef="#ctx0" brushRef="#br0" timeOffset="25970">27369 3211 23730,'2'-49'364,"0"0"0,7 2 0,10 10-322,11 24 0,4 7-818,23-7 788,1 15 236,-24 13-231,-4 24 131,-9-5-95,-15 5 1,-9 2-4,-22 15-140,12-21 0,-4-1 118,-9 0 0,-5-3 11,-1-2 0,-2-1-20,1 0 1,1 0 19,-4 2 1,3-4-6,1 2-23,13-8 404,15-15-353,8-3 38,43 0-447,10-2-381,-6 1 0,4-1-2160,-1-1 1,-2 0 2887,-3 0 0,-4-1 0,15-1 0,-28 2 0</inkml:trace>
  <inkml:trace contextRef="#ctx0" brushRef="#br0" timeOffset="26645">28303 3575 24603,'18'-51'247,"-8"20"-141,-20 57-72,-5 3-160,-4 0 0,-4 2-1672,-15 17 263,15-19 1,0-1 1534,-15 17 0,24-28 0,1-1 0</inkml:trace>
  <inkml:trace contextRef="#ctx0" brushRef="#br0" timeOffset="26886">28796 3479 18616,'46'-6'0,"0"0"0,-9 2 0,0-1 0</inkml:trace>
  <inkml:trace contextRef="#ctx0" brushRef="#br0" timeOffset="27070">29318 3467 19753,'47'-13'-865,"1"-1"1,0 1-1,6-5 1,-10 5 0,-16 10-1</inkml:trace>
  <inkml:trace contextRef="#ctx0" brushRef="#br0" timeOffset="27303">30022 3341 13216,'7'1'4548,"-1"1"-2042,-6-2-1032,0 0-767,18 0-242,-12-1-64,12 1-82,-17-1-849,-1 1 0,1 0 0</inkml:trace>
  <inkml:trace contextRef="#ctx0" brushRef="#br0" timeOffset="27994">30682 2967 20500,'46'-25'51,"1"1"1,-1 0-1,-1 2 1,-1 0-1,-2 8-20,2 12 0,-1 5-3,2-2 0,-1 1-6,-1 0 1,-1 2-12,-6-1 0,-3 2 1140,16 4-1067,-24 0 730,-22 9-679,-10-5 280,-19 15-270,-4-1-55,-10 9 653,1 7-698,19-15 0,3 1-34,-5 14-3,12-12 1,3 2-3,4 18-1,4-19 1,2 3-1,3 10 1,1 1-194,-1-6 0,0-1 188,1 0 0,-2-2-6,-3 16-17,-12-21 1,-6-2-73,-1-4 0,-4-1-227,-12 11 0,-5-2-1893,-11-6 0,-1-5 2215,10-7 0,3-1 0,2-3 0,5-2 0,5-6 0</inkml:trace>
  <inkml:trace contextRef="#ctx0" brushRef="#br0" timeOffset="28760">31738 2559 25040,'-12'-34'51,"7"13"-18,25 42-19,0 1 0,2 4-6,10 12 1,2 5-1099,-7-8 1,2 3 0,0 1 1085,2 3 1,0 2-1,0 2-78,-4-3 1,0 3 0,-1-1 0,-2-2-31,-1-1 0,-3-3 0,-1 4-387,3 13 1,-2 3 0,-11-3-1765,-17-1 1,-11-2 2262,-6-5 0,-6 0 0,1-4 0,4-4 0,-2-6 0,-11-4 0,1 1 0</inkml:trace>
  <inkml:trace contextRef="#ctx0" brushRef="#br0" timeOffset="33227">21195 2755 17042,'6'-18'106,"2"-6"-122,6-10 4,5-6-4,7-6-29,5-4-28,3-2 119,-9 20 0,0 0 424,9-12-220,-7 13 0,0 0-416,14-11 499,-14 15 0,2-2 16,7-5 1,2 1-16,-4 4 0,-1 1-20,1 1 1,-1 1 137,3 1 1,0 3-136,-3 2 1,1 2 16,11-5 0,2 0 211,2 1 0,1 1-297,0 2 1,0 1 475,1 2 0,0 1-45,-2 2 1,1 1-1405,11-1 1,-2 1 1135,-18 4 1,0 0-24,16-2 1,2 1-573,-4 1 0,-1 0 423,6 0 0,-1 1-574,1 0 0,-3 0 333,-12 3 0,1 1-78,15 1 1,2 1 76,-10 0 0,2 1 623,-5 1 1,3 1 0,-1 1-45,-3 1 0,-2 1 0,-2 0-468,2 1 1,-1 0-19,16 5 1,0 0-80,-20-4 0,-1 1 74,-1 0 0,3 1 18,1 1 1,3 0 0,-2 0 11,4 3 0,1 0-94,-3-1 1,3 0 0,-2 2-180,9 3 0,-2 1 19,-3-1 1,-2 1 7,-4 0 0,-2 1-3,3 1 0,-3 1-45,-8-3 0,-2 0-43,-4-1 1,0 0 13,-2 0 0,-2 0-228,19 11 235,-16-9 0,1 0 17,0-1 0,0 0 50,0-1 0,0 0-17,24 13 2505,-8-3-2349,-13-7 1248,-13-4-1269,-11-5-78,-9-2-571,-6-1 1358,-2-1-58,-2-1 292,-3 1-641,1-2-286,0 1 0,-1-4 0,6-3 0,-12-5 0,-7-6 0,-26-15 0,-2-1 0,20 11 0,1 1 0,-10-3-253,-1 0-314,19 8 652,0-1 289,11 5-13,8 3-361,4 2 0,2 1 0,5 9-122,3 4-528,4 5-3671,16 18 3522,-11-15 34,21 18 286,-6-16 484,-3-6 1,1-2 783,12 4-340,-11-9 0,2-2 557,10-4-304,-10-5 1,0-3 696,10-2-621,-11-7 0,-2-2-706,-5-1-72,16-21 0,-19 8 0,1-8 0,-3-2 0,-11 10 0,-2 8 0,-10 10-1569,-4 9 1654,-35 7 0,27-2 1,-22 6-1</inkml:trace>
  <inkml:trace contextRef="#ctx0" brushRef="#br0" timeOffset="54157">4605 2193 7022,'1'-6'9830,"0"1"-6190,-1 5-2537,10-34-290,-8 26-533,8-26 179,-10 34-386,-1 1-34,-1 4 68,-3 6 162,-18 34-225,7-15-21,-14 24 22,3-12-29,-4 4-55,11-16 0,-1 1-527,-1-1 0,0-1-319,1-1 0,1 0-3596,-18 18 4481,5-10 0,16-18 0,6-9 0</inkml:trace>
  <inkml:trace contextRef="#ctx0" brushRef="#br0" timeOffset="54365">4299 2235 19076,'-2'-4'3993,"0"1"-2498,2 3-1495,-8-33 34,9 28-12,-3-25 23,35 47-56,9-3-261,-8-3 1,5 1-2966,2 0 1,1-1 3236,-3-1 0,-2 0 0,15 4 0,-25-5 0</inkml:trace>
  <inkml:trace contextRef="#ctx0" brushRef="#br0" timeOffset="62232">19598 4596 19468,'-6'-50'681,"-1"1"0,1 5 0,1 7-5615,5 18 5121,1 10 1475,0-5-1677,-1 12 899,2 5-840,0 5 46,2 17 12,1 21-64,2 7 771,-3-18 1,1-1-800,3 13-71,5 9 109,4-15 5,-2-12 0,4-2 47,18 15-39,2-8 107,11-12-59,-12-15 0,2-3-64,5 1 0,3-1-747,-7-2 0,2-1 1,0-1 715,17-2 0,2-1-7,-10 0 0,2 0 1,-3-1 3,4 0 0,0-1-2,-2 1 1,3-2-1,-7 1 494,-9 1 0,0-1-494,14-1 1,8-2-1,-3 2-11,-16 2 0,-2 0 0,4 1-271,6-1 0,5 0 0,1 1 0,-3 0 276,-2 1 1,-2 1 0,-1 0-416,-1 1 0,-1 0 0,-3 0 409,3 1 0,-1 1-230,10 3 0,-2 1 233,-20-2 0,1-1-6,11 2 1,6 1 0,-5-1-257,-8-1 0,-3-1 262,9 2 0,0-2 322,-5-1 1,-3-1-321,-5-1 1,2-1 2,19-1 1,2-2 331,-7 0 0,0-1-329,7-2 0,0-1 17,-12-1 1,-3-1 2591,19-7-2514,-23 0 1,-4-5 25,6-16 639,-13 8 0,-2-3-729,-7 2 0,-3-1-8,0-2 0,-2 0-3,-2 1 0,-1 1 226,3-15-355,-10-2-151,-7 30-1163,-18-5 1415,-2 20 0,4 1 0,7 3 0</inkml:trace>
  <inkml:trace contextRef="#ctx0" brushRef="#br0" timeOffset="63042">21179 5670 18316,'5'-44'945,"-1"0"0,0 0 0,4-12 1,-9 10-89,-34 9-577,-2 24-146,-20 3 270,6 25-393,19 8 1,2 7-15,2 5 0,2 4-795,0 1 0,1 4 792,6-6 0,1 3 1,1 0-321,2-2 1,1 0 0,-1 2 280,-2 13 1,-1 3-1,1 0-847,1 4 1,1 0-1,1-2 815,3-10 1,2-2 0,-1 2-87,1-1 1,0 3 0,0-2-1,1-4-66,-2 7 1,-1-2 295,-2 14 0,-2-6 921,-4-16-798,-2-42-117,-7-54-51,17 18 1,3-2 426,-3-5 0,4-3-438,10 3 1,4-3-1,2 6 1147,-2 6 1,2 0-1180,5-6 1,5-4 0,0 5-31,7 1 1,2 3-23,10-7 0,3 0-17,4 4 1,3 4-584,2 2 1,-1 3 635,-10 8 1,2 0-3,14-5 0,0 1-88,-20 9 0,-1 0 135,14-6 0,-1 1 6,-15 6 0,-2 2 20,20-9 244,-12 6-99,-8 5 598,-14 4-469,-1 2 1690,-11 3-1930,1 1 361,-5 5-261,0 5-73,0 8-61,0 10-6,-2 7-28,0 6-62,-2 3-335,1 2-141,-1-11-7797,-2 8 8335,3-21 0,-1 1 0,3-16 0</inkml:trace>
  <inkml:trace contextRef="#ctx0" brushRef="#br0" timeOffset="63215">21619 5585 18358,'0'-5'4179,"0"1"-3871,0 4-1524,-21-13-3623,11 30 4839,-14-9 0,19 16 0,3-9 0</inkml:trace>
  <inkml:trace contextRef="#ctx0" brushRef="#br0" timeOffset="63574">21887 6003 19143,'6'6'2839,"-2"-1"-1567,-4-5 1461,0 0-2537,-3-21-67,5-7-39,2-29-76,2 24 0,1-1-217,1-7 1,0-1 216,0-6 0,1-1-476,0-3 1,0 1 472,0 0 1,-1 0-1450,0-2 0,-1 2 1454,-3 18 1,0 2 19,0-3 1,-2 4 58,-3 9 167,-1 3-323,-1 14 716,-3 18-655,-6 37-11,1-6 971,1 2 1,0 3-973,-1 8-40,4-14 0,0 7 0,1 0-1364,2-3 0,2 0 0,-1 1 1132,-1-1 1,0 0-1,1 0-650,3 4 1,3 1-1,1-6 545,6-2 0,2-5 0,2 21 0,5-18 1</inkml:trace>
  <inkml:trace contextRef="#ctx0" brushRef="#br0" timeOffset="63841">22488 5424 21408,'-8'-55'780,"1"0"1,0 2-1,-1 11-404,-1 25 562,-2 14-922,4 10 271,-1 32-275,6-6-12,-1 19 8,3-5 0,1 3-387,1-1 1,0 3 225,-1 7 0,0 7 0,0-4-154,0-13 1,0-2 0,0 0-126,-1-2 0,1 1 0,-1-3-372,1 10 1,0-5-2530,0 13 2788,-2-26 1,1-3 0,-1 1 0,-2-12 0</inkml:trace>
  <inkml:trace contextRef="#ctx0" brushRef="#br0" timeOffset="64541">22398 5950 19924,'-14'-52'959,"1"1"1,2 3 0,0 8-826,2 11 108,9 10-287,32 6 29,-3 9-15,6 0 0,4 2-8,-8 2 0,2 0-2081,14 1 0,-1 0 2070,14 2-653,-23-2 1,-6 0 719,-11-3 108,7-3 21,-20-3 78,-1-1 112,-9 0 2033,-2 3-1982,-23 2 3167,9 4-3268,-24 7-85,7 10-162,5 4-11,7 2-5,19 2-1,10-9 96,40 18-29,-2-18-72,-12-4 0,1-3 39,1-6 1,-2-5 38,6-8-34,4-1 74,-16-15-23,-15 0-17,-2-18-67,-12 6-6,-4 2 23,-7 11 17,-4 14-40,-1 1-16,-14 16-6,12 3 5,-7 10 29,-11 21-23,14-11-11,-3 7 0,1 4-3392,5 10 3395,7-21 0,6 1-1095,27 31 1087,2-36 22,25 12 5,11-28-22,-13-7 0,3-3 19,0-1 1,2-2-373,6-3 0,-2-3 367,-19 2 0,-2-2 11,3-4 1,-3-3 2506,13-14-2473,-15 5 0,0-2 36,12-17 28,-5-5 29,-18 19 1394,-8 9-1378,0 2-2985,3 3 2850,1 5 928,24 3-921,-3 18-35,17 12 6,-9 19-19,-24-13 0,-5 3-74,-4 6 1,-5 2-177,-4-5 1,-3 0-412,-3 2 0,-3 2 290,-11 10 1,0-3 0,3-3 0,2-10 0,0-1 0</inkml:trace>
  <inkml:trace contextRef="#ctx0" brushRef="#br0" timeOffset="119265">26593 4766 16320,'2'52'70,"-1"0"1,2-1 0,0-2-37,2-12 0,0-2 10,3 20 788,-14-12 0,-5-3-564,-4-12-63,-8 0 0,-7-6 75,-24-21-663,-3-3 517,20-4 0,0-1 264,-18-12 176,16 1 0,2-2-277,-5-4 0,2-8 274,30 18-145,4 3-325,1 2-174,4 4-17,5 15 625,8 9-541,3 5 12,14 18 5,2-4 17,11 8 14,-15-23 0,1-2 9,10 4 61,15-4 28,-19-17 28,12-8-28,3-8-70,-18-2 0,0-2 8,21-13-39,-4-1 6,-13 4-39,-13 9-281,6-5 1,-12 9-2152,9 4 365,-13 9 2061,13 9 0,-18-5 0,5 5 0</inkml:trace>
  <inkml:trace contextRef="#ctx0" brushRef="#br0" timeOffset="121041">26209 5809 16756,'0'-5'3277,"0"1"-2370,0 4-638,-86-19-1152,32 34 913,0-19 1,-2 6 17,11 30 0,8 8-37,-4 3-9,5 2 1,3 3-34,17-14 1,4 1-63,0 8 1,3-1 19,4-8 0,7-2-204,13 8 0,10-4 114,0-15 1,6-3 44,14 6 1,5-4 33,-1-9 0,2-7-480,1-6 0,1-4 513,-1-3 1,-1-4 64,-2-5 0,-4-2 69,-10 3 0,-2-1 43,7-11 0,-4-2 170,5-13-122,-16 15 0,-2 0 369,-2-15-101,-12 15 137,-7 10-613,-4 11 6,-1 7 1029,-2 7-967,-1 8-2992,-1 19 2958,2-8 0,11 15-6,14-16-10,18 4 27,11-8 34,6-9 67,5-16-51,-21-2 180,7-27-55,-29 3-91,1-8 179,-14-13-78,-12 13-17,-13-13-78,-4 22 3538,-24 4-3485,14 20 0,-2 4-101,0 1 0,-1 4-251,-6 2 1,2 5 147,-11 20 0,22-2-124,13 14-162,20 0-199,9-9 0,5 1-70,10 12-613,14-12 0,5-5 159,2-8-269,1-5 1,2-3-202,-17-9 1,-1-2 780,8-2 0,0-2 546,-5-2 1,-2-5 715,4-7 1,-4-5 791,9-14-539,-4-6 2789,-20-13-1635,-9 13-1439,2-5 358,-6 10-471,-3 24 599,1-3-839,-2 10-68,-1 2 107,1 16-79,0 7-55,-1 6-12,2 10-5,0-3-6,2 9 0,0-4 12,-2-6-12,1-14 393,-2-5 184,0-11-330,2-29-62,3 0 11,6-26-112,0 18 84,11-5-44,0 11-57,8-3 6,11 6-78,-18 14-18,6 3 7,-20 10-51,18 17 11,-9 3 11,11 20 1,-17 2 27,-6-7-16,-6 11 22,-5-14 78,-3 3 85,2-17 21,0-11-60,3-20-68,2-1 140,4-35-40,6 7-69,-2 10 0,2 0 19,15-18-44,3 8-51,-3 14 6,4 7-56,-5 12-124,13 7-77,-6 13-124,4 16 112,-14 1-443,-1 16 191,-9-14-1790,-2 11 0,-1 2-4270,1 11 3553,-1-11 1,0-3 3010,1-3 0,9-9 555,6-24 4939,3-11-1315,5-17-1374,-8-12-878,-1-9-1143,-7 7 1071,7-20-987,-11 24-269,6-10-280,-10 24-263,-3 11-39,-2 11 45,2 16-12,3 21-50,-3-10 0,-1 4-451,1 6 0,-2 2 470,0 7 1,-2-1-23,0-9 0,-2 1-39,-3 21 0,-2 0 25,2-22 1,0-1 2,-3 14 0,0-2 30,-1 5 29,0-22-17,2-18 17,-3-13 51,-23-53-40,5-5-548,7 16 1,0-2 524,4-4 1,3-1 16,1-3 1,2-1 13,1-1 0,3 0-25,1-5 1,5 1 96,7 11 0,5 4-139,5-1 0,4 2-3,6 2 1,4 2 27,4 3 1,3 4-15,2 4 0,3 5-8,-1 5 0,1 4-3,-1 5 1,0 6-21,-2 6 1,-1 6 5,-4 4 0,-3 5-8,-6 4 0,-5 5-31,-7 2 0,-7 3-45,-11 1 0,-9 0-109,-9 1 0,-8-2-278,-10 0 1,-7-4-1128,-7-2 1,-4-4-3302,-3-4 1,2-4 3845,14-4 0,3-4 0,-15 1 1,41-8-1</inkml:trace>
  <inkml:trace contextRef="#ctx0" brushRef="#br0" timeOffset="121991">26798 5954 20548,'-20'-48'689,"0"10"-504,-10 47-107,11-1 90,-19 15 11,13 3-2184,5-1 0,1 2 2073,-9 14-15,9-7 0,2 1 225,0 17-256,3-1-46,12-18 0,6-1 119,11 5 169,19 16-147,-8-31 135,17-4-33,-6-17-51,16-8-37,-16-5 1,-1-1-20,15-10 16,-16 3 1,-4-3 118,0-16-155,-15 12 1,-1-2 1360,-5-2 1,-3-1-1353,-2-1 0,-3 1 1057,-8-28-906,-12 8-56,-16 13-16,-13 12 181,-9 14-322,20 15 1,0 4-35,-11 4-5,15 7 0,4 3-33,10 9 290,-2 6-336,15 1 16,14-5-105,7 9-67,11 1-203,13-2 18,-7-12-711,6-7 235,-19-14 425,-4-3-3853,-8-13-1652,-6 4 5128,0-10 0,-2 11 0,0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5T15:23:11.7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2874 2518 16051,'-3'-4'4531,"0"1"-4100,3 3-353,-53-38-22,22 38-25,-9-12 0,-2 5 0,14 21 0,2 8-643,-7 1 0,1 2 623,5-5 1,0 3 2,-11 11 0,3 2-102,-3 11 71,13-14 1,5 1-7,10 10 12,22-10 6,7-13 16,37-4 0,-7-12-11,-14-3 0,0-1 34,13-3 1111,-17-1-809,-17 1 244,-22 3-541,-22 8 1,-5 1 21,-14 10 1,-3 3-23,1 2-258,-2 2 0,2 4 269,8 7-33,19-14 0,3 1-12,-4 22-10,13-13 33,55 8 5,6-29-427,-1-3 0,4-4 335,-5-10 0,1-6-359,4-1 1,0-3-2316,1-2 0,0-2 2733,-7 2 0,-4 0 0,13-4 0,-25 8 0</inkml:trace>
  <inkml:trace contextRef="#ctx0" brushRef="#br0" timeOffset="276">3292 2568 22386,'29'-12'-84,"16"-2"-155,-3 5 1,4 0-501,-2 0 0,-1 1-519,-3 1 1,-2 2-4484,22-3 5741,-18 8 0,-22 0 0,-11 3 0</inkml:trace>
  <inkml:trace contextRef="#ctx0" brushRef="#br0" timeOffset="476">3552 2595 23730,'-41'6'196,"2"13"-157,21 26-25,7-14 0,1 1-675,0 4 0,1 2 641,1 2 0,2 0-184,2 2 0,2 0-617,4 2 0,2-1-2077,3 2 0,2-1 2898,1-6 0,0-3 0,5 10 0,-7-22 0</inkml:trace>
  <inkml:trace contextRef="#ctx0" brushRef="#br0" timeOffset="859">4206 2810 17557,'-7'1'4078,"1"-1"-3605,-25 4 1,-4 0 131,15-2-449,-16 3 1,5-2 90,26-2 111,5-1-341,22-3-196,7-3-678,27-4-62,-10 1-851,-15 2 0,1-1 1710,26-6 0,-18 5 1,-5-1-1</inkml:trace>
  <inkml:trace contextRef="#ctx0" brushRef="#br0" timeOffset="1043">4773 2502 24827,'-11'34'-20,"6"-3"1,1 4-250,1 5 1,1 1-1520,2 12 1,2 0-1969,0-6 1,1-2 3347,1-4 1,1-3 0,0 9-1,-2-21 1</inkml:trace>
  <inkml:trace contextRef="#ctx0" brushRef="#br0" timeOffset="1360">2715 3856 18289,'-51'12'728,"0"0"0,-1 0 0,-10 2 0,12-2-431,24-2 151,31-8-171,30-5 0,15-3-195,-10 0 0,3-2 0,4 1-1069,8-2 1,5-1-1,3 0 1,-3 1 998,-8 0 1,-2 0-1,1-1 1,6 0-2,-5 1 0,6-1 0,2 0 1,2-1-1,-1 1 0,-3 0 0,-6 1-311,6-1 0,-6 1 1,0 0-1,8-1 305,-12 1 0,7 0 0,3-2 0,3 0 0,1 0 0,-1 0 0,-3 1 0,-4 0 0,-6 2 2,10-3 0,-7 2 0,-2 0 0,5-1-4,-4 1 1,2-1 0,2 0 0,0-1 0,0 1-1,-1 1-415,7-2 1,1 1 0,-1 0 0,-3 1 0,-5 1-43,1-1 0,-6 2 1,6-1 453,0 1 0,8-1 0,2 0 0,-7 2 0,-14 1 0,11 1 0,10 3 0</inkml:trace>
  <inkml:trace contextRef="#ctx0" brushRef="#br0" timeOffset="2218">1783 2988 10376,'-11'-57'1468,"0"1"1,0-1 0,1 8 0,0 2-1,0 4-435,-3-3 1,0 8-87,-5-3-1059,4 27 157,9 45-6,4 4 1,1 6-1050,0 19 0,-1 4 1018,1-5 0,0 3-8,1-4 0,0 4 0,1 1-381,1-11 0,-1 0 0,1 1 0,1 0 249,0-2 1,1 1-1,0-1 1,0 1-64,2 3 0,0 2 1,1-3-1,1-4-85,2-5 0,2-3 0,2-4-276,5 6 0,4-6-206,-3-13 1,3-5-1734,17-5-2960,-4-34 5788,-9-13 0,-11 4 0,-8 8 0</inkml:trace>
  <inkml:trace contextRef="#ctx0" brushRef="#br0" timeOffset="2650">2075 2621 9632,'4'-44'1279,"1"-1"0,-1 0 1,6-1-1,3 0 0,1 5-1770,2 7 0,3 4 597,18-9 1,8 4-54,-3 14 0,5 3-42,-4 2 0,4 1 1,3 1-887,7-1 1,3 3 0,2 0 892,-9 3 0,1 0 0,2 1 1,0 1-7,-6 1 0,2 0 0,-1 1 1,2-1-1,0 1-321,4 0 0,2 0 0,0 1 0,-1-1 0,-1 1 307,3 0 1,-2 0 0,0 0-1,5 0-24,-6 0 0,5 0 0,1 0 0,0 1 0,-2-1 0,-4 0-435,6-1 0,-5 1 0,-1 0 0,4-1 430,-8 1 0,3-1 1,1 1-1,0-1 0,-2 0 1,-4 0-108,8-1 0,-5 0 0,-1-1 0,-1 0 169,10-1 1,-2 0 0,-3 0 246,-8 0 0,-1 0 0,-2 1-204,1 0 1,-2 0 0,-3 0 803,0 1 1,-2 1-748,16-2 1,-3 1 115,0 4 2436,9-1-2302,-15 9-67,-19 3-141,1 4 2774,-4 19-2438,-12 3-73,1 21-32,-8 7-547,-4-26 0,-1 1 258,0 4 0,0 1-57,-1 5 1,1 2-31,1 2 0,-1 1-19,1 2 0,0 2 15,0-10 1,-1 1 0,0-2-11,-1 2 0,-1 1-7,-2-4 1,-1 2-1,-2-3-21,-6 0 0,-3-2-50,-6 11 0,-3 1-160,-5-4 0,-4-1-658,-6-2 0,-4-1 882,7-13 0,-4-1 0,5-3 0,3-3 0,2-2 0,-3-2 0,0 0 0</inkml:trace>
  <inkml:trace contextRef="#ctx0" brushRef="#br0" timeOffset="5569">3381 2575 19535,'-34'-22'1428,"7"4"-1367,27 17-22,1-1 57,7-1-40,1 0 95,45-16-134,-27 10 5,6-2 0,-1 0-5,-9 4 28,19-5-28,-21 6 5,18-5 6,-23 7 90,2 0-17,-13 4 123,-4 0-61,-1 0-180,-12 0 6,1 0-18,-9 0 18,8 0-17,1 1 11,4 1 6,-1 2 22,-1 0 11,0 1 35,-2 0-51,4 0-6,2-2-17,4-2-1,1 1 36,0 4 10,0 3-17,1 2 51,2 14-12,-1-1 34,1 16-39,-3-11 28,-1 13-17,-3-2 11,-4 22-56,1-20 23,1 17-23,4-43 34,1 9 218,1-22 1400,0-2-1467,-2-13-162,0 1 33,-4-22-39,-2-3-17,0-12 28,2-15 29,3 14 60,3-2-94,0 29 16,1 7-61,0 13-106,-1 3 100,0 9 22,0 13 1,-3 22-68,0 0-568,-2-8 0,0 4 291,-1 1 1,1-2 0,-4 17 0,2-3 0</inkml:trace>
  <inkml:trace contextRef="#ctx0" brushRef="#br0" timeOffset="11901">5860 4596 21125,'-3'4'750,"-3"7"-486,3-4 252,-9 8-85,-3-3-112,-9 3 140,-9-3-95,6-5-56,0-8-5,7-14-236,9 0 28,-2-14-17,9 3-27,4-5-29,9 1-16,2 9-1,10 4-5,12 11-5,-4 4 13,2 9 1,1 6-21,10 14-13,-9 2 0,-2 3 14,-1 10-269,-17-6 1,-9 1 273,-13-6 1,-6-1 8,-8 13 0,-6 1-9,-10 4 1,-4 0 5,10-15 0,-2-1 0,1-1 5,-6 5 1,-3-2 46,0-8 0,-3-2 1,5-5 14,-14 3 14,4-9 1,4-6 13,23-13 151,-3-21-173,20 3-28,11-12-17,20 9-28,5 8-6,7 10 1,4 5 2,-8 3 0,1 4-279,16 2 0,1 5 7,-8 3 0,-2 5-1652,0 5 1,-3 2-192,-7-4 1,-3 1 2117,2 3 0,-5-1 0,-5-5 0,-1-1 0</inkml:trace>
  <inkml:trace contextRef="#ctx0" brushRef="#br0" timeOffset="12460">7591 4784 22828,'-42'-21'294,"0"1"0,1-1 0,-17-9 0,6 11-143,4 25-95,7 5 50,14 3-78,7 16-22,14-12-4179,19 38 4178,0-31 176,7 2 0,3-1-170,4-6-136,4-2 1,2 1 124,10 6-29,-14-7 0,-1 1 24,1 13 2970,-16 2-2959,-22 1 0,-4-7 5,-41 5-39,1-17 129,11-6 0,-2-3-193,3-4 0,1-4-200,0-3 1,2-6-1515,5-6 0,5-4-1169,-6-10 2975,22-14 0,13 31 0,4 1 0</inkml:trace>
  <inkml:trace contextRef="#ctx0" brushRef="#br0" timeOffset="12855">7846 4971 23976,'38'16'650,"1"-9"-505,5-25 35,-7-3 10,-9-3-72,-9-4-74,-9 5 119,-6-12-67,-11 17-40,-8-5-28,-13 15 0,-8 8-12,-6 11 7,-1 7 16,2 9-39,3 5-6,4 4 1,10-6-40,6 18-56,16-12-370,13 14-957,19-11-1949,20-5 3377,-14-18 0,-1-3 0,5 2 0,1-4 0</inkml:trace>
  <inkml:trace contextRef="#ctx0" brushRef="#br0" timeOffset="13719">8776 4918 18969,'0'-7'4066,"0"1"-3007,0 6-538,0 0-337,-65-22-94,30 26-68,-10-9 1,-2 4 27,-2 32-28,22-12 1,1 1-133,-1 2 0,1 1 118,2 0 1,3 1-9,-15 20-22,17-2-1,13-5-78,30-1 6,-1-12-129,6-10 0,3-3-258,0-5 1,0-2-865,14 1 0,0-2 881,-8 1 1,4-3-1339,4-7 0,8-3 0,1-2 0,-8 0 1904,-1-2 0,-2-3 205,1-2 1,8-2-1,-3-2 1,-12 0-63,-13 0 0,-6-2 355,6-16 1,-3-3-46,-9 9 0,-3-2-10,5-10 0,-2-2-4,-2 3 0,-2 0-42,-1 5 1,-3 2 280,0-19-297,-10 21-225,-4 15 646,-4 13-870,-3 12 3244,0 13-3254,-2 15-26,8 0 0,1 4-6,2 1 1,1 0-3,0 2 0,2 1-23,1 4 1,2 0 39,2-8 1,2 0-181,1 7 0,3 2-571,2 3 0,2-2-73,-4-9 1,1-2 301,0-3 1,-3-2-2129,-9 15-353,-9-21 1429,-10-5 2638,-10-16 706,8-13-456,3-5 815,10-12-383,5 0-508,0-8-381,3 2-158,4-2-621,4 12 0,9-4-84,2 14-50,39-13-149,-19 15 0,3 0 90,-2-1 0,2 1-250,22-3 1,-3 2-317,-5 0 596,-13 5 1,0-2-112,21-9 212,-16 3 146,9-5 493,-27 6-353,-13 5 325,-6-2-28,-6 4 168,-1-3-370,-2 4 351,0 2-676,-1 2 6,-3 2-50,-2 5-1,-10 12-50,5 0-151,-12 29-50,15-20-947,-3 29-1714,13-15-5422,10 9 7453,3-11 0,-1-16 0,-4-11 0</inkml:trace>
  <inkml:trace contextRef="#ctx0" brushRef="#br0" timeOffset="13884">10044 4782 19899,'-14'-31'0,"2"7"0</inkml:trace>
  <inkml:trace contextRef="#ctx0" brushRef="#br0" timeOffset="14284">10446 4879 25270,'-59'1'119,"0"1"1,9-4 0,8 7-103,9 20-34,6 28-28,17-14-17,10 24 29,15-32-34,23-3 4,15-13 63,3-4 17,-2-7 73,-4-18 11,-23-5 56,6-16-62,-19 8-3218,-7-26 3207,-9 22-176,-3-2 0,-3-1 176,-3 6 90,-19-24-124,10 33-44,-6-3-40,10 15 3098,4 10-3176,6 4-261,2 22-389,5-7-4154,8 12 1,5 2 4681,4-1 1,6 13-1,-13-35 1</inkml:trace>
  <inkml:trace contextRef="#ctx0" brushRef="#br0" timeOffset="14852">10798 4981 25780,'20'-36'-6,"-3"18"12,-14 40 16,1 27-10,-2-9-12,-5 17-17,-4-13 17,-4-9 5,2-11 85,4-11-17,2-8 78,6-9 118,16-23-196,-5 6 39,20-27-62,-17 25 17,20-23-72,-11 21-7,12-6 18,-10 20 0,-3 10-34,7 19 22,-6 9 0,0 5-5,-3 8 11,-4-6-22,6 6 22,-6-11 11,11 3 6,-10-18 33,10 1-11,-7-20 34,0-10-17,-6-6 157,6-29 11,-8 4-23,-5 7 1,-1-1-62,1-7 129,-2-7-163,-7 35 135,1-5-151,-1 15-62,1 0-28,1 12 5,4 9-5,8 15 0,1 2-28,4 4 0,0 2 12,4 4-1255,-2-3 0,3 7 1,-3-5 945,4 11-328,-1 4 1,-6-1-736,-13-12 1388,-16-4 0,-4-2 0,6-10 0,-19 11 0</inkml:trace>
  <inkml:trace contextRef="#ctx0" brushRef="#br0" timeOffset="18404">5238 6756 23349,'45'-17'-53,"0"0"0,1 0 1,-6 2-1,0 0 1,1 2-1137,20 1 0,-1 2 819,-3-1 1,-3 1-343,-15 3 1,-3 0-419,5-1 0,-3 1-1065,9-1-3782,-20 5 5977,-21 4 0,-3 0 0,-3 1 0</inkml:trace>
  <inkml:trace contextRef="#ctx0" brushRef="#br0" timeOffset="18577">5698 6623 18665,'-45'5'457,"0"-1"1,3 2 0,5 4 951,2 19-1252,-1 15-118,17-16 1,2 2-142,1 7 1,2 0 87,3-6 0,2 2-314,1 21 1,6 2-3214,10-7 1,4-1 1084,-5 1 1,4-1 2455,9-3 0,2-8 0,-6-15 0,1-3 0</inkml:trace>
  <inkml:trace contextRef="#ctx0" brushRef="#br0" timeOffset="18783">6058 7049 20520,'2'-8'4543,"0"1"-4212,-2 7-12,0 0-375,6-41 11,-10 51-280,4-20-28,-9 49-1148,1 13-2907,6-9 4408,0 1 0,2-17 0,0-14 0</inkml:trace>
  <inkml:trace contextRef="#ctx0" brushRef="#br0" timeOffset="18950">6186 6800 20504,'-6'-40'11,"0"0"0,-2-21-1237,5 63-1435,9 16-7170,4 12 9563,0-3 1,-1-6 0,-7-14 0</inkml:trace>
  <inkml:trace contextRef="#ctx0" brushRef="#br0" timeOffset="19711">6474 7061 18184,'1'-5'4734,"1"1"-2864,-2 4-1825,15-25-45,-9 27-34,14-7 12,-14 36-6,0 7 17,-2-2 11,-2-7 17,-2-8 111,0-9 236,1-7 102,2-14-433,-1 0 51,6-21 73,0-5 73,5-13-96,-1 8 320,10-17-415,-12 34-11,13-16-28,-6 29 0,11 0-11,9 6-6,-4 6-22,21 16-12,-20 7-10,11 17-34,-23 2 5,-11 2 34,-15 2 50,-1-18 18,-7-2 77,8-21 79,1-1-95,4-8 11,4-10-50,5-12-12,8-10-5,13-11-17,-7 14 0,13-2-11,-12 22 11,11 2-12,1 14 1,3 9-11,7 15 27,-15-6 1,0 3-3398,2-5 3386,-15-11-320,26 6 337,-19-18 6,15-9-6,-11-3-154,11-19 210,-9-6-1072,-10 5 0,-1-3 1027,7-14 14,-11 12 1,-3 1 2146,-1-8-2009,-2-6 258,-7 19-90,-18 5-281,2 21-50,-8-1 186,1 19-225,4 11 3391,-3 16-3394,11-8 0,3 2-25,2 14-101,6-10 0,6 0-643,25 10-304,-9-17 1,5-1-1079,8-3 1,3-4 1658,-2-3 0,-1-4 1,14 2-1,-22-9 0</inkml:trace>
  <inkml:trace contextRef="#ctx0" brushRef="#br0" timeOffset="20285">8577 6707 25847,'22'-9'-588,"21"1"221,16 5 0,7 1-2340,-12 1 0,-2 0 2578,-2-1 1,-3 1-77,-12 1 1,-4 2 1051,0 10-925,-15 3 78,-19 6 45,-39 8 41,14-15 1,-4 0 172,-9 5 1,-3 1-31,-2-1 1,-1 0 114,-5 2 1,3 1-180,11-6 0,4-1-252,1 0 1,5-1 120,5-2 2538,15-6-2398,34-11-163,-2-1-45,21-5 1,7-2-367,-12 1 0,0 0 411,18-6 0,-2-2-5,-19 8 0,-4-2 10,-2-3 1,-3-4 654,6-23-547,-9-4 55,-22 15 1,-4 2 4,-9-5 485,-11 0-232,-2 15 218,-2 2-118,3 2-430,7 7 893,9 6-994,6 4 46,0 0-74,10 12 16,1 0-47,9 10 0,4 4-31,4 4-182,6 10 0,-1 1-76,-5-3-678,-4 7 1,-7 3-3658,-18 9 3998,-2-20 1,-2-2 0,-8 1 0,1-17-1</inkml:trace>
  <inkml:trace contextRef="#ctx0" brushRef="#br0" timeOffset="20742">10643 6899 21415,'2'-55'1193,"-1"-1"0,-1 8 0,-3 5-880,-2-6 772,-10 15-990,7 23 57,0 4-158,5 13 81,4 38-157,4-7 1,1 3-17,-2-2 0,0 1-230,4 7 0,1 0-370,0-5 1,1 0-3745,3 13 1,1 1-475,-3-11 1,1-2 4407,0 5 0,-1-8 1,-6-20-1,-2-8 1</inkml:trace>
  <inkml:trace contextRef="#ctx0" brushRef="#br0" timeOffset="21602">11303 6783 22228,'0'-50'1000,"0"1"1,0 5 0,-3 8-727,-5 20-58,1 7-211,4 6 73,1 8-67,2 8 23,3 12-51,-1 8 11,1 8 67,-6-8-61,-16 15 45,-6-20 62,-21 5 49,13-21 29,1-14 28,18-13-112,7-4 39,7-17-73,10-1-56,1 0-28,23-13 17,-15 29 6,24-8-6,-21 23 0,11 6 11,-13 7-61,12 29 27,-16-10-25,-3 10 1,-5 5-54,-20 20-382,-1-14 1,-6 1 459,-10-4 1,-5-3 13,-4 0 1,-2-3 33,0-5 1,1-3 16,5-7 0,3-4 126,-13 1 5,20-14-89,16-15-45,15-8-33,13-8 0,5 2-4,5 7 1,3 2-20,22-4-508,-12 6 0,-1 1 513,17 1 348,-22 6 0,-2 2-392,9 0-177,9 2 1,4-1-146,-22 1 0,0 1 193,20-1 0,1 0 31,-14-3 0,-3 0 120,13-3 23,8-15-47,-29-4 103,3-11 61,-5-5 1181,-7 0-979,-8 5 81,-6 7-159,-12 12-118,-14 12-112,0 9 430,-17 14-425,17-1 111,-10 27-133,17-8-6,6 16 1,21-10 0,16-7 16,2-12 0,22-7 0,-25-13 1,2-2 10,-1-3 1,0-1 11,4-3 0,-3-3 22,9-17-5,-15 2-1,-11-2 135,-17-27-84,-12 11-59,1 8 1,-3 1 35,-25-6-10,-6 9-29,-3 12-5,3 9-79,7 15-212,7 10-40,11 5-4015,5 32 4329,11-17 0,-1 5 0,6-23 0</inkml:trace>
  <inkml:trace contextRef="#ctx0" brushRef="#br0" timeOffset="22569">13066 7161 17479,'6'-5'5489,"-1"1"-4750,13-30 1,3-9 189,-8-1-610,9-8 1,-1-1 162,-15 8-163,0 11-129,-4 13-156,0 12-45,-2 9 22,0 12-5,0 2 5,1 33-17,-1-4 3,0-10 1,1 1 2,-3 5 0,-1-1-6,1 5 0,-3 6 29,3-38 72,2-6 62,-1-5-68,4-12-38,3-13 5,6-16-23,6-14-2,-6 24 0,0-1-12,1 0 1,0 2 3,13-25-1,-3 16-28,-5 13 1,-4 12 5,0 8 0,3 5-11,7 8-17,6 10 39,3 12 0,-1 12-11,-6 8-219,-8 1 191,-7-5-3314,-5-5 3342,-3-19 23,-2-5-1,0-14 29,1-2-7,3-8 103,4-8-147,10-21 3403,-5 9-3409,9-12 12,-9 19 5,2 2-22,-2 9 5,0 5-22,5 6-5,21 21 5,-6-2 28,-6 0 0,0 0 11,6 3-17,-2-3 12,3-12-1,-18-6 29,21-14-34,-16-5 11,8-18 6,-12 7 5,2-14 12,-6 7 16,2-7 96,-3 7-68,-7 14-50,-2 9-16,-4 11-46,0 2 23,0 3 0,2 21-29,1 19-21,4 14-1767,-2-24 1,1 0 1569,5 10-644,8 6-2245,8-10 2579,3-4 1,-7-11 0,-9-15 0</inkml:trace>
  <inkml:trace contextRef="#ctx0" brushRef="#br0" timeOffset="22759">14307 6640 19762,'-3'-5'3283,"0"0"-2280,3 5-1485,-26-33-1826,20 42-443,-17-27 1931,31 66 0,-5-37 0,2 9 1</inkml:trace>
  <inkml:trace contextRef="#ctx0" brushRef="#br0" timeOffset="23476">14465 6840 21780,'2'-5'3793,"0"0"-2802,-2 5-1002,25-30 11,-15 32 33,19-18-16,-22 44 0,-4 12-23,1 1-22,0 10 0,-2-1 12,-5-14 13,0-1 0,-1-3 9,0-14 16,-2 5 213,6-21-112,10-32-44,-2 11 63,7-16 1,1-2-47,2 2-18,0 2 0,1-1 1,10-5-68,-7 13 0,1 3-11,8-5-33,18 4 49,-22 20-32,5 2-24,-6 13-21,-10 9-146,1 21-85,-7 0-161,-4 13-124,-1-10 269,-1-10-409,16 2 554,6-21 124,18 0 61,4-21 85,2-9-18,-12-4 338,6-19-248,-25 17 246,9-17 85,-21 22-364,-2 3-85,-3 7-94,-4 11 27,0 0-28,-3 19 12,3-9 22,5 20 22,22-13-27,4-2 10,18-8 46,-7-18-12,0-5 56,-6-11 73,-5-8-61,-10 3 391,-4-26-375,-10 28-28,1-17 79,-7 20-118,-2 8-34,-1-2-117,-1 10-218,1 4-354,-4 8-873,-1 9 56,0 3 1484,-1 17 0,6-22 0,0 7 0</inkml:trace>
  <inkml:trace contextRef="#ctx0" brushRef="#br0" timeOffset="23725">15840 6670 21765,'15'-45'1037,"1"-1"1,-1 1-1,5-15 1,-4 6-327,-4 1-123,-7 18-521,-5 18 224,-3 10-280,-4 22-17,-8 18 6,4-4 0,1 4-485,-3 9 1,1 3 445,0 7 0,0 1-79,3 4 0,1-2 12,2-11 0,2 1-418,5 12 0,4-2-120,2-22 0,2-2-628,3 12 1,3-3-4731,13 6 6002,-6-17 0,-8-14 0,-8-9 0</inkml:trace>
  <inkml:trace contextRef="#ctx0" brushRef="#br0" timeOffset="24458">15955 6978 19814,'-32'-34'855,"-1"1"1,0-1-1,-10-11 1,8 9 247,15 17-1030,23 7 232,25 4-283,24 2-22,-17 3 0,2 1-31,12 0 1,-1 1 7,-15 0 1,0 1-29,10 0 1,-3-1-95,0 1 172,5 0-50,-14-1 532,-11-3-425,-7-3-17,-8 0 180,-2-7-56,-7 4 134,-9-7-219,0 9 45,-12 1-106,11 5 0,-14 6-23,11 5-33,-3 7 33,13 4 6,13 1 45,18 3-56,-1-10 33,22-1 23,-13-10 11,8-8 39,-5-5 29,-7-9-24,-9-5 12,-7-4-11,-7 0-39,-11 1-1,-6 4 18,-22 5-79,7 9 22,-20 7-27,13 10 10,-5 8-27,5 10-6,8 9 11,16-2 0,3 2-22,3 11 8,4-14 0,4 0-19,20 10 0,12-2 13,-10-16 1,3-2 5,1-3 0,3-4-1696,9-3 1,-2-4 1703,16 1 3,-19-9 1,-1-4-50,6-10 114,6-13 17,-9-14-6,-6-13-34,-19 21 1,-2 0 21,6-24 93,-10 16 1,-2 1 114,-1-7-268,-1-13-12,-4 32 0,0 12 0,0 10 0,0 4 3344,0 3-3344,20 33 0,-5-8-283,7 11 0,1 5 173,-5-6 1,-2 1-521,3 11 0,-5 3-743,-5-1 1,-9 1 1372,-13 0 0,-5-3 0,-2 6 0,-14-13 0</inkml:trace>
  <inkml:trace contextRef="#ctx0" brushRef="#br0" timeOffset="29155">5145 8725 17613,'-3'0'3422,"0"0"-2660,3 0-302,62-48-401,-31 33 0,4-2-1108,3-3 0,7-4 0,1 0 0,-4 3 1035,12 0 0,0 2-16,-9 2 0,1-1 0,1 2-282,-2 1 1,0 1 0,-2 1-994,8-1 0,-1 0-1231,-7 2 1,2 1 0,-5 1 2535,19 0 0,-30 7 0,-20 3 0</inkml:trace>
  <inkml:trace contextRef="#ctx0" brushRef="#br0" timeOffset="29357">5702 8514 13088,'-2'-4'6884,"1"1"-3445,1 3-3255,-9-17-4,5 39-85,-10 3-73,9 11 1,3 6-487,-3 4 0,0 2 391,0 4 1,1 1-208,1 1 0,0 1-491,3 1 1,2-2 59,0-12 0,3 0 711,11 18 0,2-6 0,-6-16 0,2-7 0,-1 0 0</inkml:trace>
  <inkml:trace contextRef="#ctx0" brushRef="#br0" timeOffset="29730">6251 8895 20780,'3'-47'1058,"1"-1"1,-1 5 0,-6 14-892,-15 27-111,0 10 128,-19 31-122,9 3-235,8-11 0,0 3 178,-4 24-5,11-3 197,22 1-57,9-24 33,20-6-5,3-31-11,5-14-12,2-15 108,-6-10 66,-11 0-61,-14-1-96,-14 6-55,-14 4 249,-10 7-322,-9 8-6,-3 9-34,6 5-72,-1 8-185,10 12-292,4 6 39,6 4-2811,25 18-3685,12-12 6164,13 7 0,-14-19 0,-11-10 0</inkml:trace>
  <inkml:trace contextRef="#ctx0" brushRef="#br0" timeOffset="29972">6871 8640 19535,'11'-46'1270,"0"0"0,0 0 0,4-21 0,-4 10-363,-8 24-296,-4 3-331,-2 15-252,-2 9-67,-2 14 100,-14 50-53,11-25 1,1 2-6,-5 10 0,1 4-15,6-4 1,2 4 0,1-5-531,1-5 0,1-1 444,-1 11 1,1 6 0,1-4-455,2 6 0,1-1-137,-1-9 1,0 4-1,1-2-411,0-1 1,1 0-1,2-2-1286,1 16 0,3-4 2386,2-11 0,0-7 0,3 2 0,-1-21 0</inkml:trace>
  <inkml:trace contextRef="#ctx0" brushRef="#br0" timeOffset="30679">6854 9234 16465,'-11'-42'1628,"1"0"1,0 1 0,-1-3-1,2 4-1224,-1-17-427,20 40-27,16-7-51,23 9 42,-15 8 0,3 1-17,6 1 1,2 0-209,2 1 0,1-1 239,8-2 1,-3-1 46,-18 3 1,-1-1 30,7-3 1,-3-3-3017,2-11 3106,-8 3 191,-7-10 72,-20 10 96,-4-1-74,-8 5-7,-6 7-295,-10 4 3387,-7 13-3420,-6 11-40,-4 15-21,1 11-7,11-6-5,3 19-5,17-22 49,10 12-16,15-21-16,4-12 123,38-18-85,-27-5-5,27-13 173,-13-19 236,-9-8-320,1-1 118,-18-3-5,-17 22-7,0 0-44,-2 10-112,-1 12-72,-3 8-24,-8 21-4,-3 8-1,-1 9-28,4 12 28,7-5 68,11 11-79,10-3-23,20-9 59,-3-26 1,5-5-15,-2-4 1,2-4-259,1-2 1,0-4 237,3-7 1,-2-5 19,-5-2 1,-2-3 13,0 1 1,0-3 13,13-17 1,-4-6 5,-15 8 0,-3-4-480,0 0 1,-1-4-1,-3-1 455,-5 3 1,-3-2 0,-1 0 13,-2-2 0,-1-1 0,-2 0 27,-1-4 1,-2 0 0,-1 4-6,-1-2 0,-3 4-118,-3-4 1,-4 7 269,-10 13-91,-3 6-60,2 16 424,-1 20-470,-9 41-5,8-4 303,8-12 1,0 5-310,5-2 0,2 4 0,1 1-187,1 9 1,1 2 0,0-1-261,-1 0 1,0-1-1,4 3-958,3 0 1,4 4 0,1-2 0,0-7 968,5 3 1,1-5 0,2 12 0,-1-7 0,1-13 0</inkml:trace>
  <inkml:trace contextRef="#ctx0" brushRef="#br0" timeOffset="31947">10037 8815 20182,'0'-62'1071,"1"0"1,-8-1 0,-8 14-804,-20 32-105,-27 9-102,29 17 1,0 6-15,-4 6 1,0 7-18,8 2 0,1 5 0,3-1-325,-3 2 1,3 3 295,6-1 1,1 4 0,5-2 12,5 0 0,5-1-11,4 8 0,5-1-15,6-5 1,6-3 5,9-5 1,5-5 2,6-6 1,3-4-636,6-6 1,1-5 679,0-6 0,0-6 19,-3-4 1,-2-6-1016,0-14 0,-4-3 1001,-14 9 1,-4-3 50,3-16 1,-6-3-370,-12 9 0,-4-1 327,0-12 0,-3-2-30,-4-3 1,-3 0 82,-7-6 1,-2 2-63,6 19 1,-3 4 47,-6-6 0,-3 8 772,-11 14-839,-13 5 2724,10 15-2775,3 21 1,3 5 5,1 9-627,10-2 1,-1 8-1,4-4 638,4 20-33,3 1 0,5 3-106,5-18 0,4 0-65,2-1 1,2 2 0,1-2 116,0 1 1,2-2-45,8 9 0,1-6-15,3-9 108,-1-6 88,-9-16-4,-10-28-18,-2 1 3229,-4-29-3117,-1 1 57,0-13-26,3 21 1,1 1 52,5-17 484,0 8-573,2 20-90,-2 14-39,1 1 0,11 9 6,16 23-23,8 11 11,1 10-5,-21-19 0,0 1-96,14 20-117,-6-15 0,3 0-135,-4-8 1,1-1-328,5 2 0,3-4-1196,1-9 0,-2-3 89,14 2-318,5-7-2504,-20-16 1691,3-17 4112,-4-11 1690,-5-18-917,-17 13 1628,-4-14-800,-6 8-1562,0 13 0,-1 1-662,-1-13 101,-1 14 1,0 4-313,0 7 239,-3-11-10,0 24-589,0 1 6,-7 34-6,-1 24-2,5-1 0,0 3-323,2-10 0,2-1 320,1 1 0,4-4 91,20 7-91,-6-27 6,20 3 55,-4-24 40,22-19-1,-9-7-30,-19 7 0,-4-2 2,2-11 68,-6-13 647,-10-3-731,-2 8 39,-4-16-73,-5 36-22,0-2 13,0 15-1279,2 8 324,14 20-704,3 3-1659,15 21-5965,2-4 9281,-3-4 0,-11-13 0,-8-9 0</inkml:trace>
  <inkml:trace contextRef="#ctx0" brushRef="#br0" timeOffset="32529">11315 9049 25556,'-43'11'123,"-1"0"0,4-4 1,14 2 88,30 2-88,5-7 122,31-6-207,-14-4 22,7-4 1,2-2 56,3-8 84,13-10-23,-24 2-62,-10-3-55,-10 5 95,-5-14-17,-6 16-28,-4-8-34,-5 17-50,-2 6-28,-2 5 6,-2 6-12,-9 15 6,8-1-17,-9 20 6,17-12-6,-3 32-39,11-15 6,9 19 11,4-23-90,25 5 112,-12-23 12,26 5-1,-21-19 3,8-7 0,0-3 20,-1-4 22,5-6 1,-2-5 4,-6-11-4,5-9 4,-12-12-16,-16 21 0,0-2 101,0-3 0,0 0-17,2-23 129,-5 16-34,-5 28-144,-1 3-63,1 6 0,-1 4 0,1 3 0,0 6 0,2 2 0,15 28 0,-4-11 0,4 2 0,2 3-113,1-2 1,1 0-73,1 2 0,1 0 50,-1-1 1,-1-1-563,-3 3 0,-5 0-1185,-14 13-2238,-5-13 1,-6-2 3271,-24 9 0,7-15 0,10-13 0</inkml:trace>
  <inkml:trace contextRef="#ctx0" brushRef="#br0" timeOffset="33156">12225 8414 22386,'0'-5'3344,"0"0"-2342,0 5-935,-19 6-4279,13 49 4218,-13-12-18,18 8 1,6 6 39,-1-13 1,2 0-133,1 11 0,1 3-159,-1-2 0,1-1-130,-1-2 1,1-2-359,-1-4 1,1-3 417,-3-11 0,0-2-446,7 19-2329,-4-10 5505,-4-21-2033,0-2 1244,-18-47-784,-3 0 184,-16-20-498,6 21 979,-11-12-677,18 15 437,-3-10-1086,23 10-147,23 1-27,25-1-474,-11 13 0,2 1 468,-5 2 0,2 0-11,24-5 0,1 1 16,-20 4 1,-2 0 0,10-2 0,-1-1 2,-7-1 1,-4-1 53,3-8 11,8-11 90,-27 6 201,-11 2 196,-6 4-39,-5 5 808,-2 2-964,-2 3-91,0 4-78,1 3-151,2 4-67,-1 1-11,-1 15-17,-2 11-79,0 22-184,1 9-29,4-24 1,3 1-371,2 1 1,1-2-498,7 22 1104,2-17 1,1-4 0,-4-11-1,9 14 1</inkml:trace>
  <inkml:trace contextRef="#ctx0" brushRef="#br0" timeOffset="33347">13132 8660 22179,'-13'-49'571,"-1"0"1,0 2-1,1 12-599,3 27 32,1 3-329,3 14-5104,3 22 4628,4-3-1503,8 26 80,1-24 1729,14 24 0,-14-34 1,4 8-1</inkml:trace>
  <inkml:trace contextRef="#ctx0" brushRef="#br0" timeOffset="34307">13500 8765 18056,'1'-4'5394,"0"1"-3524,-1 3-1388,-24-63-185,1 45-236,1-15 1,-4 7 22,-28 48-72,17-2-10,10 2 1,4 4-8,1 14-29,2 13 17,11-11-106,24 16 17,9-23 69,-1-11 1,3-3-163,4-7 1,0-4 192,22 1-1605,-8-12 1,-2-5 1599,-3-3 36,-4-4 0,-3-3 71,-10-14-18,-5-15-50,-11 7 33,-11 4 1,-4 0 73,-9-14-88,3 15 1,-1 1 2,-12-9-44,0 15-124,5 14 165,2 13-372,6 12 2725,5 24-2960,9-8-1103,15 18 570,4-25-2586,31 15 1192,-5-20 1451,-11-6 0,1-3 341,25-6 1709,-4-10 1282,-8-6 528,-8-7-473,-9-2 19,-5-6-1760,-11 10 398,1-5-609,-12 15 289,1 1-676,-3 9 16,-1 15-23,-1 10-5,0 17 17,0 5 11,-2 1-45,-2 11 17,-1-13 0,-2-1-11,3-25 61,2-10 130,5-13-152,1-3 44,11-15-3290,13-19 3268,-3 5-192,-4 7 1,1-1 264,10-7-145,-8 12 0,2 1 44,16-5-16,-2 7-12,-7 15 12,-6 11 3151,4 6-3162,-2 13 601,-5 7-591,-3 6 197,-7-7-202,13 19 17,-14-31-17,13 14 22,-17-29 17,13-9-28,-8-3 57,14-15 44,-8-6 84,7-29-17,-8-1-81,-9 21 0,-2 0-9,-1-13 102,-4-4-12,-2 20-116,0 1-63,-2 14 0,0 11 0,1 6 0,-2 4 0,2 16 0,2 11 0,3 9 0,7-1 0,4 1-85,6 4-1964,11 7 0,2 0 1623,3-7-1553,4 2 0,1 1-6511,-6 1 8286,-13-16 1,-3-2-1,-8-2 1,-10-12-1</inkml:trace>
  <inkml:trace contextRef="#ctx0" brushRef="#br0" timeOffset="34757">15327 8741 21030,'-2'-4'3053,"0"0"-2880,2 4-106,59-79-294,-30 63 1,2 0-330,0-12 1,2-5 0,0 8-11,7 13 1,1 7-1883,6 0 0,2 3 2448,7 1 0,-1 1 0,-15-1 0,-2 1 0,-6 1 0,1 1 0</inkml:trace>
  <inkml:trace contextRef="#ctx0" brushRef="#br0" timeOffset="34913">15647 8915 25298,'60'-15'-369,"-1"0"1,-9 4 0,2 0 0,-9 3 0,0 2 0,-11 2-1,0 0 1</inkml:trace>
  <inkml:trace contextRef="#ctx0" brushRef="#br0" timeOffset="35622">17276 8437 17927,'0'-3'5282,"0"1"-3277,0 2-1691,-58-63-79,27 41-204,-3-13 0,-2 3 70,-5 24-101,10 7 25,0 7 0,-1 2-3,-12 7-5,15 0 0,1 0 0,-6 11 11,-1 14-17,12-11-22,-6 21 11,11-12 22,-3 13 6,4-1 39,6-2 6,3-6 11,4-6-33,3-10-40,0-9 56,0-7 23,1-6 369,0-3-34,1-1-145,4-4-168,10-6-44,26-16-52,-8 7-10,17-6-17,-3 10 0,-12 8-23,16-1 23,-23 12 11,20 17-45,-11 3 14,-10-5 0,-2 3-53,7 17-28,-15 4-11,-21 3-84,-21-1 39,-6-10-39,-8-4-783,2-13 1,-1-4-915,-14 1-1891,11-6 0,3-4-5363,7-11 9158,14-5 0,14 5 0,1 3 0</inkml:trace>
  <inkml:trace contextRef="#ctx0" brushRef="#br0" timeOffset="35972">17652 8375 26133,'4'59'156,"-1"1"1,-1 2 0,-2-7-90,-7-6-39,1 8-22,3-19 67,13-7 0,-1-20 184,32-6-66,2-17-376,-9 1 0,1-2 339,-2-4 0,-1-2-14,-2-1 0,0 0-17,-4 0 0,-1 0 96,14-12-129,-12 11 57,-11 11-147,-6 13 0,-3 15 0,1 18 0,-1 21-438,-3-7 1,-2 2-538,-2-13 0,-1 0-2123,-1 6 1,-1 4-1,-1-4 2655,-2 0 0,0-3 1,0-2-1,1-4 1,-2 8-1</inkml:trace>
  <inkml:trace contextRef="#ctx0" brushRef="#br0" timeOffset="98702">20186 8469 15782,'-53'-4'2423,"0"1"1,7 0-1,10 0-1986,24 0-112,8 1-488,5 2-5,7-2 152,5 1-15,16-2 0,6-1-25,1 2 0,2 0-151,19-1 0,3 1 120,-9 3 1,-2 3 18,-8 0 1,-5 3 23,6 15 100,-46 10 5,-39 9-50,17-22 1,-4-1 19,-14 7 1,-7 1 0,6-2-460,11-7 0,1 0 448,-9 5 1,-5 1 0,8-3-21,0 3-28,7-1 17,22-7 240,16-7-190,35-3-44,-9-4-7,15-6 1,3-2 11,-17 0 0,0-1 8,13-5 1,-1-4 27,-12-4 1,-4-2-15,5-11 57,-11-22 33,-18 18 145,-6-15-133,-1 18 1083,-4-3-899,3 19-151,0 3 129,3 6-163,0 7-123,0 2 5,7 7-16,22 16-11,-3-1-12,17 13-190,-17-8 0,-3 1-106,6 9 94,-7-8 1,-4 3-2714,-17 12 0,-8-1 2432,-7 10 0,6-15 1,-2-4-1,-5-13 1</inkml:trace>
  <inkml:trace contextRef="#ctx0" brushRef="#br0" timeOffset="99568">21695 8534 21702,'4'-47'1099,"1"1"1,-1 5 0,-1 9-898,-3 19-432,0 8 236,0 18 10,1 10-10,2 21 5,2 8-5,0 5 16,-1-1 12,-2-8-17,-4-10 33,-2-11 28,1-13 511,-1-6-247,2-10-225,-1-10-33,-2-26-61,1 4 5,2 2 0,1-3 28,2-20-45,3-1 17,3 17 0,2 2 0,6-5-23,7-12-10,-4 29-18,0 11-38,12 13 50,-7 6-1,11 7 35,12 24-9,-19-10 0,0 3-388,0-3 0,0 1 365,2 9 1,-3 0-37,-2 7 34,-4 6 0,-10-17 45,-18-3 55,0-17 102,-7 0-74,7-9 46,0-18 646,5-9-798,-1-9-39,13-24 36,5 20 1,4-1-340,2 0 1,3 1 335,6-5 1,3 4 0,-5 12 0,1 5-235,24-8 240,-2 14-22,1 20-11,0 16-46,-20 5 1,-2 4-101,10 14-232,-16-6 0,-4 3-2224,-5 20-776,-8-22 0,-2 1 2904,-1-5 0,-1-3 1,-2 9-1,0-19 1</inkml:trace>
  <inkml:trace contextRef="#ctx0" brushRef="#br0" timeOffset="100032">23435 8365 18880,'-5'-56'1626,"0"0"0,0 3 0,-3 11-993,-4 26-359,-11 3-207,0 6 56,-27 13-33,-9 11-57,19-2 1,-2 2-15,0 4 1,1 3-2881,2 9 0,5 2 2845,-6 14-4,27-13 0,10 1 1155,33 12-1197,-4-18 1,7-1-116,10 0 1,6-3-40,6-1 0,3-2-384,-19-8 1,1-2 0,0-1-1518,21 5 1,0-3 2116,4-4 0,-4-2 0,-26-3 0,-3-2 0,27-2 0</inkml:trace>
  <inkml:trace contextRef="#ctx0" brushRef="#br0" timeOffset="100433">24361 8388 14723,'18'-52'1493,"0"0"1,-2 5 0,-8 7 1150,-19 8-2224,-25 11 404,3 10-749,-15 13 1,-1 6-54,4 3 49,3 1 1,1 3-55,-5 19-12,12-6-22,4 6 1,1 3-35,0 15 34,10-21 1,5 2-113,14 29 56,20-27 42,8-8 1,5-3 7,16-3 17,4-11 1,1-5 5,-3-6 11,-6-3 0,-1-4-1963,5-16 1985,-21 6 1,-2-3 2,-3-4 1,-3-4-309,-1-14 1,-4-2 296,-5 14 1,-3-2 35,1-17 1,-5 0 78,-12-12-42,-5 22 0,-3 1-36,-12-9-15,-6 23 1,-3 6-31,0 10-14,4 1 0,-1 5-76,-16 21 39,13-4 172,1 16-446,16 5-756,0 9-471,9-14 0,1 2 1535,3 5 0,2-2 0,-1 5 0,6-5 0</inkml:trace>
  <inkml:trace contextRef="#ctx0" brushRef="#br0" timeOffset="100684">24295 8412 26525,'3'-5'45,"15"22"-57,19 28-707,-9-14 0,4 3 60,13 9 1,1 1-1211,-7-5 1,1-1 1868,-9-7 0,2 0 0,-5-3 0,10 12 0,-9-9 0</inkml:trace>
  <inkml:trace contextRef="#ctx0" brushRef="#br0" timeOffset="101829">25399 8051 23483,'14'-33'-252,"12"16"0,6 6 56,1 8 0,1 3 70,7-2 0,1 3-773,7 7 0,-7 5 238,-17 6 236,-3 20 223,-67-6 216,11-15 0,-3-1-599,-5 1 0,0-1 646,8-4 1,-1 0 221,-8 4 0,1-2 451,0 1-420,-8 4-68,35-14 169,13-3 5,18-4-308,4-1-48,12-4 1,6-1-37,-8-1 0,2-1 531,13-4 1,0-4-437,-6-6 0,-4-1-22,8-11 14,-20 7 0,-5 1 36,-8 0 415,1-19-236,-14 19 6,-5-7-6,-6 14-150,0 6 284,0 4-357,8 6-163,1 1-23,6 5 74,7 10 16,2 0-28,22 21-25,-6-8 0,1 0-98,0 3 0,-1 0-11,3-1 0,-5 2-989,-12 5 1,-9 0-3662,-22 15 4122,4-17 1,-1-2 0,-11-1-1,10-13 1</inkml:trace>
  <inkml:trace contextRef="#ctx0" brushRef="#br0" timeOffset="102429">26817 7913 20671,'0'-5'2348,"0"2"234,0 3-2532,-17-9-61,-4 3 5,-13-6 9,2 6 0,-3 1 14,-23-2-20,16 3 0,-1 0-36,-16 1-23,18 4-10,18 0 44,15 2 16,6 0 12,2 1 40,0 12-1,3 3 17,1 14-17,1 4-33,0 4 33,-2 2 0,-5 8-33,-1-16-1,-2 3 34,-4-11 6,3-8 6,-1 3 161,5-15 718,1-5-723,5-16-184,3-7 27,16-29-39,-4 17 0,2 6 1,1 2 4,-2 8-4,13-6-7,-1 14-33,0 6-33,19 8 33,0 14-219,-22-4 0,0 2 191,1 3 0,-1 2-39,-3 0 0,-4 2-3684,2 33 3493,-21-19-1060,-38 15 13,8-36 0,-3-2 1333,-15 5 0,2-1 0,-10 1 0,5-6 0</inkml:trace>
  <inkml:trace contextRef="#ctx0" brushRef="#br0" timeOffset="102646">26574 7878 21859,'57'-26'567,"-1"-1"1,-2 3 0,0 4-454,-5 7 1,-2 4-1675,-6 2 1,-2 0 1545,-2 1 0,-2 1 725,19 0-1551,-21 4-1604,5 3 2444,-6 4 0,-16-1 0,-3 1 0</inkml:trace>
  <inkml:trace contextRef="#ctx0" brushRef="#br0" timeOffset="102989">27479 7858 22617,'-48'28'125,"0"-1"1,7-5-1,6 0 885,5 21-988,14-6-11,6 21 28,19-10 34,17 2-34,5-22-1599,0-12 1,2-4 1632,3-1 466,-2-4 0,2-3-214,16-13 287,-9 0-425,-14-9 1,-4-3-104,-7-4 145,6-34-22,-23-3 3224,-1 10-3406,-6 15 1,-4 1-390,-21-10-426,4 10 790,-25 11 0,36 21 0,-10 5 0</inkml:trace>
  <inkml:trace contextRef="#ctx0" brushRef="#br0" timeOffset="229829">6543 11253 8853,'1'-5'8766,"1"1"-7141,-2 4-690,-3-66-67,2 36-678,-1-8 0,1 1 454,4 13-122,1 9 16,2 1-432,-3 7 90,-2 13-11,-3 12-112,-1 7 22,-7 29-25,0-12 0,-1 3-473,0 2 1,-1 2 424,-3 11 1,-1 0-1,4-10 1,2-4-12,1-10 0,2-1 0,1 1 1,2-1-558,4 15 563,3-11 0,4-9 195,16-22-111,-7-9 56,25-15-84,-15-4 0,-1-4-12,3 0 1,-1-2-612,7-5 1,-3 0 616,6-8 737,-3 3-692,-18 18 488,-1 3-623,-9 12 41,-4 17-7,-2 3 1432,0 25-1465,-3 6-424,2-5 1,-1 3-510,0-14 0,1 2 955,1 23 0,1-5 0,1-19 0,2 15 0</inkml:trace>
  <inkml:trace contextRef="#ctx0" brushRef="#br0" timeOffset="231026">8615 11467 13015,'9'-50'1366,"1"0"1,-1 0 0,-1 5 0,1 1-1,-5 7-16,-8-6-824,-3 13 209,-17-10-231,-28 21-434,21 14 0,-4 4-340,-11 8 1,-2 7 300,1 9 0,2 7-765,12-3 0,0 3 1,3 1 738,-8 8 1,3 4-18,4 7 1,0 6 0,5-2-559,5 5 1,4 1 505,2-5 1,1 4-1,7-3-155,11 5 0,13-5 29,20-5 0,7-8 30,-11-14 0,5-6 133,0-9 1,6-3 0,-3-5 31,3-8 1,-1-6 25,9-1 0,-1-6 16,-4-6 1,-3-3-17,-13 4 0,-2-3 111,4-15 1,-7-5-73,-14 12 0,-2-2 735,3-14 0,-4-3-758,-10 10 1,-5 2 14,-1 1 0,-3 2-6,-12-15 627,0 23 0,-4 5-560,-27 0-101,1 1 12,-10 19-29,22 16-10,-11 12-6,4 16 272,11-4-283,16-5 0,3 2-51,1 13 432,6-16 0,3 0-410,9 5 576,8-15-480,3-13 100,14-20-61,-2-9-28,4-7 196,5-16-134,-18 23 196,8-14-247,-17 26-50,1 0-17,-4 13 39,4 12-6,18 30-61,-5-9 25,1-5 1,3 0 13,22 9-231,-15-17 1,4 0 196,3-2 1,2-2-135,0-2 1,1-2-438,-3-2 0,-1-1-1112,-4-3 1,-2-2 1705,25 2 0,-29-6 0,-6-4 0</inkml:trace>
  <inkml:trace contextRef="#ctx0" brushRef="#br0" timeOffset="231403">9230 11552 20106,'14'-39'1265,"-1"-1"1,-2 3 0,-2 10-868,-7 23-275,-1 2-50,-1 18 28,-3 21-56,0 12-40,1-16 1,0 0-1,0 26 12,5-4-17,2-8 0,6-9 0,2-14 51,3-10 100,0-11 39,3-15 62,0-11-3229,5-26 3095,-8 11-6,-5 9 0,0-1 61,2-9-27,1-5-45,-3 11-56,-5 12-85,-4 9-172,0 8 3122,3 7-3963,7 6-739,8 10-1563,9 10 3355,6 12 0,-15-17 0,-3 0 0</inkml:trace>
  <inkml:trace contextRef="#ctx0" brushRef="#br0" timeOffset="232004">9834 11751 16997,'11'0'4901,"-1"0"-3685,-10 0 486,0 0-1713,-26-12-6,21 9 34,-13-10 11,44 5-22,-3 1 27,22-12-3408,-22 6 3481,23-23-5,-18 5 17,7-17 73,-17 7 89,-8 4 39,-11 6 123,-19 4-346,0 12-68,-7 5-12,9 9-10,-2 8 3397,1 8-3397,-6 14 5,6 9-11,8-3-22,4 27-23,9-15 5,1-13 1,3 0-11,14 17-17,10-9 39,8-9 50,4-13-16,2-13 22,-3-16 11,-3-11 0,-4-13 22,-18 5 1,-2-1 22,6-30-515,-6-1 537,-8-3 79,-5 18 78,1-5 95,-5 10-268,2 18-23,-2 7-39,2 12-78,1 2-12,0 5 51,20 32 11,-7-8 482,17 25-479,-14-18 0,-1-2-276,4 12 180,-3-2 1,-3 2-255,-6 12-227,-11-16 0,-5 0-233,-3-8 0,-3-3 6,-2-1 1,-3-3 800,-33 9 0,34-24 0,-9 1 0</inkml:trace>
  <inkml:trace contextRef="#ctx0" brushRef="#br0" timeOffset="232361">10830 11760 25640,'8'-52'283,"0"-1"1,-1 9 0,-1 2-231,-2 4 1,-1 1-826,0 0 0,1-3 814,3-20 0,0 0-31,-2 18 0,-1 1 123,2-15 1,-1 5 652,-3 14-675,-1-4 234,-4 31-357,-6 20 39,-7 22-37,5-2 1,-1 4-278,2-2 0,0 2 280,-1 18 1,2 3-302,3-5 1,3 1 225,0-8 1,0 2 0,2-1-107,2 0 1,0 0-1,1-1-317,3 19 0,2-1-536,0-17 0,2-1 1,-1-3 153,1 1 1,0-2-2204,2 6 0,0-5 2887,-3-4 0,-2-10 0,-4-12 0</inkml:trace>
  <inkml:trace contextRef="#ctx0" brushRef="#br0" timeOffset="232703">10777 11985 19851,'-41'-45'1239,"0"-1"1,5 4 0,8 5-1083,17 9-10,14-6-113,34-2-51,-11 16 0,4 1-871,17-4 0,5 1 795,3 4 1,0 2 53,-8 4 0,0 0-4,-3 1 0,4 0 0,-5 0-136,-2-1 1,0-1 175,15-4 0,-2-2 12,-19 4 1,-5 0 275,20-17 152,-24 9-134,-11 4 408,-16 8-16,-3 4-398,-2 1 196,-1 1 1061,3 4-1520,-1-1 801,2 5-829,-4 18 0,2 5-29,-3 22 1,4-10-141,5-5 1,1 0-140,0 2-206,1-3 1,2 1-2993,4 9 2652,2-3 0,-3-13 0,-3-16 0</inkml:trace>
  <inkml:trace contextRef="#ctx0" brushRef="#br0" timeOffset="232871">11708 11100 20946,'-42'-4'-1442,"6"-7"1,41 25 0</inkml:trace>
  <inkml:trace contextRef="#ctx0" brushRef="#br0" timeOffset="233287">12014 11367 18716,'3'-7'4723,"-1"1"-3990,-2 6-285,0 0-50,-71 4-331,43 5-36,-17 0 0,1 5-20,22 18 0,2 22-11,18-8-6,8-1-5,19-9 0,7-11-39,18 2 27,-6-9 0,-6-10 1,1-4 28,12-5 5,-15-3 0,-2-4 57,8-19 21,-15-12 12,-13-11-51,-10 8 17,-8 5 1,-3 0 72,-7-16-98,6 22 0,-2-1 92,-2 0 1,0 4-40,-6-1-61,-8-4-45,3 25-45,-3 16-135,-1 14-268,1 16-552,16-6 0,4 2-295,0 14-612,10-11 0,5-1-3744,21 7 2245,-6-18 0,2-1 2853,24 9 1,-15-15-1,-15-10 1</inkml:trace>
  <inkml:trace contextRef="#ctx0" brushRef="#br0" timeOffset="233870">12416 11569 14023,'8'-8'7057,"-2"2"-6343,13-25 1,2-6 461,-7 8-678,9-11 1,-2 2 224,-16 21-393,-2 8-257,-3 6-45,2 17-6,2 4-22,4 18-5,4 1 10,0 3-16,1 0 11,-3-5-5,-2-7 5,-3-9 22,-2-10 40,0-6-34,1-6 84,7-16-12,2-2-10,7-10 22,1 6-90,-7 9-33,4 4 22,-6 11 1,3 7-1,0 9 11,2 11-22,0 10 0,1 4-11,11 8 5,-8-17 18,12 5-7,-8-22 1,9-2 11,4-13 22,6-12 39,1-14 1,0-17-32,-25 16 1,-1-2-4,-1-4 1,-2-2 22,-2 0 1,-2-1-156,-2 2 1,0 1 350,3-28 6,-6 12-50,-4 11-35,-5 14-55,2 11-106,-2 9-51,1 4 409,0 10-397,2 12 21,8 20 1,1 1-23,7 0 0,3 4 8,-4-12 1,2 1-324,7 16 0,1 1 259,-6-9 1,-3-2-270,-3 0 1,-6-1-693,-6-2 1,-8-1 1033,-10 1 0,-4-4 0,-5 6 0,-8-9 0</inkml:trace>
  <inkml:trace contextRef="#ctx0" brushRef="#br0" timeOffset="234993">10814 13161 14163,'-3'-62'2236,"-1"0"1,1 13 0,0 5-1800,-3-18 285,1 33-463,3 23-159,1 15 68,2 25 17,3 27-469,1-1 331,-1-16 1,0 2-385,0-6 0,0 0 348,0 10 0,1 1-5,0-3 0,1-1 13,-1 2 1,1-3-15,1 11 51,-1-2 275,-5-39 167,-1-5-201,-2-26 117,-3-13-333,1-7 1,0-2-43,-2-16 8,2 5 1,0 2 8,2-6 73,0 0 0,0-1 381,2 19 0,0 1-373,-1-13 1,1 2-9,0-2 95,-1 9-90,0 21-212,0 10 83,0 32 6,1 1-3,1 4 1,-1 3-31,1 24-270,0-19 0,0 3-1646,1 10 0,-1 0 1815,1-12 1,0-3 0,-1-2-1,1-5 1,0-7 0</inkml:trace>
  <inkml:trace contextRef="#ctx0" brushRef="#br0" timeOffset="236704">12411 13136 23327,'-38'-6'119,"1"0"0,0 4 1,8 7-36,20 32-34,10 1-16,6-1 84,31-4 16,-2-18 0,22 1 51,-4-21 0,-1-12-17,-6-14 34,-10-10-18,-14-8-4,-11-2-29,-15-2-22,-7 4 6,-10 7-35,-7 12-72,4 12 12,-22 13-40,10 18-12,-14 14-10,11 18-169,23-18 1,2 3 176,2 2 0,4 1-34,1 2 0,4 2-112,11 8 1,4-1-38,7 16-75,6-20 1,7-4-23,-3-15 0,4-6-14,22 5 0,5-6 168,-7-5 0,3-7-482,-7-5 1,4-5-1,-4-2 622,5-7 0,-2-4 9,-14 3 1,0-3-1,-4-1-179,4-8 1,-5-2 253,-5-1 0,-4 0 23,7-20-10,-20 17 0,-3 1 250,-7-9 101,-4-7 6,-25 14 1317,-2 22-1687,-17 0 469,3 26-548,2 12 3,18 0 1,2 3-15,-6 13 3,11-9 1,4 2-32,5 12 23,2 10 17,13-6-23,8-9 17,9-12 22,4-12 286,3-16-274,3-14-6,2-14 50,-1-9 51,-4-6 40,-6-1 4,-5 2 40,-8 6 56,-4 11-56,-6 10-146,-2 10-5,-1 4-68,-2 8 12,-5 7-12,-2 12-5,-3 9-6,5-2-22,7 15 56,13-14-29,12 10 18,14-17 0,8-13-23,4-14 34,-2-15 22,-7-16 45,-11-11 28,-13-12-765,-9-7 737,-10 29 0,-2-1 22,0 2 1,-1 0 89,-7-22-11,1 13-51,3 16-78,4 12-67,1 7-118,2 5 871,7 18-719,9 10-34,14 24-9,-9-22 0,1 1 14,2 2 1,-1 1-18,-2-1 1,-3 1-31,-4-2 0,-4-1-311,-8 27-50,-11-16-2062,-33 5-1641,8-26 4117,-14 2 0,26-18 0,9-4 0</inkml:trace>
  <inkml:trace contextRef="#ctx0" brushRef="#br0" timeOffset="237061">13995 12947 23595,'-3'38'102,"1"0"1,5-2 0,8-7-2,29-15 6,15-2-1,7-7 53,-27-9 1,0-3 31,11-2 341,9-21 25,-36 5 1,-3-3-301,8-8 12,-1-19 425,-20 25-537,-1 14 95,-3-5-179,0 17-45,-3 3-45,1 5 6,-5 33 0,1-6-3,1 7 0,-3 4-671,1-1 1,-2 1 20,-4 18 0,-2 3-2613,3-14 0,0 0 0,0 0 3223,0-2 1,-1-1 0,2-3 0,-1 4 0,1-6 0,-3 10 0</inkml:trace>
  <inkml:trace contextRef="#ctx0" brushRef="#br0" timeOffset="238453">15837 13064 20313,'-46'-4'481,"0"0"1,3 1 0,11 0-577,25 3 5,12-1 112,17 0-10,28-4-38,-14 1 1,6 0-1016,-1-1 1,5 0-1,-4 1 1016,5-2 0,0 1-22,-4 1 0,3 0 1,-6 2-182,22 3 43,-6 8 96,-34 12-1,-45 16 45,-3-12 1,-7 0-490,-11 5 0,-2 0 537,6-6 0,-1 1 15,-3 2 1,-4 2 0,6-4-14,14-8 1,1 1-15,-23 16 1,8-1 2532,28-15-2440,13 6 5,11-19 11,24-4-32,6-14-1,17-11-136,-25 6 1,0-2 152,-1-3 0,-2-2 14,-2-3 0,-2-2-890,-1-11 0,-4 0 893,4-17 109,-12 9 0,-3 3-31,-6 9 45,-1 4 0,-3 1 280,-4 2-33,-2 0 32,0 11-430,3 10 3274,1 10-3341,3 6 11,0 6 16,10 30-44,2-14 0,1 1-17,5 6 0,3 0-1036,5 3 0,2-4 453,15 11-448,0-4 913,-14-14 1,-2-2-1,-3-4 1,15 16 0</inkml:trace>
  <inkml:trace contextRef="#ctx0" brushRef="#br0" timeOffset="239245">18605 12880 21002,'10'-41'842,"1"1"0,-3 0 0,-7 10-663,-13 25-128,-3-1 5,-7 7 5,-13 12-33,-6 2-5,-18 10-1242,5-3 1231,10-6 18,12-7 1,1-1 70,-7-2 348,-12 0-287,27-6-100,11 0-34,8-1 17,3 0-40,1 6 955,1 5-954,4 15 5,-1-5 6,5 14 5,-3-1 6,-1-1 39,-1 6 73,-6-12 17,-4-2-73,-2-8 28,-4-1 314,3-8-258,2-1 549,4-3-644,11-12-51,-1 2-16,9-8 5,16-5-16,1 6-12,16-5 0,-5 13 11,-1 5 23,4 9-17,4 8-11,-10 1-34,-10 0 0,-2 2-106,0 11-442,-3 25 172,-29-23-1041,-32 17-3663,-14-22 4825,-6 4 1,16-15 0,18-9-1</inkml:trace>
  <inkml:trace contextRef="#ctx0" brushRef="#br0" timeOffset="241486">19778 13213 20733,'-3'-54'1012,"1"1"0,1 0 0,5 11-626,9 21-285,0 3 22,1 10-100,-7 10 33,5 13 117,-2 40-111,-2-16-149,-5-1 1,-3 1 97,-6 7 17,-5 12 0,-1-10 11,0-10 6,5-16 386,2-10-195,3-15-191,-1-12-23,2-30-22,1 8 6,2-17-6,7 11 0,1 2-158,3-7 163,2-1 1,2 1 6,5 5-31,7-2 3,-1 12-7,-6 16 1,7 7-23,13 20 28,-10-1 17,1 12 0,-1 3 23,-6 3-26,3 7 0,-2 1-3,-7-5 376,9 22-375,-22-30 45,-2 1 22,-5-11 11,0-7 128,-5-5-145,0-7 0,-3-8-39,2-2-22,3-24 5,10 9-6,4-16 6,9 15-28,3 8-17,6 9 17,5 7 17,-2 5-9,-2 9 1,2 4-76,18 11-185,-13-3 0,0 4 33,-8-2 1,-2 2-216,-1 0 0,-1 0-675,20 18-85,-6-4-155,-3-8-118,-2-10 279,2-8 600,3-13 515,-7-4 263,16-20 309,-18-1 212,12-18 286,-15-1 163,-5-3-102,-6 1-49,-7 6 273,-8 10-622,-10 9-318,-7 10-236,0 7 18,-16 12-63,7 8-5,-11 13-11,9 8-17,5 7 11,7 3-5,7-9 5,9 11-22,2-28 44,6 12 96,1-24 39,6-3-5,6-9 44,3-6 40,-1-9 5,-6-5 5,-3-3 1,-6 0-17,-2 5-129,-3 9 140,-2 3-196,-1 10-118,-1 0 1,-3 12 77,-1 10-10,-1 15-17,1 7 0,9 2-17,9-3 0,12-5-17,9-7 39,6-10 51,5-9-28,1-14 16,-2-6-27,-13-6 33,5-20-11,-21 3-11,2-20 17,-15 3-18,-7 9 18,-11-16 28,0 22-29,-4-10 29,7 19-68,7 14-61,2 5 17,6 7 33,8 4 22,15 4-5,18 5 0,-2-1 36,6-3 1,0-1-37,-8-2-11,-2-1 0,-2-2 28,-12-7-17,-2-2 39,5-8-11,-11 6 5,-3-1 12,-11 8 0,-1 1-51,-6 13 18,0 5-52,-5 15 12,1 12 23,5-12-57,4 16-89,9-15-196,7 5-381,8-4-1350,18-9 1008,-11-12-224,10-5-4313,8-25 2538,-8-7 1423,-6-8 1,0-3 2541,2-15 322,-12 7 0,-1-3-104,-8 10 0,-1 1 12,5-9 0,0-2 321,3-12 1,0 1-950,-8 18 1,-1 2-281,2-3 1,-3 4 504,-3 4-477,-6 21-5,-1 0 2886,-3 9-3093,-2 46-6,-2 4-47,-1-8 1,-2 10 0,0 3 0,1-5-128,2-5 0,1-2 1,-1 1 49,-4 14 1,-1 1 0,5-5-580,6-2 0,7-10-856,19-7 310,14 0 778,1-25 155,-8-15 0,0-7 310,14-19 17,-18 13 1,-2-2 114,-2-6 0,-4-3 7,10-20 234,-15 19 0,-1-1 462,7-24 263,-15 1-616,-10 18-325,-5 9 12,-7 15-130,0 10-27,-14 8-23,-4 12 6,-16 15 5,8 0-104,11-6 1,-2 0 84,6-3 0,-1 1 2,-8 9 1,1 1 5,9-8 0,3-1 6,-11 22-11,23-24 72,10-7 62,12-7-78,4-3 27,43 2-53,-18-6 1,1 0-34,-6 1 0,0-1-163,5 0 1,-2-1 210,11-4-15,-20-1 1,2-3-6,-2-1 0,1-2 16,2-3 1,-2-2 2,3-9 508,2-13-457,-12 0 47,-9 4 1,-1-3 92,2-18-101,-4-5 134,-16 20-156,-2 18-18,-4-2 253,-7 5-291,9 10-85,-5-1 308,11 9-301,0 2 131,4 8-42,16 22-67,7 12-18,-1-1 1,1 2-1231,-8-14 0,-2 0 1239,6 8 0,-2 0-17,-6-7 1,-1 0-104,4 15-3117,-17 7 0,-8 0 3240,-14-2 0,8-15 0,-2-5 0,-5-13 0</inkml:trace>
  <inkml:trace contextRef="#ctx0" brushRef="#br0" timeOffset="243400">10829 13161 17848,'14'-49'1645,"1"0"0,-2-2 0,-4 8-1359,-5 14 168,-4-1-309,0 26-55,0 0-29,-1 20 23,0 10-16,0 27-40,0-20 0,0 1 0,-2 25 0,1-10 0,1-1-6,0 4 0,-1 2 1,-1 0-373,-2 1 372,1-19 1,0 0 0,-5 5 196,0-15 206,3-13-61,3-9-206,1-15-96,2-11 38,2-17-55,0 2 6,6-22-18,2-1 0,-4 10 1,1-2 8,-2 7 0,-1 0 48,0-6 0,-1 3-420,-1-15 442,-3 24 141,-2 13-264,1 19-79,-2 4 34,1 20 62,1 3 5,-2 33 0,3-13 0,1 1-3,-2-8 1,2 2-18,3 25 1,3 0 641,4 2-644,-2-20 0,1-1-1,3 3 102,-4-17 83,-5-16-10,-2-16-102,-5-12-27,-2-18 0,-1 1-20,2 1 0,0-3 2,1-17-16,2 15 0,0 1 17,4-12-6,0 18-201,2 12-359,1 16-1081,1 7 782,5 9 0,-5-4 0,1 0 0</inkml:trace>
  <inkml:trace contextRef="#ctx0" brushRef="#br0" timeOffset="245492">10744 14841 11861,'-3'-3'7198,"0"0"-6767,3 3 415,-20-69-421,15 42-47,-7-18 0,3 0 154,9 18-257,4-4-168,3 9-85,7 7-22,8 5 11,7 6 0,8 10-16,7 9-6,2 13-29,-3 9-16,-7 6 17,-11 4 17,-12 2 50,-13-2 39,-12-3 17,-11-5 50,-8-7 57,-2-9 83,3-10 51,7-8-28,9-5-112,7-1-146,5-2-50,15-3 22,0 1-6,12-2 7,26 4-18,1 9 11,-4 3 1,1 4-6,-18-4 0,-2 3 0,14 7 0,-2 4-67,4 11 19,-20-11 1,-5 1-32,1 24-44,-34 2-40,-17-19 1,-8-3-308,-4-5 0,-2-2-588,-3-1 0,-3-3 1058,-5-6 0,5-5 0,12-2 0,-14-1 0</inkml:trace>
  <inkml:trace contextRef="#ctx0" brushRef="#br0" timeOffset="246342">12705 15173 19540,'5'-44'989,"1"0"1,-1 1 0,1 9-699,-2 22-274,1 2-34,-1 12 40,-1 4 49,7 18-27,4 11-28,5 17 33,1 8-5,-2 0 6,-5-5 27,-6-10 118,-4-8 106,-4-16-128,-1-8 28,0-9 139,-1-9-290,0-9 10,-4-13-50,3-2 57,0-24 4,2 1-27,2 18 0,0-1 30,1 2 1,1 0-1,2 0 1,2 2-48,2-8 0,5 6-28,9 14-5,-6 11-40,31-3 34,-11 15 5,21 8 6,-17 3-9,-10 1 1,0 2 3,6 10 16,11 13-17,-22-11 29,-11-4-6,-8-10 33,-5-5 236,-2-8-135,-4-1-44,-2-6 10,-6-6-66,1-6-3398,1-6 3358,5 2-524,10-23 513,3 21-2121,15-21 2121,-5 29-5,15-2-29,4 10 34,5 9-11,9 11 5,-3 12-50,3 9-140,-25-16 0,0 2 282,0 0 0,-2 0-1301,13 13-3435,-12-11 1,-1-1 4649,1 2 0,3 2 0,-18-18 0</inkml:trace>
  <inkml:trace contextRef="#ctx0" brushRef="#br0" timeOffset="247141">13829 15082 9934,'0'-4'9808,"1"0"-6968,-1 4-2807,12-38 7,-2 29 16,19-28-45,-9 38 34,18 1 50,7-3 73,9-7-84,-9 0 11,-12-5 319,-14-6-117,-8 1-50,0-11-124,-9 11 168,-5-8 207,-8 4-195,-3 0-112,-8 4-102,0 10-66,5 4-12,-7 6-33,2 13-1,3-3 1,-1 20-79,15 10 39,5-6-109,10-1 0,5-2-47,7-2-60,3-3 1,6-1-315,5-8 1,6-4 165,14 0 0,3-1-282,-8-3 0,-2-3 601,2-3 1,-2-5-32,-3-6 1,-4-1 137,11-4-185,-4-5 1,-3-4 403,-8-8 67,6-15 22,-27 5 218,-14 0-151,-15 1 1120,-13 6-1193,-13 9-67,-14 11 411,8 9-579,5 11 1,-1 4-23,-11 15-40,15-5 1,4 4-23,-6 22-884,19 2 867,10-11-50,23 8 28,8-22 28,24 4 51,6-21-23,8-16 5,0-15 12,-32 5 0,0-4 2,-4-2 1,-1-2 25,-3-3 0,-3-1 0,6-20 8,-14 15 0,-3-2 20,-3-10 0,-2 0-436,1 9 1,-1-2 443,-2-21 0,0 3 31,-1 2 202,1-1 0,1 1 16,1 6 165,0 12 1,0 5-451,1 18-118,0 10 34,-2 14 56,1 17-11,2 26-212,0-15 0,-1 3 197,1 9 1,1 1-17,-1 5 0,1 0-182,1 1 0,1-2-191,2-3 0,2-1-927,4 1 1,2-3 419,-4-17 1,1-2-3586,6 5 1,0-5 4489,3-6 0,-4-5 0,-8-10 0</inkml:trace>
  <inkml:trace contextRef="#ctx0" brushRef="#br0" timeOffset="247531">15198 14916 21495,'4'-48'1064,"-1"-1"0,0 6 0,-1 7-604,-2 17-276,-2 8-167,1 7-17,-2 8 28,-1 8 1,-2 13 32,-4 21-61,4-10 6,0 20-28,6-15 16,12 20-3364,6-12 3359,6-5-6,8-15 12,-1-16 66,10-4 18,3-15 5,0-12-34,-11-5 96,7-27-411,-18 7 318,-8 12 1,-1-1 3193,0-12-3062,-2-11-23,-8 24-44,0-6-56,-6 21-130,1 9-290,-2 4-96,-2 8-2784,-2 9 3238,-6 14 0,5-11 0,1 2 0</inkml:trace>
  <inkml:trace contextRef="#ctx0" brushRef="#br0" timeOffset="248516">15033 14841 24329,'-3'-42'112,"-2"16"-129,0 43 28,-5 24-139,2 4-500,1 14-60,6-20-332,4-2-8569,17 6 9589,-4-17 0,0 1 0,-12-22 0</inkml:trace>
  <inkml:trace contextRef="#ctx0" brushRef="#br0" timeOffset="248707">15119 14492 19165,'-2'-5'2755,"1"2"-7499,1 3 4744,0 10 0,1-8 0,-1 8 0</inkml:trace>
  <inkml:trace contextRef="#ctx0" brushRef="#br0" timeOffset="249515">15902 14841 24234,'-15'-26'-23,"3"16"51,15 39-28,0 9 12,1 9-7,-2-10 18,-1 8 38,-1-7-16,-1-4 67,-2-5 342,0-18-186,1-6 2,1-5 105,1-10-325,0 2 74,0-25-63,3 3-27,-1-9 50,9-17-28,-2 16-17,2-9 28,3 6-28,-5 20-22,3-3-6,0 10 17,6 5-44,4 2 10,8 2 12,-2 5-6,-6 3-6,5 5-11,0 12 17,-1 4 0,0 10 17,-11 4-6,-7-12-11,-3 8 11,-4-15 12,-2 1 10,-1-4 18,-1-6 22,1-4 67,1-2 257,1-2-290,0-6-51,-5-20-51,4 7 6,-4-23 6,6 17-28,3-4-6,8-2 6,0 12-11,5 1 10,10 4-16,0 7 6,13-2 22,-12 11-6,-3 3-122,19 29-315,-15 0-549,-6-4 1,-4 4 991,-13 1 0,-4-2 0,2 5 0,-10 0 0</inkml:trace>
  <inkml:trace contextRef="#ctx0" brushRef="#br0" timeOffset="250759">17267 14533 20711,'-43'-8'844,"1"0"0,2 2 0,12 0-822,26 5-112,24-3 96,-2 1 22,25-4-34,-15 3 1,3 1-18,5-1 1,1 1-163,9 0 1,1 0 111,1 2 0,-3 3-22,13 5 50,-18 4 118,-38 12-50,-42 18-21,14-18 1,-3 2-785,-15 7 1,-2-1 783,11-9 1,1 0-9,-7 2 1,1 1 16,8-5 0,3 0-16,-19 13-190,10 7 161,33-24 266,9 2-182,6-11 40,19-7 5,5-11 0,16-10 20,-20 0 0,-1-4 459,-5 0 1,-4-3-455,3-8 1,-4-1 7,-2-19-5,-10 20 1,-3-2 86,-3 3 1,-2 0-1,1 2 0,0 1 227,-3-27-67,0 32-275,-1 13-56,1 9-252,1 4 846,11 26-633,6 7-11,5 14 309,4 0-710,-3 10 0,-4 5-453,-10-21 0,-4 4 865,-6 14 0,-3 9 0,-3-11 0,2-23 0,-4-4 0,-12 7 0,0 0 0</inkml:trace>
  <inkml:trace contextRef="#ctx0" brushRef="#br0" timeOffset="253973">19723 14765 19680,'0'-43'942,"1"0"1,-1 0-1,0-23 1,0 9-260,1 25-341,-2-1-393,-1 24-66,-1 17 89,-4 52-70,5-27 0,-1 2-948,-1 21 1,0 3-582,1-8 0,1 1 1627,0 7 0,1-4 0,-1 7 0,2-6 0</inkml:trace>
  <inkml:trace contextRef="#ctx0" brushRef="#br0" timeOffset="254565">20730 14522 16202,'2'-5'3977,"0"1"-2499,-2 4-1131,-45-24-280,20 23-30,-5-8 0,-3 1 58,-14 27-16,-4-3-23,21-6 0,0 0 313,-26 3-178,23-6 201,6-4-56,20-4-90,2 0-156,3 1 72,2-1-140,0 10 18,0 5 21,0 26-44,0-1-6,-1 3-5,-1-1 16,-1-13 6,0 3 67,-1-8-44,2-12 184,0-4 600,2-7-628,2-15-173,1 3-1,9-22-33,10 5 12,12-10-7,-1 9 12,-5 11 0,0 4-28,10 1 11,16-1-12,-8 27 1,-16 1 6,14 27-7,-16 0-10,-2 15-40,-18 3-112,-24-20 1,-6-3-147,-14 14-676,-4-13 1,-6-4-207,10-12 1,-3-3-3715,-17 4 1,0-1 3087,20-9 1,2-1 0,-27 2 0,51-12 0</inkml:trace>
  <inkml:trace contextRef="#ctx0" brushRef="#br0" timeOffset="254739">20700 14436 21221,'40'-17'-26,"-1"0"0,1 1 1,18-8-1,-6 7 1,-6 10-1,-12 3 1</inkml:trace>
  <inkml:trace contextRef="#ctx0" brushRef="#br0" timeOffset="255548">21842 15008 20610,'9'-43'638,"0"0"1,0 0 0,2-14 0,1 8 243,5 12-876,-7 18 88,-3 14-71,-2 16 41,2 2-36,5 18 179,1 14-185,-3 4 51,-2 13-45,-10-24 67,-13 10 45,0-24 112,-8 4-106,10-20 163,1-16-265,7-3 113,4-33-73,11 2-42,-1 9 0,2-1 14,11-15 25,-3 11 1,3 1-4,9-9-429,-9 13 0,1 2 362,7-1 6,22-2-23,-22 21 17,10 2 1,2 3-12,-2 4 0,4 6 0,2 4-6,3 9-22,-17-1 0,-3 3 28,2 9 17,-10 14-17,-17 8 11,-10 2-11,-16 5 45,-12-18-28,0-11 67,7-11 11,11-10-84,10-11 6,5-8 724,9-10-735,0 2 39,26-17-57,-3 10 15,-6 9 0,1 1-20,20-6 12,2 8-7,-10 8-100,18 13-50,-16 11-303,15 14-409,-16 8 303,-11-6-964,-2 8-2974,-1 1-1999,4-2 6508,14 0 0,-22-23 0,1-6 0</inkml:trace>
  <inkml:trace contextRef="#ctx0" brushRef="#br0" timeOffset="256667">23411 14776 17770,'19'-50'1882,"-1"1"0,-2 4 0,-9 10-1417,-22 18-213,-11 9-174,-1 4 85,-26 14-141,23-1 14,-3 5 1,1 4-15,-2 9-27,-7 14 16,20-5-22,10-2 5,11-5 12,5-9 5,18 0 23,4-14-12,6 2 40,10-16 27,-8-5 152,13-15 5,-15-2 1,-5-6-3381,-15 5 3268,-8 8 292,-2-2-202,-3 15-134,0-2-102,-1 10-10,-3 7 16,-5 10 3398,-5 13-3392,-2 12-5,3-4 5,4 20-23,14-19-5,7 15-5,14-16 22,5-9 16,5-11-5,1-9 6,-9-10 50,11-16-17,-16-3-17,2-6 6,-10-18-16,-9 7-18,2-21 12,-2 7 16,0 4-16,4 8 5,6 5 0,-5 17-17,7 0-78,-2 14 51,3 3 22,1 7 11,5 14-6,6 16 6,-6-4 11,6 19-5,-16-4 5,-4-9-11,-5 12 0,-6-22-11,0 0-6,-2 2 11,2-15-16,0 2 28,3-10 33,7-5-28,-1-4 34,12-4-6,-5-5 11,5-4-33,-6 3 50,-2-6-44,-7 6-23,2-8 33,-2 2-5,0-6-16,1-6 27,3-6-28,-2 6 6,6-13 5,-7 19 6,3-8-11,-6 17 0,-1-2 22,-1 7 0,0-5-28,-1 2 17,2-2-11,2-4-22,2-3 5,0 4 16,1-9 1,-4 11 0,1-8 45,-5 8 10,1 2-32,-1 4-7,0 3-5,0 3-17,0 1-11,0 2-11,0 0 22,0 0-16,0 1-57,-2 12 62,1 10-11,-1 24 0,0 13-6,1-4-417,0-9 1,-1 1 430,1-14 1,0 1-74,-1 15 0,0 0-316,2-11 1,-1-1-1671,1 5 1,-1-2-1401,2 12 2686,3 2 1,-2-41 0,2-2 0</inkml:trace>
  <inkml:trace contextRef="#ctx0" brushRef="#br0" timeOffset="257275">24551 14634 12785,'3'-6'8060,"-1"1"-7254,-2 5 2068,0 0-2504,32-61 481,-25 45-823,13-18 0,-8 7 135,-61 50-158,21-6 1,0 2 2,-9 1 1,-2 3-321,-2 5 0,2-1 317,11-8 1,2-2 6,-25 18-15,17-13 0,4-4 14,10-6-11,-12 7 0,32-18 39,7 1-16,1 0-1,15 6 635,8 2-640,8 2 0,3 0-17,-9-3 0,0-1 3,9 4 0,1-2-12,-9-5 1,0-2-9,23 1 28,2-2 42,-4-11 1,-1-6-1193,-3-5 1156,-3-2 0,-4-4-74,-9-20 96,-15 11 1,-1-2 7,-5 7 1,-1-1 89,1-13 0,-4 1 42,-8-6-123,-3 6 101,-13 20 1083,8 16-1308,-3 7-3222,11 11 3301,2 8-84,18 29 84,1-1-11,-10-18 0,1 0-3,2 3 1,0 0-15,10 19 6,0-2-199,-8-13 0,-4 1-1617,-9 5 1378,-8-5 1,-4-3 0,-5-8-1,-12-2 1</inkml:trace>
  <inkml:trace contextRef="#ctx0" brushRef="#br0" timeOffset="260808">25287 12387 18000,'48'-22'-6,"-1"-1"0,-2 7 1,3 0-1,-2 4-33,1 5 0,0 2-21,-2 0 0,3 0 1,-2 1-126,11 0 0,-4 3-512,-7 2 1,-3 2-88,13 8 223,-29 3-1808,-61 22 1946,6-20 0,-5-1-395,-21 9 1,-2-1 982,10-6 0,-1-1 494,3-2 0,-3 2 0,3-2 186,4-1 1,2-1-216,-15 5 0,4 0-2205,-1 0 1749,25-9 786,25-3-724,14-4 970,15-2-1097,19-4 0,4-2-269,10-2 169,-18 3 0,8-3 1,-3 0-24,7-5 0,-3-1 8,-8 3 1,-1-2 5,11-6 0,-5-4 50,-5-15 1425,-21 14 0,-3-2-1368,1-29 134,-19 1 184,-18 4 236,-12 4 79,-9 7-29,-2 8-392,10 11 320,-1 4-455,18 11-212,0 1-5,12 11 868,11 10-841,12 18 11,-4-10 1,3 2-51,12 12 1,1 1-1702,-3-2 0,-2-1 1541,1-1 1,-3 2-614,-9-2 0,-6 0-3450,-7 25-1630,-6-1 5898,-13-3 0,6-35 0,-2-3 0</inkml:trace>
  <inkml:trace contextRef="#ctx0" brushRef="#br0" timeOffset="261381">27688 11929 20380,'0'-4'2314,"0"1"-1681,0 3-337,-89-12-240,55 10-224,-24-4 1,-1 2 212,13 8-6,-13 1 17,3-1 28,10 0-67,18-2 116,10 2-66,13 1 0,1 4-17,0 3-3223,1 11 3212,2-6 248,1 17-198,0-2-5,1 14 23,0 7-12,-1 2 17,-7 2-20,-1-25 1,-2-2-21,-5 10 80,-9 5-29,10-28 3589,2-1-3522,6-9 342,4-7-454,4-4-10,5-12-35,8-8-22,9-4 1,3 0-1,8-9-1713,2 8 1,0 2 1689,-3 9-20,-5 6 1,1 1 20,17-1-23,12 4 6,-24 12 0,0 4 0,24 13-34,-26-4 1,-3 3-113,4 10-526,-11 11-852,-31-5-3315,-24 11 4867,-14-7 0,10-14 0,12-13 0</inkml:trace>
  <inkml:trace contextRef="#ctx0" brushRef="#br0" timeOffset="261566">27641 11922 15316,'41'-13'102,"0"0"0,0 0 0,7-3 0,-1 2-103,8 7 0,-5 3-1886,-6 0-547,-3 1 0,-2 3 2434,-14 3 0,-12 0 0,-2 0 0</inkml:trace>
  <inkml:trace contextRef="#ctx0" brushRef="#br0" timeOffset="262359">25959 14273 20369,'-3'-6'1798,"0"2"-1674,3 4-108,104-55-1439,-68 47 1,4 2 1386,11-11 1,6-3 0,-6 7-5,-10 12 1,-4 6 269,1 2 0,-4 3-561,0 10 326,-14 21-315,-34 1 242,-6-14 0,-6-1-479,2-6 1,-3-1 559,-11 4 0,-2 0 33,5-5 1,-2-2 323,-15 7 1,-2-1-289,11-4 1,3-2-68,4-3 1,6-1-34,1 1 45,26-8 95,19-4 28,40-6-115,-20-1 0,2-2-805,14-3 1,1-3 799,-15 2 0,-2-2 69,4-4 1,-4-4 493,8-20-471,-21 13 0,-2-2-37,-5-1 1,-5-2 109,-3-4 1,-3 0 4,0-12 230,-8-6 146,-4 31 235,-2-1-639,3 12-89,2 6-264,4 6 197,20 28 16,-5-10-19,6 8 0,3 5-23,1 0 1,-1 1 382,-2 1 0,-1 2-470,1-1 1,-5 0 86,-4 13-2434,-22-9 1,-6-1-7378,-10 13 9079,7-14 1,-1-4 0,0-7 0,13-18 0</inkml:trace>
  <inkml:trace contextRef="#ctx0" brushRef="#br0" timeOffset="262792">27417 13895 24530,'-39'31'24,"0"-1"1,0 1 0,4-2-1,2 0 1,6 0-17,8-1 1,5 1-9,3 8 0,6-3-11,9 4 72,9 10-27,14-27 50,11-10 28,11-12-62,-4-5 56,-9-6 1,1-3 90,15-11-1125,-17 6 0,-1 0 1073,5-8 830,-2-2-684,-23 17-171,0-1-120,-12 12-56,-2 2-28,0 4 1686,0 5-1607,2 12-18,2 12-38,1-2-947,11 28-656,-2-13-39,-4-13 0,2 0 1703,14 21 0,-12-26 0,0-6 0</inkml:trace>
  <inkml:trace contextRef="#ctx0" brushRef="#br0" timeOffset="263382">28465 14056 24564,'-61'-14'191,"3"8"-135,5 26 33,5-2 40,5-6 56,8-6 73,6-3 50,11-2-34,7-2-50,6 1-67,3-1-95,2 0-124,0 5 62,0 7 6,0 11-6,-2 13-23,-3 7 29,-3 3 5,-3 0-5,-3-4 33,1-5-22,2-11-12,5-10 63,4-8 72,1-5-12,5-8-88,7-7-24,3-4 35,23-24-29,-4 11 1,15-12-18,-10 16 1,-2 4-17,-1 8-12,3 5 1,3 7-29,3 11 29,-1 12 11,-4 14 0,-13-1 19,-18-3 0,-6 1-13,-22 17-373,-16-3 0,-7-2 103,16-20 1,-2-3-397,-16 8 1,2-4-501,6-11 1171,-17-3 0,30-6 0,-11-2 0</inkml:trace>
  <inkml:trace contextRef="#ctx0" brushRef="#br0" timeOffset="263550">28319 13991 18308,'55'-13'1277,"0"-1"0,-5 2 0,-4 1-980,12 1-347,-5 1-3926,-4 4 3976,-6 1 0,-17 4 0,-11 0 0</inkml:trace>
  <inkml:trace contextRef="#ctx0" brushRef="#br0" timeOffset="264373">26135 15853 21853,'-36'-6'11,"0"0"0,-4-3 129,85 12-115,-6-3 1,6 1-1069,13 0 1,4 0 1059,-14-1 0,1 1 0,0-1-15,1 1 0,-1 1 0,0 0 6,15 1 1,-4 1 262,-16 0 1,-5 2-227,1 7 386,-45 6-445,-22 0 0,-10 0 11,9-4 0,-3-1-355,-6 3 0,-4 2 0,2-2 386,-6 2 0,2-2-17,1 1 0,-2 1 82,1-1 1,-3 1 0,7-2-60,-14 6-48,4-1 0,5-1-3,27-10 87,3 6 20,29-12 27,19-1-103,5-8 0,2-2-8,20-3 3,-11-1 1,0-3 43,-18 2 1,-2-1 7,7-3 1,0-2 64,3-9 0,-2-1 42,11-10 44,-19 8 1,-3 0 1125,-7-8-532,-4-17-587,-13 18 185,-13-6-24,-1 21-60,-2 0 1226,3 8-1479,6 8-61,1 2-325,3 3 173,1 6 140,3 0-3380,22 40 3397,-8-18-34,4 6 1,1 2-70,5 12-460,-13-9 0,-3 0-731,-2 15 1283,-18-13 0,-5-4 0,1-15 0,-14 8 0</inkml:trace>
  <inkml:trace contextRef="#ctx0" brushRef="#br0" timeOffset="264981">27761 15624 14465,'-54'0'958,"1"0"1,-1 0 0,1 0 0,5 0-1,3 0 1,-1 1-1078,-11 2 0,-2 1 0,10 1 354,-4 3 506,28-3 100,36-3-55,12-1-405,14-2 0,8-2-138,13-1 1,7-2-714,-20 3 0,3-1 0,2 0 0,1 0 526,8-1 0,3 0 0,0-1 0,-2 2-37,-8-1 1,-2 2 0,1-1 0,6 0-8,-5 0 1,6 1 0,3-1 0,2 0 0,-2 1-1,-4-1 1,-6 1-16,0 0 0,-6 0 1,-1 0-1,7 0-13,6 0 0,7-1 0,4-1 0,0 1 1,-3-1-1,-8 0-359,-5 0 0,-4-1 0,-3 0 0,-1 0 168,13-2 0,-3 1 0,-1-1-752,15-4 1,-12 1-291,-20 1-8582,-46 13 9657,-14 5 1,-3 1 0,8-2 0</inkml:trace>
  <inkml:trace contextRef="#ctx0" brushRef="#br0" timeOffset="265690">28158 16198 20677,'13'-44'950,"0"1"1,0 4-1,-5 8-407,-7 15-190,-2 8-185,-1 4-123,-4 3-51,-3 2 1,-27 8 33,-6 3-17,8-1 0,-3 0-3,1-1 1,1 1 2,0 0 0,0-1 23,-26 6 112,17-6 111,19-5 7,13-4-79,11-1-17,2 0-174,0 4 34,-2 13-22,-2-1-17,-2 19 11,-5 9 5,0 3 23,-4 9 17,1-15 33,-1-8 29,2-9 38,1-10 175,5-8-119,3-4 202,2-3-330,3-7-45,2-7-22,7-9-6,8-7 17,8-1-29,7 3-4,5 6 21,3 8-16,3 6-28,1 9-12,3 11 12,-10 3 22,7 17-22,-10 9 28,-9 1-45,-18 7-112,-32-12-342,-22-2-56,14-18 1,-1-2-637,-4-2 0,0-3-1730,2-2 0,1-2 2649,-19-4 0,23-2 1,17-3-1</inkml:trace>
  <inkml:trace contextRef="#ctx0" brushRef="#br0" timeOffset="265898">28073 16034 23881,'42'-16'3,"-1"1"1,-7 1 0,0 3-430,3 8 1,-1 4-2644,21 3-1847,-16 0 1,-2 0 2970,5 5 0,-17-3 0,-21-4 0</inkml:trace>
  <inkml:trace contextRef="#ctx0" brushRef="#br0" timeOffset="266256">28853 16103 19703,'0'-2'4094,"0"-1"-3187,0 3-599,-62 15-129,27 2-151,-2-6 0,-2 3 23,-5 28-46,19-9-21,-6 20 4,20-7 7,14-2-6,5-12 39,35 2 16,3-18-2,-12-7 1,2-2 91,25-9 180,-11-9 117,-12-13-240,-17 1 184,-5-27-218,-11 10-40,-6-17-38,-8 15-51,-11 6-28,-5 6-364,-7 8-1267,-3 10-6389,-6 11 8020,5 9 0,13-1 0,8 0 0</inkml:trace>
  <inkml:trace contextRef="#ctx0" brushRef="#br0" timeOffset="266625">27430 16989 17496,'-36'11'495,"1"0"1,4 5-264,57-17 1,19-6 86,13 1 1,8-2-1413,-11 2 0,3-1 0,2 0 1189,-8 1 1,1 0 0,1 1-1,1 0-447,4 0 1,1 0 0,1 0 0,-1 1 366,1-1 1,0 1 0,0 0 0,1 1-29,-9 0 1,1 1 0,1 0 0,-3-1 0,-3 2-21,9-2 0,-5 1 1,1 0-184,5 1 0,0-1 1,-10 2-1028,2 0-4443,-14 6 5685,-38 1 0,-7 0 0,-5-2 0</inkml:trace>
  <inkml:trace contextRef="#ctx0" brushRef="#br0" timeOffset="266866">27555 17204 17985,'-41'11'725,"0"1"0,0-1 1,-13 3-1,16 0 99,34-5 126,37-5-670,12-4-69,-3-3 0,11-2 0,-1-1-1004,-5 1 1,1 0 0,3-1 864,3 1 1,5-2 0,2 1 0,0 0 12,-7 1 0,2 0 0,0 0 1,-1 1-1,-1-1-3,6 0 1,-2 0 0,-1 1-1,-1-1-38,-1 1 1,0 0 0,-1-1 0,-1 0 61,-2 0 1,1-1 0,-4 0 0,-5 1-54,1 0 0,-2-1-5,4 0 1,4 0 0,-7 0 593,14-3-821,3 3-309,-32 3-530,-12 2 1018,-18 3 0,1-2 0,-2 2 0</inkml:trace>
  <inkml:trace contextRef="#ctx0" brushRef="#br0" timeOffset="268259">26594 8652 18201,'-42'3'1064,"-1"1"1,-18 1-724,83-7-61,32-5-228,-12 1 1,6-1-1,-2 0-1154,8-1 0,3-1 1104,-9 2 1,5 0 0,1-1 0,-2 1-13,5 0 1,-2 1 0,3 0-548,-3 0 0,2 0 0,1 0 0,-1 1 364,1 0 0,-1 0 0,1 0 0,-2 1-352,-2 0 0,-1 0 0,-1 1 1,-1 0-1106,7 0 0,-2 0 1,-4 1 1649,7-1 0,-9 2 0,4 0 0,-35 1 0</inkml:trace>
  <inkml:trace contextRef="#ctx0" brushRef="#br0" timeOffset="268489">26586 8880 19014,'-41'9'785,"0"0"1,-1 0 0,-8 2-1,9-2-662,9-1 510,34-5-67,31-6-390,1-2 1,6-1-1126,18-2 0,6-2 1023,-11 2 1,3-1 0,4-1-33,-12 3 1,4-1-1,1-1 1,-1 1-1,-4 1-501,14-2 1,-4 0 0,3 0 475,-12 1 1,4 0 0,1 0 0,-3-1 0,-4 2 0,3-2 1,-5 1 0,1-1-25,6-1 1,0-1 0,-2 0-1156,10-5 0,-8 0 887,7-4-1972,-25-1 2246,-37 11 0,3 4 0,-7 0 0</inkml:trace>
  <inkml:trace contextRef="#ctx0" brushRef="#br0" timeOffset="269332">26153 8036 12343,'-1'-46'1873,"-1"1"1,0-1-1,-1-17 1,0 3-1087,1 12 0,-1 4-183,-2-15 663,-3 12-1066,4 32-346,-1 9 190,6 17 83,7 37-97,-1-11 0,0 3-182,1 1 1,0 4 159,1 9 1,2 7-1,-1-2-384,-3-15 0,-1-1 0,1 3 376,0-1 0,0 4 1,0 0-1,-1-2-398,1 2 1,-2-2-1,0-1 405,0 17 1,0-4-12,-2-9 1,-1-4 7,-2-9 1,-2-4 128,-5 11 166,1-23-250,-2-21 960,6-11-1010,-2-24-8,2 1 0,2-6-729,1-20 0,2-2 734,-2 7 1,1-2-12,1 6 1,1-3 0,-1 3-656,0-6 0,1 0 678,-1 10 1,0-3-1,1 1-298,-1 2 0,1 1 1,0 0 299,2-15 0,3 0-856,5 1 1,3 4 844,-6 20 0,3 3-23,13-5 1,7 6 453,-1 13 0,4 5-440,18-4 1,5 2-11,-13 6 1,2 1-1,4 2-122,0 2 1,4 2-1,1 0 1,-3 1 136,0-1 0,-3 0 1,4 2-7,3 2 0,4 1 0,1 1 0,-5 0-1,1 0 0,-3 1 0,2 1 4,-5-1 0,2 1 0,1-1 0,0 1-10,-2-1 0,0-1 0,-1 1 0,0-1 15,-4 0 1,0-1 0,-1 0-1,-2 0 0,9 0 0,-3 0 1,-2-1 1,8 0 0,-5 0 940,-18-1 1,-6 0-840,-1 0 484,-20 0-456,-8 2 2262,-2 0-2369,1 1 1742,-5 7-1635,-3 11-12,-7 15-41,3-4 0,1 5-48,2 0 0,1 2-647,0 1 1,2 2 643,3 9 1,2 2-18,4-4 0,2 5-3,0 2 1,1 6 0,0-1-8,0-7 0,0 0 1,0 2-434,-1-8 1,0 3-1,-1-1 1,-1-4 341,0 16 1,-4-1-367,-5-15 0,-3 1 0,-7-3-1815,-6-8 0,-5-2 0,-3-1 2274,-3 4 0,-3 0 0,1-4 0,-6 2 0,1-6 0,11-12 0,1-1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5T15:28:09.9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2860 2613 22655,'-3'-20'-241,"6"14"263,7 31 73,5 23 6,-10-12-34,-3 8 163,-15-3 61,2-22-33,-5 3 912,9-15-649,3-11-353,-1-10-123,0-4 6,-3-35-29,4 6-22,3 12 0,0-2 17,8-22-17,3 8-17,3 14-22,0 16-6,-3 12-11,8 6 11,17 12-22,10 6 53,-15-2 0,2 2-9,-4 1 1,0 1-29,23 18-10,-11 0 27,-14-9 17,-12 8 17,-10-16 152,-3 3 156,-1-14-157,-1-6 29,-5-18-141,1-11-11,-2-24 5,6-8-925,10-1 903,1 16 6,13 3-11,-4 25-17,2 0-79,16 18 28,-1 12 23,9 3-45,-5 9-930,-6 6 0,4 9 1,-2-4-483,-5-5 1,3-1-526,13 10 1,7 3 0,-5-12 2071,-15-18 0,-2-7 100,11-6 0,-3-8 336,3-16 252,-4-5 1386,-14 4 1,-3-3 737,6-14-2194,-9 15 1,-4 0 377,-12-2-918,-7 19-68,-15 8-66,-1 15 5,-4 3-28,-6 27 0,17-6 17,1 17 225,22-13-209,13-5 12,16-9-17,8-9 28,5-10 39,-2-12 56,-7-9 51,-9-12-73,-12 2 218,-6-23-112,-12 11-28,-7-19-49,-12 10-57,-10 4-1,-7 8-10,-4 9-51,-3 10-50,1 9-51,1 12-246,5 10-39,11 4-2902,10 34 3277,23-5 0,-8-5 0,11-14 0</inkml:trace>
  <inkml:trace contextRef="#ctx0" brushRef="#br0" timeOffset="739">4981 2542 24234,'-59'1'47,"0"1"1,0-1-1,-8-7 1,7 9-43,6 28 1,9 10-321,21-17 0,3 2 301,-1 3 0,5 2 208,4 20-188,30-12 16,24-17-8,1-18 0,5-8 0,-1-5 0,0-3-394,3-2 1,-1-3 418,-1-8 0,-5-3 14,-11 3 1,-3-2 4,4-7 1,-3-3-258,-7-1 1,-4-2 259,-4-1 1,-4-2 5,-4-3 1,-1 0-40,-3 10 0,0 0 84,-2-14 0,-2 1 51,-3-6-65,2 20 0,-2 2 356,-4 3-420,2 15-101,2 9-28,1 11 83,-5 26 7,1-2-4,-1 5 1,-1 4 181,2-3 1,1 2-182,-3 11 0,0 3-158,1 1 1,1 1 151,3-2 0,3 0-3,4-7 1,6-2-74,4-7 1,6-5 44,7-8 0,5-5 11,5-6 1,3-6-269,2-7 0,2-6 307,0-3 1,-1-5 8,-2-3 0,-2-4 17,-5 0 0,-2-1 457,11-13-286,-7-7-46,-23 25 814,1-4-959,-13 17 77,-10 16-99,1 0 694,-12 20-711,10 0 0,3 10 22,15-1-5,25-1 5,-2-16 12,29-2-6,-7-17 22,-1-4 20,-9-8 0,-1-6 87,5-18-110,-16 14 1,-2 0 25,-3-19 45,-16 3-34,-3-2 56,-4-19-84,-3 21 0,-6-5-62,3 30-240,-1-1-6,4 10-135,1 0-6766,8 26 6333,2-6 0,-1 9 0,0-16 0</inkml:trace>
  <inkml:trace contextRef="#ctx0" brushRef="#br0" timeOffset="1414">6220 2864 25382,'14'-53'200,"1"0"0,-1 3 1,1-2-1,-2 8-166,2-9-1897,-4 14 1,1-6-1,-2 4 1866,-3 9 0,-2-1 19,2-12 1,0-5-1,-2 3 356,-1 1 0,-1 1-342,-1-18 1,-1 3 13,-7-2 45,-8 13 917,0 27-1034,0 4-90,5 15 78,4 9 3123,3 20-3067,1 19-27,-1 3-832,6-8 1,3 8-1,-1-5 826,-1-9 0,0 1-103,6 21 0,2 9 0,-2-8-215,-3-21 0,-1-1 17,2 6 0,0 4 0,0-2-2082,3 3 0,-1-3 1733,-1-7 0,0-2-121,1 2 1,6-7-5634,41-8 5794,-7-25 1368,-9-4 1,-2-4 562,7-20 325,-22 9 0,-3-2 2068,9-23-2795,-7 9 2738,-8 0-2800,-13 26-378,-8 4-473,1 4-12,-4 6 3305,2 4-3333,4 4 162,5 3-100,5-1 5,20-5 0,7-4-16,-2-3 5,9-1 0,0-4 6,-12-6 67,20-21-45,-29 13 57,10-23 88,-26 1 7,-9 2-62,-5 2 263,-20 11-174,9 13-140,-5 0 12,5 9-51,3 10-106,0 12 45,2 17-1,7 16-10,5-3-71,6-14 0,4 2-683,8 5 0,4 1-2879,2 3 0,3 1 3666,4 3 0,-1-5 0,4 4 0,-12-23 0</inkml:trace>
  <inkml:trace contextRef="#ctx0" brushRef="#br0" timeOffset="1798">4310 3322 5087,'-60'11'547,"0"0"0,0 0 0,0 0 1,0 0-1,0-1 0,0 1 1,0 0-1,0 0 0,0 0 1,3-1-1,3 0 0,0 0 0,0 0 1,-2 1-471,-7 1 0,-4 1 0,-1 0 0,3-1 0,7 0 0,9-2 222,-6 3 1,6-1-143,-14 4 0,9-1 1888,24-2-1581,33-6 208,38-2 1,19-6-511,-12-1 1,3-2-1,2 0-363,-7 2 1,1-1-1,3 1 1,3-2 242,5-2 1,4 0-1,3-2 1,0 0 0,0 1-181,-12 1 0,0 0 1,0-1-1,1 1 0,2 0 1,4-1 150,-9 1 0,4 0 1,2-1-1,1 0 1,2 0-1,0 0 1,0 0-1,-2 0 1,-2 1-1,-2 0-58,6-1 0,-3 0 0,-2 1 0,-1 0 0,2 0 0,3-1 0,5 0 38,-10 1 0,3 0 0,4-1 0,3 0 0,2 0 0,0 0 1,1 0-1,-1 0 0,-1 0 0,-3 0 0,-3 1 0,-5 0 1,-4 0-222,21-1 0,-10 0 1,-3 1-1,1 0 0,7-1 219,-11 2 1,4-1 0,4-1 0,1 1 0,1-1 0,-1 1 0,-3 0 0,-3 0 0,-5 1 49,8-1 0,-6 0 1,-3 2-1,1-1 0,3-1-99,1 1 0,2-1 0,1 0 1,0 0-1,-1 1 0,-3 0 52,9-2 0,-3 2 0,-1-1 1,2 0-323,-4 0 1,4 0 0,-1 0 0,-4 0 0,-10 2-4589,3 0 1,-8 0 4607,-1 1 0,-3 0 0,4 0 1,-33 3-1</inkml:trace>
  <inkml:trace contextRef="#ctx0" brushRef="#br0" timeOffset="2147">8326 2462 18397,'-3'-6'2750,"0"1"-2083,3 5 1120,-77-66-1501,48 48-261,-14-18 0,5 5-59,28 30-16,8 2 56,-2 7 16,-2 9-28,0 11 6,1 7-5,6 4-1,8 3-55,10 0-421,13 3-1025,10-1-2498,3 0-498,-11-10 4503,-6-4 0,-19-19 0,-4-1 0</inkml:trace>
  <inkml:trace contextRef="#ctx0" brushRef="#br0" timeOffset="3088">7445 2543 19652,'18'-51'1290,"1"0"0,-2 3 1,-6 8-619,-15 19-437,0 5 50,-2 9-178,2 5-146,0 0-73,1 4 61,-2 5 46,-1 9 5,-3 11 16,3-1-4,1 13-1,19 2-17,9 3 9,-3-19 0,3-2-54,24 11-3520,-5-7 3431,-15-10-801,-28 5 555,-13-13-466,-37 11 1,-11-14 270,22-3 1,-2-3 476,1-3 1,2-3 103,5-1 0,4-6 134,-10-33 252,27-1-66,15-4 447,21 2 3167,-1 17-3234,3-2-330,-8 15-292,-8 13 710,-7 10-710,-5 20-16,-6 16-448,2-9 1,-2 4 208,-3 5 1,-1 3-4740,-3 15 1,1 0 4307,5-20 1,0-2-1,0 3 1,3-8-1,4-17 1</inkml:trace>
  <inkml:trace contextRef="#ctx0" brushRef="#br0" timeOffset="3723">8398 2447 22344,'-39'-28'420,"1"0"0,3 2 0,10 8 131,21 16-551,2 3 177,-13 11-160,2-1 81,-16 18-93,8-5 202,-1 6-223,9-7 16,8-5 33,6-8 141,1-5 162,5-5 45,14-17-302,-4 4 105,16-24 40,-15 8 96,-2-24-253,-10 22 22,-11-9-21,-6 27-46,-4 1-22,2 7-34,-5 4 6,0 7-16,-10 16-197,3 8-622,0 17-1327,12 5 95,7-6 2095,10-12 0,2-3 0,-4-8 0,9 11 0</inkml:trace>
  <inkml:trace contextRef="#ctx0" brushRef="#br0" timeOffset="4071">8303 2767 18621,'-3'0'4034,"0"0"-3211,3 0-582,-64 7-219,46-2-8,-18 2 0,7 3 31,28 3 106,14 11 6,5-7-62,5-1 0,-1-7 129,-1-6 224,4-4-145,0-8 28,-2-5 33,-10-7-79,-6 0-89,-7-1-61,-7 2-18,-11-2-89,0 7-22,-1 2-34,6 7-185,6 5-28,2 0-2117,7 10-5063,16 5 7421,7 5 0,-3-6 0,-6-6 0</inkml:trace>
  <inkml:trace contextRef="#ctx0" brushRef="#br0" timeOffset="4331">9067 2556 24620,'-37'-2'330,"0"-1"1,-21-2-106,68 5-57,13-3-84,22 0-65,-14 0 1,3-1-371,6 1 0,1-1 194,2 1 0,0 0-571,-1 0 0,0 2 728,2 1 0,-5 1 0,5-1 0,-8 3 0</inkml:trace>
  <inkml:trace contextRef="#ctx0" brushRef="#br0" timeOffset="5560">5810 4663 15076,'5'-51'1524,"0"0"1,0 0 0,-1 0 0,3-7-1,-2 4-2402,1-12 0,-2 14 1258,-4 37 729,2 5-1098,-2 7 324,0 5-319,3 27 29,-1 9-20,0-5 1,-1 1-4,1 21 0,-3 1 3,-2-15 1,-1 0-15,0 11 582,1-13 1,0-3-470,1-11 464,2-13 73,0-13-398,1-16-218,0-3 28,1-42-34,-1 3-409,0 15 1,-1 0 380,2-17-1542,-2 24 1,1 4 1563,0 4 12,-1-9-78,0 31-175,0 6 169,0 7 537,3 20-660,3 14-903,0 0 1,3 4 1064,0 0 0,1-1 0,-3-8 0,0-3 0,6 13 0</inkml:trace>
  <inkml:trace contextRef="#ctx0" brushRef="#br0" timeOffset="5878">6696 4427 20985,'-52'2'1120,"1"1"0,-5 1 1,9 1-668,18 2-234,-3 1-12,24-4-38,9-4 234,9 0 17,29-8-308,11-2-259,-14 1 0,1-1 183,-6 2 0,0-1 9,21-5-28,-14 3-39,-12 6-79,-6 2-907,-1 9-3933,-1 6 4941,-3 4 0,-6-3 0,-4-5 0</inkml:trace>
  <inkml:trace contextRef="#ctx0" brushRef="#br0" timeOffset="7027">8200 4475 18638,'-5'-36'2660,"1"0"1,0 2-2381,-1-2 0,-1 4-201,3 22-197,1 8 73,1 12 73,4 11-16,0 19 4,3 14-4,-2 8-7,-1 0-5,-5-4 28,-4-10 28,-5-12 202,1-14 274,2-11-117,3-15-225,2-14-123,1-4-11,0-11 25,4-9 1,1-3-937,2-8 885,0 10 0,2-8 0,0 7-8,4-10 34,1 1 0,1 2 17,1 8-325,6-10 219,-4 29-7,17 10 40,-8 6-11,26 12-11,-9 13 22,0 4-14,-17-3 0,-1 6 153,0 18 0,-3 3-148,-6-9 1,-2 1 0,3 16 0,-7-2 13,-18 7 1,2-25 384,-3-9-283,9-23-51,-1-11-23,1-12-10,0-16-1,4-10-11,6-5 6,9 1-11,12 6 532,4 10-549,6 12-3432,11 12 3432,-13 10-30,19 12-32,-16 10-62,10 9-156,-2 7-263,-5 2-214,-5-2-22,-4-2 135,-2-8 258,-1-8 268,2-9 140,3-15 45,3-9 106,2-12 107,-1-8 134,-6-1 3537,-9 3-3358,-11 8-186,-8 9-255,-6 10-136,-4 5-10,-5 10 10,-9 18-10,4-5-1,-2 22-16,13-12 10,12 6-11,11-2 18,17-9 5,-4-11 34,27-10-6,-19-15 22,17-9 51,-19-11 39,-13-7 34,-11-4-1,-13-4-38,-14 0-49,-8 13 1,-4 2-25,-18-10-31,11 16 0,-2 4-9,-15 6-16,5 10-90,6 13-448,8 16-2756,6 20 3288,9 3 0,6-14 0,5-14 0</inkml:trace>
  <inkml:trace contextRef="#ctx0" brushRef="#br0" timeOffset="8726">10230 4399 17468,'1'-6'2372,"7"-24"0,1-5-1823,-4 11 50,4-20 0,-2 0-27,-8 16-4410,-4-8 3973,-2 21 835,-28 11-947,-1 19-7,5 0 1,-1 2-276,-13 19 261,16-8 1,1 2 8,-9 20-11,3 2-8,22-19 0,7-1 13,17 4 67,17 7-44,23-28-12,-19-15 1,1-5-144,3-5 0,-1-4 155,2-6 0,-1-5 17,-2-4 0,-2-4 16,-3-2 1,-4-3-143,-3-3 1,-4-1 97,-6 8 0,-3 0 11,-1-12 0,-3-3 3,-2-4 0,-1-2 33,0-5 0,-1-1 6,0 3 0,-1 4 20,-2 14 0,0 5-18,-1 5 2991,-2 13-3091,1 13-22,0 8 44,-1 30 6,2-3-6,1 6 1,0 4-404,1-4 0,1 1 403,0 0 1,0 4-63,1 3 1,0 4 0,2-1-172,1-4 0,2-1 0,-1-1 128,0 1 1,-1 0 0,2-1-263,9 21 1,3-8-762,13-5 887,-12-24 1,2-3 67,20 1 134,8-25 113,-9-18-1,-1-8-1194,-20 1 0,-3-2 1284,-1-3 1197,6-27-621,-17 10-570,-1 15 556,-6-3-613,-1 28 79,-5-3-124,3 5 3348,-2 0-3459,5 5 1070,1 1-959,1-2-44,0 1 0,0-6-6,0 2-5,-1-2 22,1 2 5,0 3-262,0 0 66,-1 1 242,0 0-7,0-2-38,1-3 22,2-5-22,1-4-51,2 1 34,0-3-6,-2 8 62,3-7-6,-4 10-28,1-1-28,-3 6-39,0 1-45,0 3 79,-3 8-23,-2 10 23,0 2 11,-3 16-23,1 0-3,4-8 1,0 1 8,0 12 23,10 16-18,7-26 1,19 7 11,-7-16 55,28-6-4,-18-21 10,19-8-5,-9-13 16,-2-9 18,-5-7 5,-10-8-34,-8-7-33,-9-5 50,-6 1-50,-6 14 39,-9-4-50,1 25-18,-4-2-38,6 17-129,2 5-118,3 6-117,0 2-1441,3 14 1827,10 25 0,-8-20 0,8 11 0</inkml:trace>
  <inkml:trace contextRef="#ctx0" brushRef="#br0" timeOffset="9127">11379 4478 25954,'27'-42'171,"1"1"1,-1 0 0,-1 3-116,-6 12 0,-1 0-273,0-5 0,-1-1 262,0-2 0,-3-5-1310,-3-3 0,-2-5 1,-1 4 1272,0 1 1,-1 0 6,-2-11 0,0-6 0,-2 7 280,-2 13 1,-1 2-263,-2-15 1,-1 3 61,-4-8-27,-5 20 109,1 20-194,2 9 3164,-5 24-3153,-2 16 0,4-2 1,0 4-119,1 7 1,1 4 86,1 7 1,3 2-1032,3 8 1,4-1 958,0-12 0,2 2-588,5 0 1,2 3-1,1-3-1396,2 1 1,3-1-1127,-1-5 0,2 3 1,0-5 3218,3-1 0,-1-6 0,6 7 0,-10-25 0</inkml:trace>
  <inkml:trace contextRef="#ctx0" brushRef="#br0" timeOffset="9502">12044 4293 18520,'0'-4'5518,"0"0"-3630,0 4-1872,-25-48-66,19 36-23,-20-36 51,28 50 67,11 3-12,5 0 6,14 0 12,0-5-23,-7-3 101,6-13-23,-15-3-56,3-5 74,-11-20-52,-6 11 35,-8-15-6,-5 14-57,-2 11 46,-16 4-62,3 14-11,-12 5-12,10 7-5,-13 32-11,25-15-6,-9 32-33,24-15-118,13 17-62,3-11-868,8-8 1,6-2-1745,-4-10 1,2-2 2841,8 9 0,-1-3 0,6-2 0,-15-14 0</inkml:trace>
  <inkml:trace contextRef="#ctx0" brushRef="#br0" timeOffset="9944">12778 4051 24603,'-3'-3'146,"28"1"-317,12 2 0,7 0-347,6-1 0,3 0-638,-1-1 1,-1-1 306,-6-1 1,-3-1-1365,19-12-849,-30 2 1,-1-1 2797,8-9 1469,3-18-52,-25 10 740,-4-10 1137,-10-5-1399,-7 12-993,-3 4 370,0 12 57,3 8-864,1 4 420,2 3-560,2 6 3360,0 12-3398,2 10-46,4 23-16,-3-14 0,1 0-563,3 27-871,-3-3 0,-2 5 932,-2-11 1,-1-2 0,2-2 0,-1-2-1,-2 15 1</inkml:trace>
  <inkml:trace contextRef="#ctx0" brushRef="#br0" timeOffset="11464">12741 5484 22038,'-41'3'704,"0"1"0,0-1 0,17-1-547,26-3-185,30-8-101,-2 2-2927,21-2 1,5 0 2136,-25 4 1,2 0 918,14 0 0,7-1 0,-9 1 0,0-1 0,-11 3 0,-1 0 0</inkml:trace>
  <inkml:trace contextRef="#ctx0" brushRef="#br0" timeOffset="11805">13480 5313 24032,'-7'-54'145,"-1"0"1,4 5 0,9 8-146,38 17 0,12 7 0,-24 11 0,1 5-11,7 8 0,-1 4-491,15 6 488,-21 4 0,-4 5-3,-5 22-3,-14-15 1,-6 3-1,-12 5 0,-5-1-432,-1-7 1,-5 0 443,-10-1 1,-7 0 0,1-2 12,-2-1 1,0-2-6,-14 11 0,2-1 39,21-16 0,6-1-17,-1 7 40,36-11-34,38-10-104,10-8 0,6-4-590,-16 3 0,2-1 201,5-2 0,5-1 1,-6 1-606,-12 1 0,-1 1 1070,20-3 0,-5 0 0,-13 3 0,-3-1 0</inkml:trace>
  <inkml:trace contextRef="#ctx0" brushRef="#br0" timeOffset="13040">12763 6829 20627,'25'-10'-1120,"-2"2"117,12 1 0,11 0 1,-2 0-1517,6 0 0,-1 0 1128,-2 0 0,2 0 1,-1 0 1390,11-1 0,-6 0 0,7 0 0,-16 1 0</inkml:trace>
  <inkml:trace contextRef="#ctx0" brushRef="#br0" timeOffset="13423">13591 6513 24195,'5'-38'22,"-2"11"23,-20 66-34,0 3 0,-5 15-16,6-3-18,13 3 40,7-22 39,17 1-45,-3-25 96,37-8-40,-4-18-1657,-6-4 1,1-3 1645,-17 6 0,-2-2 117,9-9 1,-3-2 173,4-8 51,2-7-29,-9 9-27,-12 11-309,-9 11-55,-6 9-34,-2 8 56,1 10 22,7 28-33,-4-6-238,2 10 0,-1 2-278,-3 4 378,0 2 0,-1 3 149,-4-7 0,-1-3 0,2-13 0,0-3 0,-5 31 0</inkml:trace>
  <inkml:trace contextRef="#ctx0" brushRef="#br0" timeOffset="13898">12844 8086 22419,'-37'1'-132,"0"-1"1,-17-2 7,64 0-1668,48-6-191,-13 2 1983,-5 2 0,7-1 0,-7 1 0,3 0 0,-7 1 0,-1-1 0</inkml:trace>
  <inkml:trace contextRef="#ctx0" brushRef="#br0" timeOffset="14457">14291 7764 19300,'1'-5'2626,"-1"2"-889,0 3-1564,-41-29-145,21 22 8,-13-8 1,-2 2 47,-6 15-25,10 0 0,-2 0 47,-26 3-22,8 0-28,19 0-45,18-3-5,6 1 22,-2 4-17,4-1-5,-13 19-6,9-9 11,-13 30 11,10-16-11,-1 8 6,5-12 90,-3 15-74,3-8 12,-4 17-11,6-20 5,4-9 11,2-5 258,1-10 275,0-1 22,2-4-263,7-6-303,1-1 28,26-14-39,-4 5-11,18-5 16,-15 9-33,17 2-22,-13 7 11,22 6-212,-9 6 206,1 7-34,-9 2-38,-14 2 27,-14-5-229,-28 18-185,-20-4 62,-10 8-985,-3-13 1,-5-4 9,13-7 0,-1-2-1650,-15 3 1,0-1 2706,17-8 0,5-2 0,-7-2 0,21-2 0</inkml:trace>
  <inkml:trace contextRef="#ctx0" brushRef="#br0" timeOffset="14724">14218 7699 19014,'0'-4'2654,"0"1"573,0 3-2521,88-32-320,-44 17-313,6-3 0,3-2 95,-11 8 0,-6 2-235,-11 3-79,31-7-1148,-52 22-532,-2 2 978,-3 9 0,0-10 0,-1 1 0</inkml:trace>
  <inkml:trace contextRef="#ctx0" brushRef="#br0" timeOffset="16322">12561 9248 24514,'23'-25'-532,"0"-1"0,24-2 0,6 7-2980,-7 13 0,3 3 2568,15-3 1,-2 1 0,-26 3-1,-4 1 1,6 0 0</inkml:trace>
  <inkml:trace contextRef="#ctx0" brushRef="#br0" timeOffset="16931">14337 8928 20912,'-2'-39'741,"-1"-1"1,-2 2-1,-4 10-584,-11 23-51,-16 10-25,4 10 1,0 5-9,-18 14-800,7 1 0,-1 3 772,11-6 0,3 0-15,-7 10 1,2 3-1319,3 9 1,4 0 1290,11-18 0,3 0-6,2 12 0,7-2-151,14 7 140,-1-22 0,3 0 8,23 20 6,10-11 40,7-12 60,1-12 108,-2-12 100,-8-14 84,-8-8 798,-12-11-898,-10-7 3203,-15-2-3439,-12-1 136,-16 7-327,-16 12-297,16 16 1,-4 5 332,-11 8 1,2 3 0,-8 0-1,0 10 1</inkml:trace>
  <inkml:trace contextRef="#ctx0" brushRef="#br0" timeOffset="19256">14523 3747 14320,'-3'-1'2963,"1"0"-2498,2 1-342,38-33 56,-2 15-3,8-6 1,4 0-617,-12 12 1,0 3 506,-1-2 0,0 1 54,0 1 0,-2 0 64,20-4-143,-19 7 0,1 0-20,-2 1 1,0 2-29,5 2 1,-2 1-23,21 8 28,-9 0-6,-16 11 1,-7 3 886,-4 4-774,1 14-74,-13-14 18,-1 8 326,-5-1-226,0 25-120,-2-25 0,1 0-602,-1 1 1,1 0 600,1 4 1,1-1-17,0-5 0,2 1-99,1 9 1,2 2 101,0 1 0,1 1 5,0 1 0,1-1-382,-3-9 0,0 1 412,2 5 1,0 3-1,0-4-27,-3-10 1,0 0 22,3 9 1,1 6-1,-1-1 120,1 8 0,-1 0-59,1 5 1,-1 2-428,-2-13 1,-1 2-1,0-2 396,-3-3 1,1-2-1,-2-2-25,2 10 1,-2 1 3,-1-11 1,0 2 0,-1 0 46,0 3 1,0 0-1,-1 1-80,1 3 1,0 0-1,0 0-9,0-1 0,-1-1 0,2-1 4,-1 7 1,2 0 25,0-8 0,1 2 0,0-1 2,2 14 1,1 4-13,-2-13 0,1 6 0,-1-1 0,1-5-366,-2-7 0,1-5 1,-1 3 367,2 15 0,-1 4 1,0-1 14,-2-9 0,0 0 0,-1-2-30,0-7 1,0-1 0,-1 2 27,1 14 0,0 3 1,-2-2-548,-1-8 1,-2 0 0,1-3 510,0 14 0,0 0 0,-1-5 1,-1 2 0,0-1-322,0-10 1,0-2 0,1-1 312,-2 14 0,1 0-60,-1-7 0,1 3 0,0-7 71,1-12 0,0 0 27,-1 10 1,0 7 0,0-2 11,1-6 0,1-2 0,0 2-34,-1 7 1,1 1-1,-1-2-5,1 10 0,1-3 2,1-7 1,0-2 127,0-11 1,0-1-123,0 9 0,1 0 880,-1-3 0,0 0-847,0 4 1,0-2 2384,-2 14-2401,0-22 0,-1-1 81,-6 14-55,0 1 4,-3 2 124,-3-8 1287,-2-7-1449,-2-4-29,0-11-48,-18 6-5116,-8-2 5159,15-9 0,1-1 0,-7 1 0,13-7 0</inkml:trace>
  <inkml:trace contextRef="#ctx0" brushRef="#br0" timeOffset="57973">16025 3927 18672,'-23'-38'193,"0"1"1,-14-23-425,37 60 75,0 3 240,5 8 135,5 12-60,2 8 1,2 1-93,3 9-22,-3-6 0,-1-2 5,-5-12-3246,9 11 3325,-8-20 901,15 3-184,3-21-369,28-15-486,-17 0 1,4-3 72,9-6 1,6-4-434,-14 8 0,4-2 1,1 0-1,-2 1 382,2-2 0,-2 1 1,1 0-14,-3 1 0,3 0 0,-2 0 0,-4 3 1160,12-7 0,-5 4-1508,-8 4 1,-2 4-527,11-3-6693,-19 22 6996,-28 13 1,2-1-1,-10-1 1</inkml:trace>
  <inkml:trace contextRef="#ctx0" brushRef="#br0" timeOffset="58704">15979 4944 14460,'-1'-4'-247,"0"1"1446,1 3-807,13 64 62,-2-22-169,0 4 1,1 1 319,5 3-146,1-5-22,1-1-319,-5-16 167,4 1 209,-3-17 212,8-4-37,8-12-229,10-13-138,13-16-1157,-22 11 1,0 0 907,-6 3 1,1-1 72,13-9 0,0-1-1423,-10 5 1,0 0 1307,1 1 0,-1 0-23,-4 1 0,-2 3-400,2 1-5630,16-1 6040,-10 17 1,-5 0-1,-14 10 1</inkml:trace>
  <inkml:trace contextRef="#ctx0" brushRef="#br0" timeOffset="59371">16080 6655 19160,'-15'-42'548,"0"0"1,0 4 0,6 10-745,9 25-106,0 3 240,0 4 208,9 17-96,3 5 12,10 15-40,0-5-16,2-3 38,0-8 63,2-7 139,0-7 168,1-6 146,16-15-459,-12 0-22,12-11-3,-14 4 0,1-1-54,-2 0 0,0 1-139,13-9 0,3 0-219,6-3 0,-3 2-1476,-18 11 1,-1 1 876,6-4 0,-3 6 334,-9 11 0,-12 1 0,-1 3 0</inkml:trace>
  <inkml:trace contextRef="#ctx0" brushRef="#br0" timeOffset="59956">16208 7847 20588,'-13'-29'-163,"0"-1"1,-7-2 235,19 58-62,1 5 22,5 7 35,4-11 55,8 2-6,0-9 499,18-10 73,12-24-543,0 1-394,-9-7 0,1-5 304,-6 2 0,0 0-20,9-8 0,1 0 0,-2 0 1,0 0-9,1-2 0,-3 2-39,9-8-118,-21 17 0,-3 4-1187,-3 6-2650,0 2 3966,-5 16 0,-9-4 0,-3 7 0</inkml:trace>
  <inkml:trace contextRef="#ctx0" brushRef="#br0" timeOffset="60471">16014 9716 19160,'-16'-42'653,"0"0"0,1 5 0,5 9-272,10 18-437,0 8-789,0 3 772,0 3 246,4 12-94,0-1-29,4 9-16,8 13-3370,4-1 3336,1 0 140,11-5 129,-10-22-68,6 1 410,21-23-415,4-12-305,-21 9 0,2-1 127,1-4 1,4-3 0,-4 2-402,4-1 1,0 1 236,7-6 0,0 2-1826,-12 9 1,-5 4 2704,-1 4 0,-6 4 1,-14 5-1</inkml:trace>
  <inkml:trace contextRef="#ctx0" brushRef="#br0" timeOffset="70653">6534 11926 14096,'12'-52'1910,"0"0"0,1-4 0,0 7-846,-5 19-443,2-4-492,-8 23-342,-2 10 113,-4 14 262,-4 21-117,0-3 0,-2 4-598,-2 12 0,-1 2 558,-3 8 1,2 2-9,0 1 1,3-2-1,2-4 0,3-3 3,6-9 0,4-2-135,13 14 208,7-25 285,32-21-72,-3-27-135,-12 0 1,2-4-442,-4-8 0,-1-3 533,-1-3 1,-1-2-23,-5 1 0,-2 1-22,-5 4 0,-3 3 159,8-15-173,-14 19-196,-8 16 895,-6 13-917,-1 15 55,-3 23-33,0-9 0,0 4-12,-1 9 1,-1 3-811,1 5 1,0 3-308,1 1 0,3 2 1140,7 5 0,2-5 0,-6-24 0,1-3 0,12 24 0</inkml:trace>
  <inkml:trace contextRef="#ctx0" brushRef="#br0" timeOffset="71792">8655 12345 13866,'23'-49'1250,"1"1"1,-1-1-1,6-8 1,-6 3-271,-11 8 0,-5 4 180,-4-2-27,-6-8-898,-19 37-263,1 16 123,-11 14-104,1 15 1,-1 7-23,4-2 1,0 5-1136,-1 5 0,-1 6 1,4-4 1086,4-2 1,4 0-85,2 15 1,10-3-222,28 3 319,-2-27 1,5-2 25,9-6 0,3-5 33,-6-5 1,1-5 41,19-2 0,-1-8 34,-17-6 0,0-3 14,14-6 0,-2-6-237,-12-6 0,-4-5 226,-3-6 0,-3-5-12,-3-6 1,-3-2 2,-4-5 1,-4-1-4,-2-3 1,-3 1 5,-6 3 0,-3 2 20,-3 6 0,-4 3-15,-4 9 1,-4 4-141,-4 9 1,-3 5 61,-3 7 0,-2 8-36,-13 14 0,1 8 22,12-6 1,2 5-23,-13 18 0,5 10-93,13 8 1,6 2 952,1-10 0,2 2-961,1 10 0,7 3-625,10-1 1,9-3 44,2-12 1,3 0 160,-1-5 0,2 1 0,3-4 145,9-1 0,3-6 549,-4-8 1,1-4 69,16 2 502,-16-24-189,-16-17-27,-12-21-12,-8-15-132,1 24 1,0-1 97,0-1 0,1 0 15,1 2 0,1 1 209,1-24 914,6 15-1451,-1 16 675,1 13-1000,-1 15 196,2 17 33,4 21-22,-4-10 1,0 3-269,4 27 245,-3-10 1,1 1-3,0-18 0,0 1-22,4 14 0,2-1-57,1-14 1,2-3-60,2-4 1,2-3-106,24 11 156,15-27 151,-27-22 1,0-7-7,1-4 1,-3-5-261,1-11 1,-3-4 321,-7 3 1,-2-1 27,-1 0 0,-1 1 28,-3 2 1,-1 1 96,-3 6 1,-1 2 87,3-18-72,-7 19-197,-3 14-268,-2 11-298,0 9 1078,0 4-528,2 19 22,4 7-62,5 15-16,7 2-3421,14 1 3421,-7-20 39,17-3 89,-14-23 84,10-10-111,-10-6 229,10-32-84,-18 1-154,-7 9 0,-1 0-25,-3-13 27,-4-8-21,-3 5-113,-1 6 2872,0 6-3225,0 23-1225,6 14 670,1 7-2469,15 17 78,-6-4 3333,11 15 0,-17-21 0,0-1 0</inkml:trace>
  <inkml:trace contextRef="#ctx0" brushRef="#br0" timeOffset="72342">10176 12383 24424,'-31'-23'51,"11"4"105,40 10-94,1 0 33,22-12 34,-5-4 50,8-13-89,-15 6 123,-6-11 353,-19 2-477,-4 11 1,-19-4-56,-12 25-26,-3 7 0,-2 3-30,-9 5 11,8 4 0,2 5-6,11 5-28,-9 24 6,17-2 16,8-8 1,3 0-17,11 25 16,7-5 1,22-9 5,4-14 6,-13-13 0,3-2 11,10-4 0,1-4 8,-3-6 1,0-5-317,9-5 0,0-5 327,-5-6 1,-2-5 11,1-3 0,-2-3-9,-8 5 1,-2-3 13,2-8 0,-3-4 62,-7-1 0,-2-1 11,-3 2 1,-1 1 13,-3-1 0,-4 3-11,-8 4 67,-7 9-100,-2 14-124,0 1-129,5 6 79,1 3-6,7 9 745,9 10-638,16 17-9,-8-11 0,4 1-390,9 13 1,2 1 305,-6-5 1,-2-1 10,0 1 0,-3-1-263,-10-2 1,-8 1-3037,-23 26 3375,3-25 0,-3-2 0,-12 12 0,4-18 0</inkml:trace>
  <inkml:trace contextRef="#ctx0" brushRef="#br0" timeOffset="73169">11494 12657 29394,'5'-3'3373,"-2"2"-3373,29-35 0,8-17 0,-19 14 0,-1-1 0,7 0 0,4-3 0,-6 0 0,-7-17 0,-7 4 0,-5 25 0,-3-2 0,0-11 0,-1-6 0,-1 6 0,0 9 0,-2 0-915,-1-25 0,-3 0 257,-2 25 0,0 3-650,-5-21 114,-4 5 80,9 33 3276,-1 3-3222,5 7 463,0 8 371,-2 27 111,-1 17 80,1-7 1,1 4 11,1 6 0,1 1 8,0 6 0,3 2-678,2-11 1,2 3 0,-1-3 698,1 2 0,1 0-135,1-7 1,2 3 0,-1-5-761,1-3 1,0-2 146,2 7 1,-1 0-171,-1-7 0,-2-3-1694,-2 20 992,-16-27 407,-6-17-251,-23-28 1682,-3-14 1172,15 9 0,0-3-290,-5-8 0,2-1-379,6 5 0,1 1-347,3 1 1,1 0 867,-7-15-447,15 16-599,1 1-73,37-10-118,11 16-6,17-7-5,-1 14-157,-14 7 1,2 1 161,-7 1 1,1 0-3,6 0 0,1-1 16,9-4 1,-3 0 31,7-7-23,-18 7 0,-1-2 1295,2-7-130,-21 8-477,-3 1 114,-8 3-651,-6 6 123,0-1-565,-3 6 693,1 5-464,-1 15 23,2 0-17,0 10-446,5 0 1,1 1-1067,3 17 873,-2-16 1,0 1-9165,4 24 8226,-6-35 1,0 6 0,-3-27 0</inkml:trace>
  <inkml:trace contextRef="#ctx0" brushRef="#br0" timeOffset="73352">12182 11835 18604,'13'39'-2458,"-6"-15"0,11 5 1,-12-22-1</inkml:trace>
  <inkml:trace contextRef="#ctx0" brushRef="#br0" timeOffset="74368">12665 12087 24290,'-49'-16'29,"1"1"1,-1 13 0,10 13-35,29 28-9,3-6 0,4 1 19,9 4 1,23 14-17,1-23 39,3-7 0,1-3 162,10-4-11,5-4 393,-22-29-325,-15-10-91,2-25-1785,-11 21 1,-2-1 1678,-2-25 9,-4 14 0,-2-1-80,-5-8 52,4 18 0,-1 2-76,-2 2-112,4 16-728,-4 18-129,-1 20-643,-4 20-455,6 19 779,9-6-1857,15-14 0,5-1-112,9-1 1515,12-1 0,7-4 1787,-16-21 0,0-2 0,7 4 0,1-3 672,1-9 0,-3-6 7192,4-12-4815,-12-3 1,-3-4-2008,-6-11 499,-5-21-455,-13 17-284,-1-4 2794,-2 13-3115,-1 8-224,1 13-335,-1 1-309,2 5 298,0 29 100,-1-10-39,2 36 34,1-17-6,0 4-6,2-10 45,-2-14 96,1-10 145,-2-6 16,4-7-139,4-12-129,1-4-1710,4-10 0,2-4 1710,10-20-20,-7 17 1,1 0 2,12-11 17,-3 16-106,-1 15 39,-10 11-34,5 18 34,-5 19 27,4 24-101,-11-19 0,-1 0 113,0 3 0,0-1-8,-1-2 0,0-2 2,14 23 23,-1-13 3260,0-14-3249,-5-13 50,-5-9-22,3-18-22,5-12-12,7-14 12,3-9-17,0-5 5,-1-3 148,-13 25 1,1-1-168,0 0 0,1 0 2,1-2 1,0 1 13,-1 2 1,0 0 92,11-22 50,-12 11-22,-9 10-11,-11 6 22,-6 3-100,0 9 38,-2 1-61,7 8 17,1 1-364,1 1 269,9 14 55,7 8-10,5 8-7,2 3 1,0 3-9,-6-6 1,-1 1-535,6 17 1,-3 3-5,-7-4 1,-5 1-2045,-9 3 1,-4-1 2601,-2-4 0,-2-5 0,-3 1 0,8-27 0</inkml:trace>
  <inkml:trace contextRef="#ctx0" brushRef="#br0" timeOffset="74917">5282 13721 15582,'53'0'72,"1"-1"0,-1 0 0,1 0 1,-1 0-1,0 0 0,0 0 1,-2 1-1,-1-1 0,3 0 1,4-1-378,-6 0 0,3-1 0,3 0 1,2 0-1,0-1 0,0 0 0,-1 1 1,-2-1 304,0 0 1,-1 0 0,-2 0 0,1 0 0,1-1-1,2 1 1,3-1-56,-4 0 1,2 0 0,2 1 0,2-2 0,1 1-1,0 0 1,1-1 0,-1 1 0,0-1 0,-2 1 61,-3-1 1,-1 1 0,0-1 0,-1 0 0,0 0 0,1 0 0,0 0-1,2 0 1,1 0 0,1-1 23,-4 1 1,2 0-1,1 0 1,2-1-1,0 0 1,1 0-1,0 0 1,0 1-1,0-1 1,-2 0-1,-1 1 1,-2-1 0,-1 1 21,8-1 1,-2 1-1,-2-1 1,-2 1-1,0-1 1,1 1-1,1 0 1,2-1-1,3 0-17,-11 1 1,1 1-1,1-1 1,2 0-1,1-1 1,1 1-1,0 0 1,1 0-1,-1-1 1,1 1-1,-1 1 1,-1-1-1,0 0 1,-1 1 73,5 0 0,0 0 0,0 0 0,-1 0 0,1 0 1,-1 1-1,0-1 0,-1 1 0,0 0 0,-1-1 0,0 1 1,-1 0-81,4-1 0,0 0 0,-2 0 0,0 1 1,0-1-1,-1 0 0,0 1 0,1-1 1,1 1-1,1 0-9,-7 0 1,1 0-1,0 0 1,0 0-1,1 0 1,0 1-1,0-1 1,1 0-1,-1 1 1,2 0-1,-1-1 1,1 1 25,-1 0 1,3 0 0,0 0 0,1 1 0,1-1 0,-1 0 0,1 1 0,-2-1-1,0 1 1,-3 0 0,-1 0 0,-2-1 0,-3 1-40,15 0 1,-6-1 0,-4 1 0,-1-1 0,2 1 0,4 0-1,6 0-3,-16 0 0,3 0 0,5 0 1,1 0-1,3 0 0,1 0 0,0 0 1,1-1-1,-2 2 0,-1-1 0,-2 0 1,-3 1-1,-3-1 0,-5 1-2,12 0 0,-5 0 0,-4 1 1,-2-1-1,0 1 0,0 0 1,3-1-15,-1 1 1,1 0-1,0 0 1,1 0-1,0 0 1,-1 0-1,-1 0 1,-2 0-104,7 1 1,0 0 0,-2 0 0,-2 0 0,-1 0 0,-2 0-753,10 2 0,-3-1 0,-3 1 0,-4 0 866,-5 0 0,-3 0 0,-7 1 0,19 3 0,-42-4 0</inkml:trace>
  <inkml:trace contextRef="#ctx0" brushRef="#br0" timeOffset="75977">5414 12159 10984,'7'-52'2412,"0"0"1,0 1 0,1-14-1,-2 7-1208,-3-2-990,-7 33-387,-2 26 67,-7 29 142,2 3 0,-1 5-25,-4 19 1,1 7-875,2-9 1,1 2 0,1 3 863,3-8 0,0 3 1,1-1-1,1-1-9,-1 7 1,1-1 0,1 4 2,2-5 1,1 5-1,0 2 1,1-3-1,1-6-1,0-1 1,1-5 0,0 6 12,1-6 0,1 7 1,0 4-1,1 0 1,0-4-1,1-6-2,2 6 1,2-7 0,1 3-19,1 2 1,2 4-1,1-2 1,-2-8-14,3 2 1,1-8 3,0-3 0,1-13 467,0-27-669,-1-37 101,0-12-536,-6 5 1,0-10-1,-1 1 552,0 7 1,-2 0 0,1-3 58,1-4 1,0-3-1,0-2 1,0-1 34,-1 7 1,-1-2 0,1-1 0,-1 2-1,-1 4-393,1 1 0,-2 4 1,1 1-1,0-4 423,1-2 1,0-4 0,0 0 0,-1 1 0,1 5 30,-1-6 1,1 4 0,-1-2-181,1-2 1,1-4 0,0 0-1,-1 5 149,0 4 0,-1 3 0,2-2-17,2-11 0,2-3 0,3 7-362,5 3 0,5 3 337,-1 9 1,2 0 0,4 1-14,6 2 1,3 2 0,1 3 11,-5 5 0,0 4 0,4 0-30,13-2 0,5 1 0,3 4 16,-10 8 1,3 2 0,1 2 0,1 1 20,2-2 1,2 2 0,1 0 0,2 1-103,-5 2 0,3 1 0,1 0 0,-1 1 0,0 1 128,-4 2 1,0 0 0,-1 1 0,0 0 0,-2 0-1,4 0 0,-2 0 0,0 0 0,6 0-25,-10 1 1,4-1 0,3 0 0,1 1 0,-2-1 0,-2 0 0,-5 0 39,6 1 1,-7-1-1,1 0 1,7-1 5,-4 1 0,5 0 0,3 0 0,2-1 0,1 1 0,-1-1 0,-2 1 14,-4-2 0,-1 1 1,0-1-1,0 1 1,0-1-1,0 0 1,1 0-95,3 1 0,1-1 0,-1 1 0,1-1 1,1 1-1,1-1 0,1 0 66,-8 1 0,1-1 1,1 0-1,1 0 0,0 0 1,0 1-1,-1-1 1,0 0-1,-2 0 3,3 1 1,-1-1-1,-1 0 1,1 1-1,-2-1 1,0 1-1,-1 0 1,-2-1-11,9 1 1,-4-1-1,-1 0 1,1 1-1,2-1 1,4 1 10,-8 0 0,4 0 0,2 0 0,2-1 0,0 1 0,0 0 0,-2 0 0,-1 0 0,-3 0-5,1 0 1,-3 0 0,-2 0-1,-1 0 1,2 0 0,1 0-1,4 0-8,-7 0 1,3 0 0,1 0-1,2 0 1,0 1 0,1-1-1,-1 0 1,0 0 0,-2 1-1,-2-1 0,5 0 1,-1 1 0,-2-1-1,0 0 1,0 1 0,-1-1-1,0 1 1,1-1-3,-1 1 1,-1-1-1,0 1 1,0-1-1,0 1 1,1 0 0,0-1-1,1 1 2,-1-1 0,1 1 0,2-1 0,0 1 0,-1-1 0,0 1 0,-1-1 0,-2 0 0,-3 1-1,8-1 1,-4 1 0,-2-1-1,0 1 1,1-1 0,3 0 3,2 1 0,3-1 0,2 0 0,0 0 0,-2 0 0,-2 1 0,-5-1 24,10 0 1,-6 0-1,-1 0 1,2 0-3,-4 0 1,1 0-1,1 0 1,-2 0-1,-3 0 86,-1 0 1,-4 0 0,0 1 0,-1-1-41,17 0 1,-1 1 0,-4 0 272,-11 2 1,-3-1 0,-1 2-311,19 1 1,-1 1 567,-6 3 1,-6 2-585,3 14 2041,-16 8-2019,-15-1 58,-9 7 1,-1 8-59,-3 1 0,-1 3 204,0-6 0,0 2 0,0 1-236,0 3 0,-1 0 0,1 1-572,1-1 0,1 0 0,0-2 566,-2-6 1,0-2-1,1 4 15,2 4 1,1 6-1,0 0 1,-2-3-322,-2 2 1,-2-3-1,-1 4 268,-2 2 0,-1 5 1,-2 0-1,-3-5-83,-2-2 0,-5-5 0,-8 2-1853,-10-5 1,-9 3 0,-5 0 0,1-4 0,3-5 1494,2-3 1,3-6 0,-4 1 0,-4 2 0,-5 4-1,3-4 1,9-9 0,-4-2 0</inkml:trace>
  <inkml:trace contextRef="#ctx0" brushRef="#br0" timeOffset="77351">16713 11828 11730,'-62'-2'1266,"1"0"1,-1 1 0,15-1 0,1 1 0,2 0-1183,-17 0 1,7 0 311,5 1-722,41 1 9,4 0 384,9 4 563,13 4-42,30-1-404,-4-4 1,7-2-947,-5-2 0,4-3 1,3 1 780,-5-1 1,3 0-1,0 0 1,2-1-531,6-1 1,3 0-1,-1 0 1,-2 0 514,-8 1 0,-2 0 0,1 0 0,1 1 0,8-1 0,2 0 1,1 0-1,-2 1 3,-5 0 0,-1 0 0,-1 1 0,0-1 1,-2 0 1,0 0-1,0 0 1,-1 0 4,16-1 0,-1-1 0,-7 1-124,-3-2 1,-7 0 378,-13 1 1,-4 0 767,3-2-492,-24-1 1253,-14 1-1837,-28-14 2728,-6 1-2624,1 3 0,0 1-30,-9-4 447,-7 0-2408,37 14-1316,7 8-3294,13 11 6537,6 6 0,-2-5 0,-3-4 0</inkml:trace>
  <inkml:trace contextRef="#ctx0" brushRef="#br0" timeOffset="77844">16777 12262 16689,'-61'0'1012,"0"0"0,11 1 0,8-1-1437,4 1 195,26-1 101,17 1 471,16 0-135,30-1-171,-10-3 1,6 0-672,4-2 1,7 0 0,0-1 645,-3 1 0,1-1 0,2 0-608,-5 0 0,3-1 0,-1 1 0,-4 0 608,-2 1 0,-4-1 1,1 0 14,6-1 0,1-1 0,-3-2-76,2-2 1,-2-3 224,-9 0 1,1-3 0,-5 1-59,-1-1 1,-5-2 94,-2-8 1,-8-4-17,-16-14-140,-15 6 0,-5-1-16,-9-15-15,4 21 0,-5 1 224,-4 0 0,-1 2 129,6 6 1,0 0-10,-8-8 1,0 1 123,-3-4-174,13 16-184,11 10 806,8 7-1053,2 3 3245,6 1-3128,11 6-5,13 5 0,3 3 0,21 10-237,-12-6 1,4 3 228,-5-1 1,3 3-1,-2-1-670,-3-1 1,-2 1 0,2 1 662,15 8 0,3 4 0,-4 0-79,-13-4 1,-2-1 0,-3 1-67,5 3 1,-7 5-970,-9 16 0,-16 2-1518,-20-15 1,-9-2 2646,-4 14 0,-3-5 0,3-20 0,-1-7 0,-9 6 0</inkml:trace>
  <inkml:trace contextRef="#ctx0" brushRef="#br0" timeOffset="79803">20170 12395 19148,'0'-5'1843,"0"1"-1843,-25-15 0,-11-1-1237,-16 11 1245,-2-7 1,-3 3-4,14 19 1,2 6-17,0 3 0,1 4-17,4 2 0,3 4-37,3 10 1,4 1 19,-6 15 6,19-13 0,5 0 343,10 13-481,8-14 1,6 0-29,2-7 1,6-3-1328,11 2 0,5-6 1282,-9-9 0,2-5-464,16-4 0,-1-5-562,13-8 839,-3-10 0,1-9 577,-22 2 0,-2-5-6,-2 2 1,1-4 0,-5-1 243,4-17 0,-6-2-6,-2-5 1,-3-1 41,-2-2 1,-3 0 25,-3 2 0,-2 0 285,-3 0 0,-1 4-235,-4 14 1,-1 4-49,-1-22 197,-6 33-471,1 17 1819,1 3-2211,1 5 839,5 31-587,3 11-6,3 17 9,-3-20 0,0 2 58,-1-5 1,-1 1-79,1 11 0,-1 1-3,-1 7 1,-3-2-7,-1-10 1,-2-3-6,1-4 1,-2-2 7,-4 7 315,4-25-18,1-3 790,3-15-846,6-15-212,1-2 991,12-22-908,9-9-100,-3 8-12,-3 10 1,1 3 11,6 3-17,6-4-56,11 15 23,-23 9-35,26 6-49,-9 22 78,-7-1-101,-8 7 0,-1 3-51,-5 1-168,-2-1 1,1 1-1002,2 10-604,-3-13 1,1-1-216,7 8-6234,25 0 6330,-25-29-1427,37-15 4076,-34-4 2061,1-10 0,0-3-577,-8 1 311,-1-4 0,-3-1-1303,-8 6 561,2-15-196,-10 21 1930,-2 4-3073,-2 4 543,1 7-1361,-1 0 566,7 5 28,1-1 106,24 5-94,1-5-29,9-1 118,2-10 44,-12-8-38,1-11 77,-10-19-72,-13 4-106,-9 0 22,-16 9-22,-17 10-40,-7 4-33,-11 7-62,-5 25 23,12 13 22,17 3 0,4 3 0,0 13-9,13-2 1,5 0 8,8-3-14,4-4 0,7 0-90,8-8 1,5-2-57,3 0 0,4-2-249,9 1 1,4-4-800,-2-8 0,0-4-142,2-3 0,0-3-204,0-5 0,-3-3 882,-10 2 0,-2-3-437,7-11 0,-5-3 997,-3-4 540,-5-6 0,-3-2 239,-9 2 744,-4-3 1,-2 1-23,-4 7 2151,-3-24-2689,-2 32 774,-7-15-1043,0 21 420,-3-3-902,6 9 474,-1 3-557,3 4 16,-8 12-33,4 3 17,-1 11 11,8-7-5,10 5 27,14-5 28,4-3 29,8-5 94,-5-12 51,-2-9-5,-4-9-34,-4-12-51,-7-10 0,-7-4 6,-6-1 7,-6 6-30,-6 7-66,-5 9-35,-3 8-60,-1 7-7,-4 11 18,5 4-7,-8 18 24,0 23-12,5 6 16,12-18 1,4 0-6,9-5 0,3-1-5,6 18 16,6-20 0,5-2 0,9-1 1,6-4-1080,11 0 0,2-3 1085,-7-1 0,1-5 8,8-11 1,-2-7-237,-16-3 0,-2-4 244,6-6 1,0-3-6,-10 3 1,-3-3 10,7-21 1,-6-6-9,-9 8 0,-3-3-328,-1 2 1,1-4 0,-3 1 318,0-19 1,-3 1 22,-2-1 0,-3 0-319,-3 5 0,-1 1 333,-3 7 0,-1 3 730,-1 11 1,-1 3-700,-7-11 370,6 22-594,2 16 78,2 19 79,-2 21-18,3-3 1,0 3 146,1 12 1,0 3-145,1 9 1,1 3-5,1-18 0,1 1 0,0 0-34,0 1 1,0 0-1,0-1-103,0-1 1,1 0-1,0-2-276,1 18 1,1-3-328,0-5 0,1-4 608,-2-13 1,1-2-7222,10 28 7366,-7-38 0,1 1 0,-6-20 0</inkml:trace>
  <inkml:trace contextRef="#ctx0" brushRef="#br0" timeOffset="80192">22615 12524 20246,'-16'-43'588,"-1"0"0,2 3 0,8 12-639,13 23 29,20 3-40,16 2 28,-9 2 1,1 0-1781,28 1 1777,-20 1 1,2 0 30,-1-1 1,1-3 26,-2 0 1,0-2 31,1-1 0,-4-3 301,8-19-220,-23 6 96,-10-13 38,-21 8-94,-1-1 280,-14-7 61,2 9 196,-7-6 918,10 11-1473,4 5 351,10 10-495,1 2-231,2 1 180,5 7 50,7 9-16,14 15 16,15 13-6,-2-4-5,-4-5 0,1 0-161,-14-11 0,-1 1 88,8 9 1,-6 1-303,-15 15-908,-44-1-1045,-1-23 1,-5-3 1831,-5-1 1,0-2 0,12-6 0,2-2 0,-8 2 0</inkml:trace>
  <inkml:trace contextRef="#ctx0" brushRef="#br0" timeOffset="81488">23230 12329 8802,'3'-5'8374,"0"2"-7343,-3 3-992,-4-2 0,-5 9 0,-25 25-330,-1 10-781,10-9 1,0 2-2402,5-2 1,2-2 3472,-10 26 0,13-22 0,9-16 0</inkml:trace>
  <inkml:trace contextRef="#ctx0" brushRef="#br0" timeOffset="81971">23713 12107 17836,'0'-49'892,"0"0"0,0 1 0,0-8 0,0 5-528,0 14 1,2 5 203,0 6 31,6-14-428,-2 27-98,5-4-41,-4 22-49,2 12 28,-1 22 17,-3 22-347,-4-23 1,-2 3 337,-3 5 1,-2 1 11,-2 2 0,-3 0-6,-3 1 0,-1 0-3,-1-3 1,0 0-18,0-3 1,1-2-183,4-11 0,0-1 196,0 6 1,1-2-20,1 2 51,-1 6 234,6-27 348,4-10 644,3-9-1148,6-12 300,12-17-404,0 2 0,1-1-8,11-15 2,-6 12 1,0 3-3,6-2-6,6-1-33,-9 15-57,-7 10-33,-5 14 45,-6 4-521,8 35-868,-9 4-1215,-3-8 1,-2 1 2670,-3-7 0,-1-2 0,-1 10 0,-1-19 0</inkml:trace>
  <inkml:trace contextRef="#ctx0" brushRef="#br0" timeOffset="85194">22031 12535 6848,'1'-3'4262,"-1"0"2460,0 3-5871,6-41-61,-4 22-207,2-31-130,-9 33 135,-5 0-487,-1 4-56,-1 2-79,-13 3 6,-1 4-67,-22 4 61,16 5-5,-3 7-39,-2 16 22,1 12 33,-1 0-22,7 15 6,18-16-28,2 11 0,8-5 17,9-6 33,4-8 61,7-9 119,2-9 111,7-9-44,8-15-34,8-10 89,5-13-24,-22 10 0,-1 0-71,6-10 180,-1-9 33,-19 23-50,-1 1-174,-6 9-145,-1 6-465,-3 4 268,3 8 180,6 6 0,8 14-17,9 11-90,6 7-569,-14-19 1,0 1 13,1 3 0,-2-1 0,4 6 1,-5-5-1</inkml:trace>
  <inkml:trace contextRef="#ctx0" brushRef="#br0" timeOffset="86944">24211 12395 16857,'-25'34'913,"27"18"-515,20-13-169,14 2 640,10-23-555,-21-12 246,25-5-112,-16-14-57,9-10-83,-19 1 0,-2-2-100,6-10 128,-2-23-95,-20 15 0,-5-9 78,-15-4-240,1 20 72,-21-5-123,16 28-11,-18-3-51,10 15-28,-17 17 18,7 7 21,-5 19 1,19-7-29,4 14-55,12-3-118,2 14-163,11-23 0,4 0-167,0-6 0,2-2 136,1 0 1,4-2-1420,9-2 0,3-5 448,3-3 129,1-5 0,3-4 167,-5-12 1,-1-5 927,1 0 0,-1-2 229,2-5 0,-2-5 255,-7-4 1,-4-1 117,5-11 195,-5-4 1956,-15 7-655,-5 10-253,-5-6-1081,-2 15 214,-7 4-186,3 5-694,2 1-180,3 3-346,5 4 604,2 0 157,6 13-6,5-3 74,12 8 38,10-9-11,9-6 196,17-15-190,-20-1 313,9-16-100,-29 1-89,0-9-203,-11 6 292,-8-11-208,-23 8-274,6 3 11,-34 8-106,12 23 45,-1 2-23,1 19 34,19 8 22,0 2-17,11-3 1,2 1-12,3 16 36,5-14 1,4 0-14,17 20 33,-3-30 0,3-1 8,6-3 1,4-3-591,6-2 0,1-5 599,-7-1 0,2-5 17,20-8 0,1-7 11,-19-1 0,0-4-412,15-7 1,-2-6 397,-13-1 0,-5-5-6,-3-3 1,-3-4-18,-1-7 1,-4-2 2,0-7 1,-4-2-384,-6 19 1,-2-2 0,0 2 393,0-8 1,-2-1 114,-1-11 1,-5 2-9,-5 27 0,-1 1-65,2-6 1,-3 2 232,-19-2-397,15 26-18,-6 2-38,1 41 167,-1 17-17,4-6 1,-1 2 269,5-8 0,1 2-296,1 5 1,2 4-1,2-2-234,3 4 0,2 0 102,0-3 0,1 3 0,4-2-348,4-4 1,3-2 0,1-3-98,1 2 1,2-3-36,3 2 0,4-3-4283,0-13 1,0-4 4658,9 4 0,5 2 0,-27-22 0</inkml:trace>
  <inkml:trace contextRef="#ctx0" brushRef="#br0" timeOffset="87128">25144 12176 16024,'54'-4'6,"1"0"0,0 0 1,0 0-1,-1 1 1,-1 0-1,0 1 1,-3 2-144,5 4 1,-2 3-1,-2 0-1087,11 0 0,-1 2 1224,-10-2 0,2 2 0,-9-2 0,6 2 0,-16-3 0,0 0 0</inkml:trace>
  <inkml:trace contextRef="#ctx0" brushRef="#br0" timeOffset="87486">19915 13456 19023,'49'-10'54,"1"0"1,-1 0-1,1 1 1,8-2-1,1 1 1,2 1-1,3 0-851,-13 4 0,2 0 0,2 0 0,0 1 0,-1 0 1,-1 0 796,4-1 0,-3 1 0,1 0 0,2-1 0,6 1 0,-11 0 1,3 1-1,4-1 1,1 1 0,2-1-1,0 1 1,-1-1 0,-2 1-1,-2 1-137,4-1 0,-2 0 0,-1 1 0,-1 0 0,1 0 0,2-1 0,4 1 134,-7 0 1,2 0 0,2 0 0,1 0-1,2-1 1,-1 1 0,2 0 0,-2 0-1,1 1 1,-2-1-58,0 1 0,0 0 1,1 0-1,0 0 1,0 1-1,-1-1 0,-1 1 1,-2-1-1,-1 1 1,-2-1 38,5 1 0,-3-1 0,-2 1 0,-1-1 1,0 1-1,2 0 0,1 0-219,2 0 1,3 0 0,2 0 0,0 0 0,-1 0 0,-2 0-1,-4 0 1,-4 0-1145,12 0 1,-6 0-1,-3 0 1,2 0 1453,2 0 0,2 0 1,-3 0-1,-6 0 1,-7 0-1,-4 0 1,-5 0-1,17 0 0</inkml:trace>
  <inkml:trace contextRef="#ctx0" brushRef="#br0" timeOffset="87792">21259 13514 16404,'-61'9'396,"0"0"1,-1-1-1,18-1 1,2 0-1,1 0-435,-14 2 0,8 1 162,17 2 678,47-4-313,6-2 32,30 0 1,17-3-1231,-18-4 1,5-1 0,3-1-1,-2 0 743,-3 2 1,-1 0 0,2-1 0,4 1-1,-2-2 1,4 0-1,2-1 1,2 0 0,-2 0-1,-3 1-458,2 1 1,-2 0-1,-1-1 1,1 2 0,3-1 448,-9 0 1,2 1 0,1-1 0,1 1 0,0 0-1,0-1 1,0 1-216,0 0 1,0 1 0,0-1 0,0 1 0,0-1 0,-1 1 0,0 0 210,-2 0 1,0 0 0,0 0 0,-1 1 0,0-1 0,-1 1-1,0-1-146,4 1 1,0-1 0,-1 1 0,0-1 0,-1 1 0,-2 0 146,5 0 0,-2 0 1,0 0-1,-2 0 1,-2 0-25,4 0 0,-2 1 0,-3-1 1,-1 0-197,1 1 1,-2 0 0,-4 1-2460,0 2 0,-6 1 2658,0 6 0,-28-2 0,-11-4 0</inkml:trace>
  <inkml:trace contextRef="#ctx0" brushRef="#br0" timeOffset="93317">18906 11739 21091,'14'43'33,"0"0"1,0 0 0,-2 5 0,0 1-1,-5 3-22,-6 8 1,-4 2-1,0 2-1425,1-13 0,1 1 1,-1 0-1,0 2 1414,0 2 0,0 2 0,0-1 0,0-2-2,0 5 0,1-2 1,1 5-196,1-11 1,2 3-1,0 3 1,1-2-1,0-4 113,2 12 0,0-4 0,1 2 50,-1-9 1,1 3-1,0 0 1,0-1-23,0 3 0,1 0 0,-1-2 0,0-8-56,-2-2 1,1-4 189,2 32 1,-3-28-621,-10-76 537,4-9 375,-1-16 1,1-9-369,4 3 1,1 0 2,-2 1 1,1-5 5,0 16 0,0-4 1,0-1-1,-1 4 22,0-1 1,-1 3 0,0-4 128,-1-1 0,0-4 1,-1-1-1,0 2-97,-2-8 0,-1 3 1,0-1-19,-1 15 1,0-1 0,0 1-1,-1-1 11,-2-15 0,0 1 0,-1 0-15,1 1 0,-1 2 0,1-2-26,1 12 0,0-3 0,1 3 0,0 2-10,1 3 0,0 4 1,0-2 1,1-9 0,-1-1 1,3 6 748,2 8 1,2 1-776,2-6 1,2-1 582,4 7 0,2 2-597,6 2 0,3 2 17,4 1 0,5 1 214,6 0 1,5 2-210,9-2 1,5 3 39,-12 7 1,3 1-1,1 1-31,9-1 0,3 1 0,1 1 5,-8 4 1,1 0 0,1 1 0,2 0-411,-7 2 1,2 0-1,0 1 1,1-1-1,1 1 409,6 0 1,2 0-1,0 0 1,0 0 0,-3 1-318,-7 0 1,-2 1 0,-1 0 0,3 1 0,4-2 307,-5 2 0,4-1 0,2 0 0,2 0 1,1 0-1,-1 0 0,-2 1 0,-2-1-149,5 1 1,-3-1-1,-1 1 1,0 0 0,2 0-1,4-1 154,-8 1 1,2 0 0,2-1-1,2 1 1,0-1 0,0 1-1,0-1 1,-2 1 0,-1 0-65,8-1 0,-1 1 0,0-1 1,-2 1-1,1-1 0,-1 1 1,1-1 64,1 1 1,0-1-1,0 1 1,0-1 0,-1 0-1,1 1 1,0-1 0,0 1 0,0-1 1,0 1-1,0 0 1,0-1-1,0 1 1,0 0 0,0 0 0,2 0 0,-1 0 0,0 0 1,-1 0-1,-1 0 0,-2 1-3,-1-1 0,-3 1 0,-1 0 0,0 0 0,2 0 0,4 1 6,-2 0 0,3 0 1,2 0-1,2 1 1,0-1-1,-2 1 1,-2 0-1,-3 1 4,2-1 0,-5 1 1,-1 0-1,0 0 0,2 0 1,3 1-6,-3 0 1,3-1-1,2 1 1,1 0 0,0 1-1,-1-1 1,-2 1 0,-2 0 30,4 1 0,-1 0 1,-3 1-1,0-1 1,-1 2-1,0-1-31,7 2 1,0 0 0,-2 0 0,0 1-1,-2 1-4,-5-1 0,-1 1 0,-1 0 1,-1 1-1,-1 0-1,8 2 0,-2 0 0,-1 1 0,-3 0 172,0 0 0,-4 1 0,2 2-168,-4 0 0,2 2 0,-2 2 0,-3-1 7,13 10 1,-1 2-11,-5-2 1,4 3 0,-5 0 3,-12-2 1,-4 0 0,0 2 12,-2 1 1,-1 1 0,-2 1 18,-2 0 1,-1 2-1,-3 0-4,0 1 1,-3 1 0,0 1 12,0 10 1,-1 3 0,-2-3-28,1 3 1,-2 1 4,-2-2 1,0 5-1,-3-7 564,-3-9 0,0 1-572,0 13 1,1 8 0,-3-3 3,-2-15 1,-2-1 0,0 2 194,-2 2 0,0 3 0,-1 1 1,-2-5-211,0 16 1,-7 1 3,-3-12 1,-6 5 0,-1-1 0,2-7-5,-1 1 1,-2-2 5,0-2 0,-3 5 1,-3-1-1,-1-6 58,-5-6 0,-2-5 0,0-2 26,-8 11 0,-4-2-32,-4-7 1,-5-1-1,-1-5 162,7-7 0,-1-3 1,-3-1-194,0-1 0,-4 1 0,-2-1 1,-2-1-329,6-1 0,-1-2 0,-2 1 0,-1-1 1,-1 0 295,4-1 0,-2-1 0,0 1 0,-1-1 0,-1 0 0,-1 0-137,4-1 1,-2 1 0,0-1 0,-1 0 0,-1 0 0,0 0 0,0 1 117,3-1 1,-1 0 0,0 0 0,-1-1 0,0 1-1,0 0 1,-1 0 0,0 0-81,4 0 1,-1-1-1,1 1 1,-2-1-1,1 1 1,-1-1-1,1 1 1,-1-1 0,0 1 53,-1-1 1,-1 1 0,1 0 0,-1 0 0,0 0-1,0-1 1,0 1 0,0 0 0,0 0-53,0 0 0,-1 0 1,1 0-1,-1 0 0,1 0 1,-1 1-1,1-1 1,-1 0-1,1 0-48,1 0 1,0 0-1,1 0 1,0 0 0,-1 0-1,0 1 1,0-1-1,0 0 1,-2 1-621,1 0 0,-1 0 0,-2 0 1,0 0-1,0 1 0,1-1 1,0 0-1,1 0 0,2 0 1,2 0 764,0 0 0,1-1 0,1 0 0,2 0 0,0 1 0,2-1 0,0 0 0,0 0 0,-11 1 0,-1 1 0,2-1 0,2 0 0,6 0 0,6-1 0,-14 1 0,0 0 0</inkml:trace>
  <inkml:trace contextRef="#ctx0" brushRef="#br0" timeOffset="93885">23480 10487 14912,'-47'33'1650,"-1"0"1,7 1 0,8-15 364,17-33-1130,7-4 286,-5-16-880,6 13-73,2 2 160,4 14-305,5-3-61,25-20-23,21-12 16,-20 17 1,5-2-586,10-3 0,7-3 1,-3 3 567,-7 4 1,3-1-35,5-3 0,9-4 0,0-1 0,-8 5-1417,1 0 0,-3 2 1334,0-1 1,3-2-1,0 1-1057,-7 4 1,-1 1-1,-3 1-3730,6-2 1,-1 1 3945,9-6 0,-5 4 0,-10 6 0,-29 14 0</inkml:trace>
  <inkml:trace contextRef="#ctx0" brushRef="#br0" timeOffset="94351">23476 10739 20018,'39'-34'48,"1"0"1,-1 0 0,0 0 0,-1 1 0,1 0-1,-2 1 1,-1 1-42,1 0 1,-2 2 0,0 0-904,1-1 1,1-1-1,-1 1 899,-1 0 1,1 0 0,-2 1 2,15-13 0,-3 0-1,-4 2 1,-4 2-6,-11 10 0,-1 0 0,1-9 0,-5-1 0,-1-12-42,-10 9 0,-3 0 3,-9-5 16,-11-2 212,-32 9-133,13 16 140,-12 2 0,-3 2 242,-10 5-195,17 5 1,0 1 1037,-10 2-850,14 2-37,16 2-254,8 1 1453,9 0-1705,4 1 1110,3 1-892,28 12-67,14 6-33,-10-2 0,4 1-405,0 3 1,-1 2 395,1 4 1,-3 1-4,-8-6 1,-2 3-116,3 15 1,-4 4-289,-14-13 0,-1 2-737,3 13 1,-3 1-2543,-7-9 0,-4-1 3688,-3 22 0,1-24 0,-2-16 0</inkml:trace>
  <inkml:trace contextRef="#ctx0" brushRef="#br0" timeOffset="95325">24992 9522 15855,'8'-50'2206,"0"-1"1,-1 8 0,-2 6-1103,2 6-634,-4 17-408,-2 9-286,-2 6 201,0 15 57,2 6-12,3 19-27,2-7 16,2 12 6,-1 2 5,-1-3-11,-2-6 286,-4-19-28,0-14 464,0-6-614,0-16-69,0-13-16,-1-17-1,7-11-14,0 24 1,2 2-8,8-21-4,1 18 0,3 1-36,6-4-39,14-9-45,4 26 89,-16 13-27,20 15-6,-24 5-73,18 17-56,-6 4-72,8 10 89,-11-7-118,-10-12 0,1-1-94,6 6-96,12 8 414,-22-23 107,-4-6 22,-8-15-50,7-7-6,0-5 73,24-23-34,-15 16 42,4-2 1,1 0 103,3 1 6,6-6-124,-22 20-100,-9 8-146,-6 5 129,-1 3 55,3 15-10,3 4 5,4 6 23,17 11-6,3-16-17,6 5 51,23-13-1,-18-11-16,9-4 297,-7-14-90,-23-7-62,3-14-33,-15-5 11,-6-5 17,-9 0 11,-6 5 107,-19 1-247,6 16-17,-20 1-39,9 15-56,-22 10 22,19 2-72,-10 14 44,32-6-386,-7 18-185,17-6-448,9 12-762,23-7-2027,24-4 3870,-13-15 0,1-2 0,5 1 0,1-4 0</inkml:trace>
  <inkml:trace contextRef="#ctx0" brushRef="#br0" timeOffset="95785">26784 9088 19137,'-3'-48'1086,"-1"1"1,-2 4 0,-6 9-650,-30 22-152,-14 9-794,22 8 0,0 4 559,-4 4 1,2 4-26,-1 5 0,2 3-5,3 2 0,3 4 5,4 8 0,5 0-25,-2 14-6,12 5 180,32-12-129,9-12 5,4-12 1,3-3-12,11-2 6,-17-12 0,0-5 114,0-10 1,-2-6-57,-4-1 1,0-4 30,15-22 1,-3-7-65,-13 4 0,-6-2-329,1-3 0,-5 1 284,-7 7 1,-4-2-272,-2 4 1,-1-3-1,-1 2 361,-1-12 0,-2 0 1,2 5 0,-2-2 0,0 4 102,-2-2 1,-1 4 24,-1 8 1,0 3-143,-1-3 514,1 12-666,7 21 70,-1 4-69,4 12 56,15 34-23,-6-14 0,0 2 123,3 3 1,0 3-152,4 11 0,-1 1-11,-5-6 0,0 1-303,2 11 1,-2 5-540,-5-17 0,-2 2 0,0-1-1055,1 8 1,-2-1-132,0-4 1,-1-3 2083,3 9 0,-4-38 0,1-3 0</inkml:trace>
  <inkml:trace contextRef="#ctx0" brushRef="#br0" timeOffset="97001">25663 9390 15557,'-53'19'637,"-1"0"1,1-1-1,2 1 1,1 0-1,8-2-423,-5 8 128,12-3 677,22-12-347,11-6 695,19-19-1620,3 1 314,12-10 1,11-3-1139,8 1 1,7-1-1,-2 0 1079,-9 4 0,-1 0 0,7-1-15,-4 4 1,7-1 0,4-1 0,1 0 0,-2 1 0,-4 3-37,4-1 0,-4 3 0,-1 1 0,3-1-329,-4 0 1,2-1 0,1 1 0,0 0 0,-3 2 229,5-1 1,-1 2 0,-2 1 0,-3 1-758,0 0 1,-4 1-1,-2 0-1028,13-2 1,-7 1-4931,-11-1 5454,-79 20 0,-34 7 1409,22-4 0,-7 2 0,-4 0 0,0 1 0,6-1 0,-1 1 0,-2 0 0,-1 1 0,-1 0 787,3-1 0,-1 0 0,-1 1 1,0 1-1,0-1 0,2-1 327,-5 3 1,1-1-1,0 0 1,2 0 0,-1 0-536,1 0 0,0 0 0,1 0 0,1 0 0,3-1-550,0 0 1,2 0 0,2-1 0,0 1 156,-1 1 0,0 0 1,1 0-1,6 2-257,2 1 0,5 1 0,1-1 79,-8 2 1,6 0 165,1 17 152,90-38-231,-7-9 0,9-6 0,0 1 200,-11 4 0,0 0 0,5-3-273,0-1 1,5-3-1,3-1 1,1-1-1,-1 0-184,3 0 0,0 0 0,1-1 0,0 0 0,-3 2 162,-7 1 0,-2 1 0,-1 0 0,2 0 0,4-1-22,2 0 0,5-1 1,3-1-1,1-1 1,-1 2-1,-4 0 1,-6 3-242,6-2 1,-6 2-1,-1 1 1,1 0 151,-2 0 0,1 0 0,0 0 0,-1 0 0,-4 1-1859,16-4 1,-4 2 0,-10 1 1969,8-5 0,-21 9 0,-10 1 0,-24 3 0</inkml:trace>
  <inkml:trace contextRef="#ctx0" brushRef="#br0" timeOffset="97365">25619 9137 10067,'-53'9'714,"-1"0"0,1 0 0,0 1 0,-1-1 0,-7 2 1,1-1-1,1 1 0,0 0-496,4-1 1,0 1-1,2-1 1,3 0-34,-4 0 0,4 0 0,5-1 375,3 0 1,9-2-393,9-3-56,54-13 0,26-7-89,-14 5 1,5-3 0,3 0 0,2 0-717,-4 0 0,1 0 1,2 0-1,2 0 1,1-1 693,-1 1 0,2-1 0,1 0 0,1 0 0,0 1 0,-2-1-9,-2 3 1,0-1-1,-1 1 1,0 0-1,0 0 1,0 0-260,10-1 0,0-1 0,0 1 0,-1 1 0,-1-1 170,-5 2 1,-1 0 0,0 1 0,-2 0-1,-2 0-228,3 0 0,-2 0 0,-3 2 0,-3-1-465,18-2 1,-14 1-959,-24 4 768,-80 18 949,-1 0 1,-8 3 317,9-1 1,-3 1-1,0 0 4,9-2 1,0 1-1,-4 0 408,6-2 0,-4 1 0,-2 1 0,1-2 0,5 0 167,-9 1 0,4-2 1,-2 1-533,1 0 1,-3 0 0,1 0 0,7-2 459,-12 0 0,10-2-547,-8 0-191,38-6 168,28-5 5,27-8-201,0 0 0,4 0 1116,-1-1 1,5-1-1137,1 1 1,8-1-1,3-1 1,-3 2-219,7-2 0,-1 1 0,4 0 126,-11 2 0,4-1 0,2 0 0,-1 0 0,-2 2-418,6-2 1,-2 2 0,-1 0 0,0 0 501,0 1 0,1-1 0,-3 1 0,-5 1 0,13-2 0,-7 2 0,-12 1 0,0 0 0</inkml:trace>
  <inkml:trace contextRef="#ctx0" brushRef="#br0" timeOffset="98344">28214 8971 20666,'19'-58'1183,"1"0"1,-3 8 0,-3 9-893,-5 19 28,-6 13-296,-3 7-303,0 4 263,0 8 79,0 14-23,0 15-6,0 13-16,1 7-17,0 0-17,1-6 23,-1-10 11,-1-14 50,0-13 174,0-9 44,2-9-144,3-12-119,10-17 1,14-21-948,0 2 928,2 7 0,3 0 2,-9 13 1,0 1-6,11-12 0,1 2-6,-9 11 1,-1 4-1,22-12-61,-6 15-79,5 18 95,-18 9-94,13 19-51,-18 7-90,5 13-89,-1 4-68,-2-4 79,3-4 146,0-10 84,-2-10 1064,-1-11-868,-3-14 10,-2-11 40,0-9 68,-4-5 72,-3 3-107,-6 7 292,-4 3-291,-4 10-202,0 1-152,-1 4 91,0 7 128,0 1-5,0 7-40,11 24 51,13-5-6,14 11-5,1-20 50,14-13 0,-5-9-12,1-5 82,-16-4 0,-1-5 110,2-12-46,9-17-39,-26-1 17,-11-6-22,-16-3 6,-13 3-68,0 22 0,-3 3-12,-24-8-1760,19 17 1,0 3 1682,-9 4-57,-4 11-89,15 12-175,-2 14-480,9 16-1255,12 8-3143,20 5 5204,8-12 0,0-18 0,-5-15 0</inkml:trace>
  <inkml:trace contextRef="#ctx0" brushRef="#br0" timeOffset="98595">29882 8294 20347,'2'-45'1170,"-1"1"1,1-1-1,0-17 1,-1 16-1076,-3 37-140,1 7 34,-2 20 28,1 21-11,0 7-738,0 7 0,1 7 698,1-12 0,2 3-121,1 5 0,2 6 1,1-3-1064,1-15 1,1-3 0,1 1 770,2 4 1,2 0 0,1-5-81,1-3 1,1-5-1417,2 0 0,0-3 1943,8 8 0,-7-10 0,-7-12 0</inkml:trace>
  <inkml:trace contextRef="#ctx0" brushRef="#br0" timeOffset="99326">29789 8588 21439,'21'-44'-25,"-1"0"1,-6 5 0,6 9-7,25 22 0,8 10-1044,-8-3 1,2 0 1032,10 0 0,2 0-42,3-1 0,-4-1 81,-20 2 0,-3-2 364,2 0 0,-7-3-260,-15-4 286,-6-1-320,-21-1 135,-13 4 515,-25 4-448,13 3 1253,-14 4-1320,26 4-146,-2 9-51,12 3 7,7 1 21,11 6 6,4-9 51,25 16-51,-8-17 8,8-3 1,4-2 204,18-9 6,8-7-140,-19-8 38,-14-17 91,-14-12-90,-7-3-1,-17-4-21,-21 17-57,-4 13 45,-21 7-3347,-4 17 3241,11 1-204,16 9 1,6 4 180,9 1 1,-4 29-6,24 3-6,12 3-625,0-21 1,4-1 652,16 7 1016,3-13 0,3-4-1027,-10-10 0,1-3-6,15 5 0,-1-3 23,12-6 124,0-14 475,-18-14-370,-9 1 360,-5-11-494,-11-29-65,-8 20 1,-1-4-1283,1-6 0,-1-1 1260,-2 8 0,-1 1 67,-2 3 1,-1 3 1351,0 1-1366,0-6 506,-1 27-680,1 12 24,-1 2-12,3 21 50,6 15 34,2 11 0,9 4 0,4 1-14,-9-22 0,2 1-35,4 8 1,4 5-1,0-2-709,7 13 1,-1-1 149,-1 2 0,-2 1-423,-10-15 1,-1 0-1,-5-3-1100,-3-1 0,-6-3 2131,-5 0 0,-4-5 0,0-7 0,-4-3 0</inkml:trace>
  <inkml:trace contextRef="#ctx0" brushRef="#br0" timeOffset="99583">28566 9470 18270,'59'-4'166,"1"-1"0,0 1 0,-1 0 0,1 0 1,1-1-1,0 1 0,0-1 0,-1-1 1,-1 0-741,-4-1 0,-2-1 1,0-1-1,0 0 1,1 1 556,3-1 0,0 1 0,1-1 0,0 1 1,-1-1-170,1 1 0,0 0 0,0-1 0,0 1 0,0 0 54,-3 0 1,1 0 0,-1 0 0,-1 0 0,0 0-218,8-1 0,0 1 1,-1 0-1,-2 0-23,-8 1 1,-1 1 0,-2-1 0,-1 1-888,2 0 1,-1 1 0,-6 0 97,1 0 0,-7 2 1161,-3-1 0,-26 4 0,-10 0 0</inkml:trace>
  <inkml:trace contextRef="#ctx0" brushRef="#br0" timeOffset="99844">29549 9507 409,'-49'17'931,"1"0"0,-1 0 0,1 0 1,-1 0-1,-8 3 0,1 0 1,0 0-1,4-1 73,-3 0 0,2 0 0,0 0 215,-4 1 0,-1 0 0,9-3-205,12-4 0,4-1-373,-12 3 1,13-4 1441,29-11-1601,48-15-263,13-3 29,-18 7 0,6-2 0,4 0-164,1 2 0,4 0 0,1 0 0,1 1-24,4-2 1,0 1-1,1 0 1,3 0-41,-14 2 1,2 1-1,2-1 1,-1 1-1,0-1 1,-2 1 5,3 0 1,-1 0 0,-1 0 0,1 0 0,0 0-314,7-2 1,1 0 0,1-1 0,-2 1-1,-5 0 298,-4 1 0,-4 1 1,0-1-1,1 0 7,9-3 0,3-1 1,-2 0-1,-7 1-336,6-3 0,-4 1 312,7-2 1,-2 0 150,-16 5 0,-5 1-2515,-2-4-30,-33 9 2400,-36 3 0,11 2 0,-3 0 0</inkml:trace>
  <inkml:trace contextRef="#ctx0" brushRef="#br0" timeOffset="118248">19185 13297 9862,'-62'3'1678,"0"1"0,14-2 1,5 1-665,-12 8-471,33-5-353,-2 1-44,16-4 89,7-1 454,1-2-644,2 2-62,-1-2 23,1 1 38,-1 1 18,1 1 268,5 7 214,4 3-6,12 7-342,-1-4 84,25 8-78,6-3-1393,2-5 1,3-1 1206,-15-5 1,2 0-15,5-3 0,6 0 0,0-2-501,-5-3 0,0-2 0,4-2 360,0 1 1,4-2-1,3-1 1,0 0-514,-5 0 0,0 0 1,1-1-1,3 0 1,2 0 343,-6 0 1,4 0 0,2 0 0,1-1 0,-1 1-1,-2 0 1,-3 0 132,5 0 0,-3-1 0,-2 1 1,2 1-1,5-1-302,-12 2 1,3 0 0,2 0 0,2 0 0,1 0 0,0 0 0,-2 1 0,-2 0 0,-4 0-355,8 1 1,-3 0-1,-2 0 1,-1 1-1,0-1 1,0 1 830,0-1 0,1 0 0,0 0 0,-2 0 0,-1 1 0,-4-1 0,9 1 0,-1 0 0,-7 0 0,-12 1 0,-6-1 0</inkml:trace>
  <inkml:trace contextRef="#ctx0" brushRef="#br0" timeOffset="119026">18590 13712 14253,'-26'11'2089,"20"0"-1579,35-5 55,17 0 1,7 0-379,1-2 1,2 0-832,-12-1 0,2 0 0,4-1 667,8 0 1,6 0 0,1-1 0,-2 0-513,-10 0 0,-2 0 0,0-1 0,5 0 440,-5 0 1,3 0-1,2 0 1,1-1-1,-1 1 1,-1-1-489,5 0 0,-1-1 0,-1 1 0,0-1 0,1 0 323,1 0 0,0-1 0,0 1 0,0-1 1,0 0-152,-1 0 1,-1 0 0,1 0 0,-1 0 0,-1 0-526,-2 0 1,0 0-1,-1 0 1,0 0 0,-1 0 889,0 1 0,1-1 0,-1 0 0,-3 1 0,-4-1 0,3 1 0,-5-1 0,-2 1 0,11-1 0,-1 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CCE1A-967A-B3CA-6520-A850FCB607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625A35-E73A-0695-AA2F-98F471BAA3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E6D59-A6EA-195F-999D-D9B6EE374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7EC6B-CCE1-1A44-9731-08292685EC52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FEA45-571A-5F1D-D465-EE10FBA27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7A49D-4137-5BAF-8A73-E325DBBE1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0C04F-9402-4D41-9C60-C0EEDE235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858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4F617-B2DF-522A-4E56-2CA4CE991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E56CC-8EAF-BDB6-C9E0-B91CE8544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BE20C-6C60-AA01-8578-E85D66246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7EC6B-CCE1-1A44-9731-08292685EC52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B0B13-D5F6-65A2-A447-F86DC71AC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5F8BB4-BD61-007D-D03C-19B32F9D7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0C04F-9402-4D41-9C60-C0EEDE235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998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95028-96B3-F010-1452-10918B640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148FFC-93F6-20AE-3421-A56D35C57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4D20B-F08F-3459-8091-3FBFA78DC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7EC6B-CCE1-1A44-9731-08292685EC52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7476D-4D87-F12D-672C-8076927BB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EDD84-6B8E-F84D-196A-C5C6AF433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0C04F-9402-4D41-9C60-C0EEDE235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543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6A09B-99C2-ECB8-20EC-F41070DB8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219C8-D83A-332A-0367-4CD8F50F94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64A595-52D4-1764-0291-74C3271EB1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4D04B-AAC8-15E5-DBE5-4853E9C9F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7EC6B-CCE1-1A44-9731-08292685EC52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CF68F0-2C86-D2DF-A588-4665FF04A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F4C20-ED19-B959-8A87-63E4DDCC7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0C04F-9402-4D41-9C60-C0EEDE235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626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A2038-3490-EB00-0B70-A2AFEBCD7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6B8771-BE6D-28B6-606A-6168C95B83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5EA37D-C8BD-442A-B692-9F5ED88B58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79F2E0-EABE-9834-DA14-DCC11EE6A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04FF65-6E2F-8B7A-7D7A-CD1BE69F83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FEE640-B65A-99A3-FD44-13917AEFB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7EC6B-CCE1-1A44-9731-08292685EC52}" type="datetimeFigureOut">
              <a:rPr lang="en-US" smtClean="0"/>
              <a:t>2/15/26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511310-95E1-799A-547C-FA667E68B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0ED4B5-B532-8778-2C47-1A9521F47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0C04F-9402-4D41-9C60-C0EEDE235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050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1607D-6937-5E63-FE81-46F83EDCD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2BA359-AE94-F1CE-0CAC-C37DAD846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7EC6B-CCE1-1A44-9731-08292685EC52}" type="datetimeFigureOut">
              <a:rPr lang="en-US" smtClean="0"/>
              <a:t>2/15/26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C38981-E12D-2C77-E1EA-500C5A54D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2CFEB3-D710-52A2-A70D-110EF64BF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0C04F-9402-4D41-9C60-C0EEDE235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543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61C68F-311B-D5DE-7BBC-BDB74BFA3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7EC6B-CCE1-1A44-9731-08292685EC52}" type="datetimeFigureOut">
              <a:rPr lang="en-US" smtClean="0"/>
              <a:t>2/15/26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8AD218-9D9D-BB59-EC75-5E5457A97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DD3C31-BB12-2409-DD1A-2F071946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0C04F-9402-4D41-9C60-C0EEDE235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272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75AC1-E4BD-F802-B58E-A20F26D68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49F02-C2D5-F6BD-B33B-9432EFB7F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5CCE88-57DE-5F8F-664C-E6A15A8B4F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FAB6E0-4AC5-63F9-06E5-1FC89D444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7EC6B-CCE1-1A44-9731-08292685EC52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8E63A-DF1E-F8FF-24A1-B962799E7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1E5953-CA20-ACDA-41DD-2FFDCD9BA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0C04F-9402-4D41-9C60-C0EEDE235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046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DF6AC-061D-31C9-A9A2-87707E482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FC98E9-1693-DC3E-BFB8-1F6D0D9B3C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7E6770-B5C9-1EDA-DF5D-B3FC6FDC91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60AE33-EF0E-9EF6-76C2-BB06AB8EF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7EC6B-CCE1-1A44-9731-08292685EC52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064549-429F-3606-8E74-500D98F8C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BFC0EA-B459-6BD2-E333-6336FB8A0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0C04F-9402-4D41-9C60-C0EEDE235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340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2241A-6E86-9F01-CC57-9A486CC56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F40AAD-A037-EAFD-207B-84CCC4D6E0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93730-BA19-B223-270B-98D988C75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7EC6B-CCE1-1A44-9731-08292685EC52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EC27B-3D0E-BFB4-7041-8A6DE6BEE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54F1E-B30F-80D4-DD21-878739192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0C04F-9402-4D41-9C60-C0EEDE235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069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D478E9-0F03-0AFD-1BC7-1B5CB642A1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C8617A-D4B4-13A8-E1DF-90DB147416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4828F-72C1-979C-72FC-74B2D930F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7EC6B-CCE1-1A44-9731-08292685EC52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75E3-66B1-5491-ADF5-99A11AC90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F7456-752F-9F0A-C465-BC0D90C7C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0C04F-9402-4D41-9C60-C0EEDE235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599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11E76E-5681-5AAB-DF4A-79AA769E8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149D1C-D28D-E6E1-928A-92CEB6F4C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E1F10-072F-5DB7-9F38-800B93909A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77EC6B-CCE1-1A44-9731-08292685EC52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6BCB1-C57B-0227-4CD7-E51AB63728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FC5BE-BD3F-223C-EC1D-D474EB0AC6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90C04F-9402-4D41-9C60-C0EEDE235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006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blue and white background with black text&#10;&#10;AI-generated content may be incorrect.">
            <a:extLst>
              <a:ext uri="{FF2B5EF4-FFF2-40B4-BE49-F238E27FC236}">
                <a16:creationId xmlns:a16="http://schemas.microsoft.com/office/drawing/2014/main" id="{54E1D4A0-6E50-6796-BEE9-0442F40C36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B2527A5-700A-0C88-E71C-D941839D1A79}"/>
                  </a:ext>
                </a:extLst>
              </p14:cNvPr>
              <p14:cNvContentPartPr/>
              <p14:nvPr/>
            </p14:nvContentPartPr>
            <p14:xfrm>
              <a:off x="596520" y="2707920"/>
              <a:ext cx="6779880" cy="17719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B2527A5-700A-0C88-E71C-D941839D1A7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7160" y="2698560"/>
                <a:ext cx="6798600" cy="179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96116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15F9F922-64AC-7901-9DCD-5DBCBD0032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A32B6BE-3D4F-6434-AA51-23874CCD0306}"/>
                  </a:ext>
                </a:extLst>
              </p14:cNvPr>
              <p14:cNvContentPartPr/>
              <p14:nvPr/>
            </p14:nvContentPartPr>
            <p14:xfrm>
              <a:off x="402120" y="706320"/>
              <a:ext cx="11473560" cy="5417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A32B6BE-3D4F-6434-AA51-23874CCD030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2760" y="696960"/>
                <a:ext cx="11492280" cy="543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54743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29B11A-8C2E-8ED6-C487-9881F0124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768894-CD5F-F960-5B77-D86824C8E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ADB5B065-A730-7AB4-DDF4-AA57913AF2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141D07A-C4C7-B5FE-2D10-0100392CCE16}"/>
                  </a:ext>
                </a:extLst>
              </p14:cNvPr>
              <p14:cNvContentPartPr/>
              <p14:nvPr/>
            </p14:nvContentPartPr>
            <p14:xfrm>
              <a:off x="220680" y="598680"/>
              <a:ext cx="11387520" cy="18680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141D07A-C4C7-B5FE-2D10-0100392CCE1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1320" y="589320"/>
                <a:ext cx="11406240" cy="1886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66579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DA7FB7-E774-7A93-E892-A5E8F6468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B0A7AFD-0483-DFDA-35B0-BBA026333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09EE608A-EF0E-022F-8CB7-F19458229D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8F0F107-E39F-55DD-BC61-0BBACB40B79C}"/>
                  </a:ext>
                </a:extLst>
              </p14:cNvPr>
              <p14:cNvContentPartPr/>
              <p14:nvPr/>
            </p14:nvContentPartPr>
            <p14:xfrm>
              <a:off x="595800" y="648360"/>
              <a:ext cx="10037880" cy="5572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8F0F107-E39F-55DD-BC61-0BBACB40B79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6440" y="639000"/>
                <a:ext cx="10056600" cy="5591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59033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4B1E9A-8120-C941-7130-E956CFCED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C44968-81BE-09D3-88BB-F5D74FFD7B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822E6086-5F22-1DAA-5915-07C458696C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0EED96F-D381-B2DC-D08B-3DA5533002E8}"/>
                  </a:ext>
                </a:extLst>
              </p14:cNvPr>
              <p14:cNvContentPartPr/>
              <p14:nvPr/>
            </p14:nvContentPartPr>
            <p14:xfrm>
              <a:off x="1013040" y="669240"/>
              <a:ext cx="10194480" cy="4344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0EED96F-D381-B2DC-D08B-3DA5533002E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3680" y="659880"/>
                <a:ext cx="10213200" cy="436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00595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0</Words>
  <Application>Microsoft Macintosh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2026-02-15T13:27:24Z</dcterms:created>
  <dcterms:modified xsi:type="dcterms:W3CDTF">2026-02-15T15:41:45Z</dcterms:modified>
</cp:coreProperties>
</file>
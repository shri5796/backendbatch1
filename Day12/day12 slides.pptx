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3:35:45.1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1495 5123 21685,'0'-45'732,"0"0"0,1 0 0,-2 19-637,-1 31 118,0 14-28,-3 21-68,-5 20-486,3-23 0,-1 3 402,-2 3 1,0 0-23,1-8 1,-1 0 13,-2 5 0,-2-1 2,1-7 1,0-1 67,-11 22 146,4-12 168,12-28-157,6-18-212,1-4 608,4-25-618,2 2 1,0-4-14,2-5 0,0-4-326,3-14 1,0-1 333,-1 6 1,0 0-10,-1 5 1,1 1-6,-2 7 1,1 2-1,7-21-11,0 19 0,-3 17-11,11 10-1,-8 10 35,31 17-34,-20-1-3,8 13 0,3 6-154,-13-6 1,-1 2 164,6 5 1,-1 2-24,-1 4 1,-4 2-540,-5 4 1,-2 0 99,-2-1 0,-2 1-1571,-3 10 0,-5-3-961,-7 0 2997,-15 6 0,11-44 0,-7 3 0</inkml:trace>
  <inkml:trace contextRef="#ctx0" brushRef="#br0" timeOffset="183">1421 5338 16964,'-2'-4'4900,"0"0"-3661,2 4-1200,51-61-106,-24 43-1044,23-17 0,4 4-189,-8 28-2276,0 1 0,2 1 3576,4 4 0,-6-2 0,-22 1 0</inkml:trace>
  <inkml:trace contextRef="#ctx0" brushRef="#br0" timeOffset="665">2332 5078 24687,'-18'-44'345,"0"0"1,0 4 0,-4 12-240,-21 33-78,3 5-6,5 10 1,0 5-411,10-2 0,1 1 385,-5 3 0,1 3-8,8-1 0,5 1-23,4 14-11,11 11 294,15-20-233,17-9 187,5-20-80,2-17 39,-1-12 68,-3-13 83,-9-5 40,-7 0-50,-10 5 66,-5 3-3323,-4 14 2921,0 7-123,3 40 0,0 17 159,-1-9 0,0 3-9,1 7 0,0 7 1,1-1-407,-2-4 1,1-1 0,0 1 379,1 6 1,0 1-1,0 1-35,0 3 0,-1 2 0,0 0-2,-1-13 0,-1 0 1,-1 0-1,-1-1-19,-3 16 1,-3-2-1,-3 0 60,-1-6 0,-2-2 0,-3-3 35,-2-8 1,-3-3-1,-2-4-84,-11 3 1,-3-10 107,2-13 0,0-10-48,1-13 0,4-10-235,2-11 0,6-8-588,4-14 0,7-5-711,6 10 0,4-3 0,1 2 1551,3 1 0,1 1 0,1 3 0,1-6 0,1 7 0,5-9 0</inkml:trace>
  <inkml:trace contextRef="#ctx0" brushRef="#br0" timeOffset="1141">2811 5122 20599,'-2'-5'3433,"0"2"-2604,2 3-381,-35-63-184,20 37-164,-6-11 1,-2 3 39,5 20-61,-5 8-57,-8 15-22,-7 14 0,-3 20-9,22-18 1,2 3-20,-7 30 23,15-5 16,21-8 11,16-15 18,15-13 32,9-13 63,-1-11 61,-5-7 101,-12-4 22,-12 0-62,-11 4-27,-6 4-96,-3 4-106,-2 4-39,0 1-11,0 8 11,1 9-1,2 19 7,1 21 19,-2-17 0,0 3-520,1 8 1,-1 2 488,2 7 0,0 2-428,-2-19 1,0 2-1,-1 0 342,0 2 1,-1 0-1,-2 0-39,-3 1 0,-1 1 1,-3-2-1,-3 0 0,-1-2 0,-3-1 4,-3-4 0,-1-1 0,-2-3-182,-11 7 1,-3-6-558,4-12 1,0-9-6389,-17-22 6599,19-21 1,18 9 0,10 9 0</inkml:trace>
  <inkml:trace contextRef="#ctx0" brushRef="#br0" timeOffset="1641">3024 5058 20599,'0'-5'3484,"0"1"-2247,0 4-1209,62-25-33,-33 27 5,27 8 0,0 13-28,-36 12 0,-7 8-421,10 11 0,-7 1 426,-18-5 1,-10-2 22,2-17 0,-4-3 33,-7-1 1,-3-5 112,-10-2 173,-11-14-235,19-12 230,6-53-219,25 13-70,-1 8 1,4 0-24,8 8 1,2 3-53,10-9-152,3 10 1,3 3-175,0 5-417,1 3 1,2 2-2770,11 2 3033,13 4 0,-29 4 0,-7 3 1</inkml:trace>
  <inkml:trace contextRef="#ctx0" brushRef="#br0" timeOffset="1996">3584 5129 19288,'12'-1'4867,"-2"0"-3550,-10 1-186,0 0-1103,-32-6-17,19 14-11,-21-7 0,29 22 23,12-11 5,7 3-11,5-9 61,26-11-3403,-7-7 3364,9-5 65,2-19 25,-25 6 16,4-12 23,-20 8-84,-9 10 68,-11-1-40,-9 11 3360,-12 2-3332,-17 13-96,5 11-27,-5 14-6,23-2 80,3 17-153,16-8 1,5 0-57,-2 16-257,9-9 0,8 0-1698,32 4 637,-21-22 0,4-2 1436,26 7 0,-1-6 0,-12-5 0,-7-6 0,-1 0 0</inkml:trace>
  <inkml:trace contextRef="#ctx0" brushRef="#br0" timeOffset="3162">4379 5054 22537,'-2'-5'3193,"1"2"-2387,1 3-470,-50-62-202,17 45-276,-4-16 0,-4 6 154,-11 38-1617,23 2 0,0 1 1600,-18 18-1,13 0 1,3 4-365,-4 16 353,13-15 0,3 1-100,9 18 101,14-18 16,21-17 0,7-4 11,3-5 25,6-6 1,0-6 159,8-27-112,-11 1 11,-6-12 258,-20-5-113,-7 4-44,1-15-33,-7 14 118,-1 8-197,-1 10 3109,1 11-3227,0 8 541,2 14-524,2 20-5,4 28-637,0-15 1,0 3 655,1-6 0,0 4-34,4 9 0,1 7 0,1-2-31,-3-12 1,0-1 0,0 2-570,-1 3 0,2 4 0,-2 0 0,-2-1 351,-1 6 0,-3 0 1,-4-2 44,-5-3 0,-3 0 0,-5-3-261,-3-6 0,-3-2 0,-2-5 507,-6 6 1,-5-9-93,-12-7 0,0-14 109,-6-25-25,17-6 0,5-9-75,12-17 0,8-5 165,0 4 1,5-2-283,4 2 1,3-3 0,4 0-183,3-3 0,3 1 0,2 0-204,0-1 0,1 1 1,3 0-214,4-4 1,3 0 0,0 5-222,11-6 0,3 5 270,2 5 0,3 2 383,3 4 1,3 3 305,2 3 0,1 2 26,0 3 0,-1 2 357,-2 1 1,-2 2 213,-12 6 1,-2 0 236,0-1 1,-3-2 1414,-7-7 0,-2-2 368,9-13-1721,-12-14 1173,-32 28-1543,-11 6 605,0 8-710,-22 7-225,11 14-51,-17 12-44,9 15 0,1 11-45,23-21 0,1 1 0,-8 26 0,11-5-11,12-6 33,12-9-5,1-11 145,17-8 12,-3-17-40,12-9 29,-5-14 10,-2-8 29,-6-4-34,-6 1 22,-6 5 29,-7 10-68,-2 11-140,-3 7 6,-4 23-12,2 2 1,-2 21 16,8 2-16,8 4-17,15 3-12,14-6 12,-14-25 0,3-3-220,4-4 0,3-4 228,1-4 0,1-4 8,-1-6 1,-2-5 19,-2-5 1,-3-4-12,-3-6 0,-3-3-12,-4-5 1,-2-3 8,-2-7 1,-2 0-10,-4 7 1,-2-2-1,-1-4 0,0-4 0,0 2-397,0-4 0,0 0 417,-1 4 1,0-2-1,0 4 42,-1-4 1,0 4-9,-2 8 0,-1 2 34,-1-11-12,-3 17-89,0 15-12,-1 15 459,-2 16-436,-2 23 0,2-9 0,-1 4-397,-2 11 1,1 4 375,1-12 1,1 3-1,-1 2-67,1 5 0,1 3 1,1 0-259,1 5 1,2 0 0,2 0-217,2 0 0,3-1 0,2-1-124,1-6 1,2-1 0,1-4-1152,8 10 0,-1-5-1950,-5-18 1,-2-4 3786,-1 2 0,-9-20 0,-4-10 0</inkml:trace>
  <inkml:trace contextRef="#ctx0" brushRef="#br0" timeOffset="3512">5307 5358 23243,'-24'-45'567,"-1"1"0,1 5 1,12 9-534,36 16-29,17 7-8,-10 2 1,4 2-32,6-1 0,1 1-509,2 0 0,1 0 445,-1 0 0,-1-2 45,-3 0 0,-2-1 36,-3-2 0,-2-1 138,24-14-31,-12-8 100,-13-4 96,-13-4 168,-10-2 201,-8 1 17,-5 5-117,-2 7-107,-2 9 522,2 7-897,1 8 22,1 7-123,0 12 40,-4 15-7,-1 18-89,0 14-161,6-27 1,1 1 25,2 1 1,1 0-283,3-2 0,1 0-1191,11 25-1870,4-14 3562,2-16 0,-10-16 0,-3-9 0</inkml:trace>
  <inkml:trace contextRef="#ctx0" brushRef="#br0" timeOffset="3696">5970 4601 23556,'-29'52'-1027,"-1"-25"0,43-1 1</inkml:trace>
  <inkml:trace contextRef="#ctx0" brushRef="#br0" timeOffset="4066">6450 4811 25685,'-46'1'114,"1"0"0,0-1 0,-2 7 1,1 4-1,13 3-114,13 15 14,5 3 0,2 3-14,9 16-11,14-6 0,9 1-23,6-10 0,2-3-313,1 2 0,2-4 366,5-12 1,-1-8 126,12-14-74,-10-3 161,3-34-132,-29 14 33,2-31-16,-18 12-17,-6-12-29,-9 2 18,-5 9-28,-1 11-12,-1 13-28,1 11-44,-1 9-12,4 11-156,2 13-193,5 13-2759,11 11 3142,19 5 0,-6-21 0,10-6 0</inkml:trace>
  <inkml:trace contextRef="#ctx0" brushRef="#br0" timeOffset="4422">6754 4921 22330,'2'-4'3310,"-1"1"-2056,-1 3-1226,3 20-16,-4 0-12,1 36 5,-4 2-157,1-21 0,0 1 152,0 2 0,-1-1 11,0 13 68,-1-11 190,4-30-34,1-20-140,7-13-39,7-19 22,15-14-8,-5 17 0,2 2-309,11-14 281,-9 18 0,-1 3 8,7 2-33,10 0 284,-1 13-318,13 18 6,-18 5 0,15 19-51,-24 5-559,2 16 621,-18-9 0,-3 0 0,1-1 0,-5 13 0</inkml:trace>
  <inkml:trace contextRef="#ctx0" brushRef="#br0" timeOffset="5258">8112 5058 22722,'-11'-41'871,"0"-1"0,1 1 0,-5-13 0,1 7-250,0 5-559,6 22-73,2 11 5,5 20 0,6 45-33,2 5-240,-2-21 1,1 2-128,2 15 0,-1 1-1293,-2-12 1,0 1 163,-1-3 1,-1 3 0,0 0 1534,-2 14 0,-2-5 0,1-22 0,0-3 0,-4 19 0</inkml:trace>
  <inkml:trace contextRef="#ctx0" brushRef="#br0" timeOffset="5425">7898 5520 16953,'-24'-41'1127,"0"0"1,0 1-1,-8-16 1,5 6-602,8 6-335,10 7 184,20 10-476,22 5-78,-4 13 0,5 2-879,11 0 0,3 2 123,8 1 0,3 1-1365,3 1 1,1 0 2299,-19 3 0,1 0 0,-5 0 0,-3-1 0,-3 1 0,23 1 0</inkml:trace>
  <inkml:trace contextRef="#ctx0" brushRef="#br0" timeOffset="5947">8906 5079 22627,'-4'-8'2587,"0"1"-1842,4 7-493,0 0-257,3 12 5,5 21 11,5 25-645,-4-16 1,0 4 616,-1 5 0,-1 2-28,0 3 0,-1 1-14,-2 0 1,0 0-314,0-6 1,-1-1 340,-1-8 1,-1-3-4,0 18 56,-6-24 1,-3-20-12,-6-20 1163,0-16-1179,-5-17 5,-4-17 66,9 23 1,0-3-45,-2-4 0,1-3 0,-1-4 1,1-3 8,2-3 0,3-1 5,2-2 1,2 0-9,2 0 0,3 0-3,4 4 0,4 1-8,2 4 0,4 2-15,-2 13 1,4 1-34,15-8 1,6 4 16,-8 14 0,3 3-3,15-7 0,3 3-3,-6 11 1,1 6-35,9 7 1,-2 6 47,-16-2 1,-1 4-37,10 11 0,-5 6-31,-3 25 45,-20-17 0,-5 3 14,-12 2 0,-9 0 11,-9 0 1,-8-2 7,-10-1 1,-6-3 8,-4-2 0,-4-4-453,-2-4 0,-1-4 450,3-5 1,2-4-88,4-3 0,2-5-546,9-5 0,4-6-7611,-8-19 8233,23-7 0,12 9 0,6 9 0</inkml:trace>
  <inkml:trace contextRef="#ctx0" brushRef="#br0" timeOffset="6163">9676 4916 25416,'-6'55'56,"-1"0"0,2-3 0,4-6-684,14 3-3237,1-1 3865,-1-10 0,-5-15 0,-4-11 0</inkml:trace>
  <inkml:trace contextRef="#ctx0" brushRef="#br0" timeOffset="6339">9714 4586 14689,'0'0'0</inkml:trace>
  <inkml:trace contextRef="#ctx0" brushRef="#br0" timeOffset="6856">9952 5138 24206,'0'-6'2464,"0"2"-1825,0 4-628,24 43-17,-10 17-655,2-8 0,0 4 636,-7 2 0,-3 1-85,-1 2 1,-2-1-157,-1-2 0,-2-2 22,-3-5 1,-1-4 336,-1-9 0,-1-5-65,-7 6 16,1-29 7,5-42-29,2 1 9,5-6 0,0-4-618,0 3 1,-1-1 605,-2-15 1,-2-5 0,1 16 1,-1-1-1,-1 0 6,-2-2 0,0-1 1,-1 0 30,-1-6 1,0-1 0,0 3-41,0-1 0,1 2 22,0-10 0,4 5 788,10 0-824,2 24 0,4 1-23,11 2 0,5 3 3,0 7 1,2 3 4,2 2 1,0 3-9,4 5 1,-1 4-31,23 11 22,-22-2 0,0 6-23,1 10 1,-4 6-467,-9-2 0,-4 2 517,0 1 0,-7 0-167,-15 32 156,-22-17 28,5-19 0,-6-1-3,-12-3 0,-2-3 305,10-7 1,1-2-365,-13-2 0,0-3-526,-10-7-1406,-7-12-2577,19-3 4554,8-12 0,22 15 0,2-1 0</inkml:trace>
  <inkml:trace contextRef="#ctx0" brushRef="#br0" timeOffset="7456">10428 5342 24790,'27'-37'100,"0"1"1,0-1 0,-2 1 0,-1-1 0,-3 0-54,2-22 1,-5-1-722,-1 1 0,-2-2 679,-3 12 1,-1-3-1,-1 2-320,-3 6 0,0 2 0,-2 1 331,2-8 1,-3 3 11,-1-3 0,-2 4 765,-6-10-703,-2-2 16,-2 23 129,1 16-246,4 13 912,0 19-895,2 39-9,1-18 0,1 3 152,1 19 0,2 2-160,-1-13 0,0 1-21,2-6 0,-1 3 0,2-1-121,0 1 0,1 1 0,1-1-68,1-1 1,0 1 0,1-2 7,3 17 0,4-4-465,5-11 1,2-6-649,6-4 643,6 3-1390,-11-32-2021,4-29 2862,4-8 1383,-12 5 0,-1-3-6,-1-1 1,-3 1 952,9-20 1231,-10 15 0,-2 0-446,-2-7-584,2-16-62,-14 20-521,-3 6-217,-4 10-225,3 7 1031,1 10-1272,4 5 243,0 11-254,2 9-33,4 13 5,1-3-10,7 11 16,5 4-23,-2-8-234,6 11-2561,-7-14-358,-3-9 3176,1 1 0,-10-20 0,1-2 0</inkml:trace>
  <inkml:trace contextRef="#ctx0" brushRef="#br0" timeOffset="7629">11235 4585 22823,'-3'-6'2649,"0"1"-2263,3 5-1103,0 0-873,-3-34-3754,16 45 4496,-4-27 0,6 39 0,-7-9 0</inkml:trace>
  <inkml:trace contextRef="#ctx0" brushRef="#br0" timeOffset="7983">11315 4852 20901,'10'0'3148,"-3"0"-2650,-7 0 505,0 0-829,9 63-79,-4-25-78,2 7 0,0 0 11,2 1 0,0-4 11,-2-8 90,-4-10 257,-2-11 275,1-12-549,0-8 50,7-19-44,6-10-56,9-20-20,-8 24 0,1 0-233,2-1 0,0 2 261,1 2 0,0 2 14,15-14-39,-7 15-28,-5 15-17,0 10-51,3 13-72,6 13-661,7 15-2605,-16-13 1,0 1 2935,-1 0 1,-1-1 0,8 10-1,-12-16 1</inkml:trace>
  <inkml:trace contextRef="#ctx0" brushRef="#br0" timeOffset="9291">10521 4949 7996,'-9'7'5982,"3"-2"-3226,6-5 1445,0 0-3490,0 3-375,0-2-252,0 3-22,0-2 67,0 2 33,2 2 152,2 2-163,1-2 247,3-1 151,-2-4-29,1 0-184,0-4-128,1-4 4,1-10-144,-2 3 55,-1-8-62,-5 5-4,-1-6 5,-5-1 27,-8-6-72,3 11 33,-7-4 12,8 12-28,-2 1-18,5 5-16,1 5-5,-2 6 22,-4 7-1,-5 11 18,-4 9 0,-4 15-51,8-5 17,4-2 22,24 1-27,2-22-68,32 14-454,8-21-949,-16-6 1,1-3 796,-3-1 1,-1-1-1,10-2 1,-21 0 0</inkml:trace>
  <inkml:trace contextRef="#ctx0" brushRef="#br0" timeOffset="11103">11982 5034 21131,'3'-31'319,"0"6"-230,-3 25 68,0 1 213,2 6-162,0 0-130,1 3 34,0-2 11,-1-3 325,1-1 129,-2-1 22,0-3-212,0 0-286,1-1-12,2-5-27,6-6-29,3-2-5,6-2 6,-3 4 5,-3 3 56,-1 1 85,-5 1 27,0-2 45,-3-4-128,-3 1-80,-1 0 74,-2-1-45,-1 5-28,-1-1-29,0 2 35,2 2-23,-1 0 28,-1-2 22,-2 1-50,1 0 6,-1 1-23,2 3 6,3 1-6,1 0 0,-3 1 0,1 0 12,-5 0-18,4-1-5,-2 1 0,4 0-78,0 0 95,-1 1-6,0 1-11,-2 1-11,-1 3 22,1-3-11,-1 7 0,-2 4-6,1 4 1,-1 4 5,3-6 0,1 5 0,2-7 0,0 6 0,1-3 11,2-1-5,1 1 5,4-1 6,2 2-29,0-4 35,13 7 5,1-8 0,6 2 39,30-8-33,-5-7-335,-13-2 0,1-1 313,17-6 18,-17-1 1,-1-2-169,9-8 180,-17 6 0,-1-1 65,6-14-57,-17 6 40,-3-13-6,-9-7-40,0-2-4,-5-5-18,-2 20 667,-2-9-667,-1 14 230,-2-11-196,-3 10-22,-3 2 5,-1 4 0,0 6-16,1 5-29,3 5 12,1 2-18,4 2 1,-2 0 11,2 2 0,0 5 0,-1 4 0,2 8 0,3-1 17,19 25-23,-2-16 6,13 8 0,6 3-528,-7-12 1,2-1 521,-1 0 1,3 1-1,-1-1 9,12 5 0,-2 0-42,-6-2 0,-4 0-127,-8-3 1,-9 0-557,-17 21-1306,-43-3 2028,-1-21 0,-2-4 0,-9 4 0,-4-5 0</inkml:trace>
  <inkml:trace contextRef="#ctx0" brushRef="#br0" timeOffset="11846">14053 5045 23231,'-8'-55'1008,"-1"-1"1,2 10-1,1 4-549,-1-3-347,4 24-117,1 17 38,12 25-33,9 27-9,-2-9 1,1 4-662,4 12 1,-1 4 652,-6-14 0,0 0 0,-1 0-6,3 10 1,-2 2-139,-5-2 1,-1 4 0,-2-4-151,-3 0 0,-3 0 129,0-6 1,-1 2 0,-3-4 38,-4 0 1,-4-7-124,-17 14 215,2-28 12,0-22 11,-7-54 73,11-7-567,6 5 0,2-6 547,8 2 0,3-2-3,0 14 1,2-1-1,0-1 15,2-3 1,0-1-1,0-1-147,1-1 0,-1-1 0,0 0 162,0 1 0,0 0 1,1 0-10,-2 2 0,1 0 0,-1 2-247,1 3 1,0 1 0,2 1 231,1-15 0,3 2-178,2 9 0,5 3 150,1 7 0,5 5-6,1 5 1,4 6 697,28-5-676,4 18-16,0 22-45,-4 21 36,-28-8 1,-3 5 548,-2 6 1,-5 4-538,-1 2 0,-7 1 11,-5 2 0,-9-1 0,-16 5 0,-7-3-14,7-15 0,-4-4 71,-20 10 1,-5-5-75,17-15 1,-1-2-60,-6 4 0,0-2-153,9-4 1,3-2-7369,1 1 7638,27-11 1,10-4 0,4-3 0</inkml:trace>
  <inkml:trace contextRef="#ctx0" brushRef="#br0" timeOffset="12768">15011 4788 17770,'0'-3'4868,"0"1"-3300,0 2-1053,-73-31-409,47 25-16,-20-7 0,1 4-34,25 20 56,-23 23-73,17-2-23,8-4 1,2 2-11,3 5 28,9 12-12,14-21 28,9 4 97,6-8 105,4-11-17,1-11-67,2-13-11,-2-12 11,-3-10-23,-4-6 51,-6-11-140,-6 19 101,-4-7 11,-4 26-67,-2 2-84,0 7-17,-5 11 22,-2 8-3414,-10 29 3392,6-13-11,-4 24-12,14-15 29,7-1-12,4-2 1,16-8 16,6-10-5,12-1 16,11-10-5,-18-9 3408,4-13-3369,-25-5-11,-2-11 34,-9-17-57,-6 0-11,-2 0 17,0-2-5,7 13-7,5-5 18,7 8-23,14 7 6,-1 11-17,8 6 0,-13 7-11,7 11 5,-10 5 6,6 13-17,-5 11 6,-11-8 0,-2 2 11,3 14 3,-4-11 0,0-1-20,6 10 17,10 6 5,-3-24 1,2-4 0,11 5 5,23-6-11,-20-26 22,12-10 6,-4-16 23,-5-14-567,-18 8 1,-4-2 523,-6 11 1,-1-1 19,2-20 0,-3-2-250,-7 12 1,-2-1 236,0-2 0,0-3 0,-2 1 10,-3-10 1,0 2-10,0 2 1,-2 2 44,-3 10 1,0 6-22,0 6 32,-4-9-33,9 29-67,-1 4 40,2 16-40,-2 37 22,3-4-142,0 2 0,0 4 134,2-6 0,2 1-23,-1 14 1,2 4-54,2-13 1,1 2 0,1-3-1,-1-7 0,1-2 1,0-1-21,4 17 1,3-3-289,-1-13 1,4-5-2240,20 13 1052,-5-13-6962,14-14 8547,-20-27 0,-4 2 0,-10-3 0</inkml:trace>
  <inkml:trace contextRef="#ctx0" brushRef="#br0" timeOffset="12916">15801 4791 24687,'54'-25'-433,"0"1"0,-11 2 0,-1 6 433,7 9 0,-5 6 0,-11-1 0,15-2 0</inkml:trace>
  <inkml:trace contextRef="#ctx0" brushRef="#br0" timeOffset="13604">16575 4632 17546,'0'-4'4885,"0"1"-3659,0 3-436,11-80-1612,-4 33 976,2-8 0,2-1 20,5 3 343,5 9-489,6 12-34,-4 14 227,9 8-232,4 20-1,0 11 7,-1 25-1,-18-2 3,-11-11 1,-6 4-638,-10 5 0,-6 1 637,0 2 0,-4 2 3,-8 6 0,-4-1 155,4-11 0,-1-3-150,3-4 1,2-3 16,-13 17-22,14-18 39,13-15 107,11-9 33,13-5 1183,4-4-1306,30-6-107,-7 0 1,3 0-669,3-1 0,3 1-308,-9 2 0,2-1 0,0 1 1027,18-1 0,-5 0 0,-22 4 0,-4 0 0,26-3 0</inkml:trace>
  <inkml:trace contextRef="#ctx0" brushRef="#br0" timeOffset="14009">17999 4573 22520,'-12'-57'1204,"0"1"0,1 6 1,0 8-819,-2 10-319,4 18-78,5 15 45,4 22-23,7 23-22,-1-12 0,1 4-315,3 7 1,2 2 235,0 5 1,2 1-848,1 2 1,0 1 129,0 0 0,-1-1-1260,-2 0 1,-2-1 2066,-1-9 0,-2-4 0,0 11 0,-5-26 0</inkml:trace>
  <inkml:trace contextRef="#ctx0" brushRef="#br0" timeOffset="14183">17768 4879 19860,'-1'-6'4161,"0"2"-3912,11-24 0,8-5 3,17 7-210,-1-12 0,5 2-728,2 23 0,1 5 630,-5 0 0,1 2-1005,5 1 1,3 1 0,-4 1 1060,-2 1 0,-3 1 0,9-1 0,-5 0 0,-9 2 0</inkml:trace>
  <inkml:trace contextRef="#ctx0" brushRef="#br0" timeOffset="15160">19317 4387 16174,'9'-61'2259,"1"-1"0,-2 19 0,-3 3-1223,-7-20-436,-4 43-388,-6 4-144,-4 19 32,-5 19 1,-8 25-65,10-15 1,0 3-655,-3 8 0,0 2 629,-3 6 0,1 1-7,7-15 0,1-1 0,0 1-3,0 0 1,2 0 0,1 0-11,-4 17 1,4-1-9,4-5 1,5-1 4,5-6 1,7-2-328,17 0 0,6-4 350,11 4-5,-8-21 0,2-8 33,16-17 14,-13-15 0,1-4-14,15-6-16,-19 3 0,-7-4 156,-10-26-106,-9 21 2,-7 2 1,-4-1 98,-8-5 10,-7-8 1,-1 6 22,5 0 1032,6 14-1188,13-3 753,12 14-782,15 0-11,9 3-5,5 6 11,-4 4-17,-7 8 0,-7 12 0,-14 0 0,0 25-6,-10-9 6,1 7-5,-1 2-7,0-8 1,4 8 28,3-6-56,6-2 44,-6-15-10,5-4 22,-6-16 16,5-7 23,2-10-3347,6-21 3330,-8 8 26,4-19 36,-11 18 22,0-4 11,-4 9 1,-4 10-46,-1 9 3296,-1 5-3390,0 2 14,5 13-14,1 5-7,5 16-4,-4-3-63,1 14-229,-3-6-526,1 13-3132,3 6-974,-3-20 4940,4 4 0,-7-31 0,0-1 0</inkml:trace>
  <inkml:trace contextRef="#ctx0" brushRef="#br0" timeOffset="15333">20091 4476 19860,'-4'-6'2946,"2"0"-2347,2 6-1927,0 0-2089,-1-10-2278,6 17 4847,2-3 0,0 9 0,0 0 0</inkml:trace>
  <inkml:trace contextRef="#ctx0" brushRef="#br0" timeOffset="15576">20402 4334 23836,'-7'-43'763,"0"-1"0,0 1 0,-2-14 1,1 9-462,2 18-257,3 16-56,1 15 28,2 19-40,2 7-8,-1 15 1,1 6-4,0-4 0,0 2-811,-1 1 1,1 4-1,0-2 621,-1 4 0,1 1-755,1 0 1,1 3 0,1-3-1066,2 0 0,1-3-676,1 13 1,2-3 2256,0-18 0,-1-8 1,-1-10-1,-1-2 0</inkml:trace>
  <inkml:trace contextRef="#ctx0" brushRef="#br0" timeOffset="15737">20203 4760 23405,'2'-43'483,"1"0"1,12 1-1,7 8-522,19 17 5,-9 7 1,2 3-326,11 2 1,1 2-1100,-7 0 1,2 1-1212,17-1 0,0 0 1986,-19 2 1,-5 0-1,9 0 1,-21 0 0</inkml:trace>
  <inkml:trace contextRef="#ctx0" brushRef="#br0" timeOffset="16662">20774 4596 21181,'0'-61'1378,"-1"0"0,1 5 0,0 4-1034,0 10 1,0 4 103,1-22-185,2 19-156,2 17-91,0 12-10,2 11 0,10 26 5,4 11-6,-6-5 1,0 4-327,-3 2 0,-2 1 326,-1 4 1,-3 1 2,-4 0 1,-3 1-4,-3-2 1,-4 0 2,-1-3 1,-3-2-1,-1-4 0,-1-3 4,-9 16 60,8-19 136,7-15-46,9-17-117,7-12-28,6-15-12,3 1 3,0 2 1,2-1 2,13-13 45,-8 12 0,1 0-59,-3 6 1,2 3-111,5 0 0,3 4 93,-1 4 1,2 5-21,29 2 7,-7 21 5,-16 15-17,-4 8 6,-4 3-12,0-3-21,-1-6-12,-1-10 16,-3-10 40,-2-13 531,-3-11-531,-1-13 248,-2-9-220,-2-5 6,-2-2 22,-4 7-17,-3 11-50,-3 12-6,-2 8 45,-2 12 0,0 9-28,1 11 22,2 7 17,1 3-16,6 0 10,6-4 1,9-7 0,10-8 10,7-9-10,4-10 22,-1-12 11,-5-9 17,-8-9 6,-10-5 5,-11-1 0,-6-1-44,-9 3-29,-1 5-39,-1 7-308,2 6-940,2 9-2539,1 11 3832,1 4 0,0 1 0,0-2 0</inkml:trace>
  <inkml:trace contextRef="#ctx0" brushRef="#br0" timeOffset="17127">22156 4265 22397,'13'-55'1293,"0"-1"1,-3 8 0,-1 7-834,-2 9-320,-5 17-129,-2 15 50,0 20-27,1 26-29,-1-10 1,0 3-625,0 10 1,-2 3 640,-2 6 1,-1 2-9,-2 1 0,-2 1-3,-2-3 0,-1 0 0,0-5 1,1-2-192,0-7 0,2-2 188,1-9 1,2-3 108,-3 9 119,5-21-91,2-21-94,2-16 1199,5-16-1205,3-12 22,7-10 397,5-3-436,-5 25 0,2 3-11,5-11-6,14-2 0,-10 28-33,9 3 27,3 11 23,2 13-33,3 11-18,1 14-5,-3 8 0,-10 4 12,-14-1-1,-25-5-22,-25-10-222,-5-19 1,-4-5 5,9-1 0,0-3-1085,-21-4 0,1-4-1914,0-3 3254,15-1 0,3 0 0,9 1 0,2-1 0</inkml:trace>
  <inkml:trace contextRef="#ctx0" brushRef="#br0" timeOffset="18800">23493 4338 21254,'23'-41'987,"0"-1"1,0 3 0,-10 12-669,-17 24-173,-6 9-17,-8 8-6,-10 13-39,-8 14-59,14-15 0,1 2-266,-2 3 1,2 1 248,2 2 1,2 0-4,-6 18-5,18-16 0,5-2 0,9-1-6,13 2 1,7-2-15,-2-16 1,3-4 13,16 7 1,1-2 7,-13-9 1,1-4 11,16-5 0,0-6 8,-20-2 1,0-2 8,12-5 0,-3-4 69,8-20 63,-15-1 11,-15 0 0,-13 2-12,-12 4-16,-6 7-40,-9 10-50,-6 10 498,-6 15-526,-1 11-28,2 13 6,6 8-6,12 6-6,10 0 1,15-2-7,15-6 7,4-12-1,2-11 1,4-5 5,16-1-167,-13-7 0,0-3 207,16-17 27,-9-14 56,-13-9-109,-12-7 75,-13-2-5,-14-1 12,-7 4-7,-7 5-16,-2 6-17,-1 8-34,1 10-22,1 8 346,0 12-379,-1 11-67,1 12-846,2 11-1547,6 6 2493,6 7 0,5-22 0,3-2 0</inkml:trace>
  <inkml:trace contextRef="#ctx0" brushRef="#br0" timeOffset="19304">24259 4656 18672,'2'-7'5086,"0"2"-4493,12-25 1,4-5 213,-4 7-569,4-10 0,0 3-31,-11 21-140,-3 11-11,-4 14 23,1 20 33,-4 23-56,0-15 0,1 2-550,-1 8 1,0 3 510,1 6 0,2 3-397,2-18 0,1 1 0,1 1 380,0 0 0,2 1 0,1-1 5,0-1 1,1-2 0,1 0-9,4 12 0,-1-4 8,-3-16 1,-2-3-6,4 8 62,-9-27-40,-13-60 1,4-4-7,-2-1 1,0-5-128,4 6 1,2-1 112,0-5 1,1-1 5,3-2 1,1 0-1,2 2 1,1 1 2,3 5 0,1 1 438,0 7 1,2 1-450,-1 5 0,1 2 0,0 5 0,1 1-17,15-20-16,7 9-1,12 12-16,11 12 24,-24 13 1,-1 4-6,1 5 1,0 5-1476,-2 10 1,-2 4 1471,5 13-8,-19-5 0,-7 1-53,-18 9 56,-17 6 39,3-27 0,-4-3 186,-6-2 0,-3-3-186,-4-3 0,-1-2-3,-1-2 0,-1-2-53,1-2 0,1-3-235,5-1 0,2-2-1798,-18-9-872,24-4 2961,20 1 0,6 9 0,4 5 0</inkml:trace>
  <inkml:trace contextRef="#ctx0" brushRef="#br0" timeOffset="19528">25040 4488 18173,'1'-4'6710,"-1"2"-4620,0 2-2068,-12-29-5,8 33 11,-8-12-22,11 46-90,3 10-510,5 10-919,-1-26 1,1 0-3404,1 1 1,2-1 2761,5 14 1,-4-16 0,-8-23 0</inkml:trace>
  <inkml:trace contextRef="#ctx0" brushRef="#br0" timeOffset="19720">25231 4203 22481,'0'-7'2649,"0"2"-2010,0 5-1340,0 0-1544,-10-36 2245,12 49 0,-12-43 0,15 51 0</inkml:trace>
  <inkml:trace contextRef="#ctx0" brushRef="#br0" timeOffset="20442">25331 4689 23233,'58'-25'125,"1"1"0,-10 5 0,-7-2-25,0-25-1803,-24 12 0,-3-2 1711,-1 7 1,-1-2 2,4-19 0,-3-5-377,-1-2 1,-1 1 365,-2 9 0,-1 0 168,0 3 1,-1-3 0,-1 5-139,-3 5 1,-1 2 155,1-4 0,-2 0-63,-6-13 1837,1 26-1977,-3 14 2917,0 18-2889,-3 13 1419,-8 19-1430,6 1 0,0 1-463,2-9 0,1 0 460,-1 21 0,2 3-3,4-15 1,1 1-6,0 11 0,1 1-15,4-1 1,3-1-81,6 4 0,4-2-6,1-13 0,3-3-266,6-1 0,1-6 299,13-3-10,11-16 50,-7-19 39,-11-3 0,0-4 56,20-18-300,-24 10 1,-2 0 271,3-8 892,-2-5-758,-13 15 562,-4 2-707,-9 12 16,-26 21-5,5-2 604,-24 20-644,18-8 29,3 14-17,13-13-17,24 8 12,8-19 16,32 2-17,-4-10 34,8-9 90,-12-17 0,-21-9-74,-8-7 68,-22-10-31,-8 15 1,-4 1-21,-9-19 51,-6 7 0,-3 2-1133,-7-2 1049,17 17 0,0 2 34,-11-7-34,17 18-101,1 2-213,6 21-682,7 11-79,3 7-8784,17 23 7891,-7-28 0,8 9 1,-14-27-1</inkml:trace>
  <inkml:trace contextRef="#ctx0" brushRef="#br0" timeOffset="20760">26577 4268 21879,'4'-53'749,"0"0"0,0-1 0,-1-1 0,2 0-499,1 11 1,3-3-1,-1 4-248,-1-4 0,0 3 196,-1 3 1,0 2 355,1-23-363,-6 39 9,-3 21-184,-5 18-4,-6 27-4,4-8 0,0 5-412,-2 10 0,1 4 412,0 7 1,2 3-17,4-18 1,0 0-1,1 1-9,1 1 0,1 1 1,1-3-355,1 10 0,3-1 158,5 7 0,4-2-126,0-18 1,2-2-787,6 10 0,2-3-314,8 8 324,-4-18-7163,-11-42 7787,-5-7 1,-3-1 0,-2 3 0</inkml:trace>
  <inkml:trace contextRef="#ctx0" brushRef="#br0" timeOffset="20927">26463 4269 20084,'-2'-4'4463,"1"1"-8952,1 3 4679,63-47 23,-13 28 83,1-10 0,3 3-290,-17 18 0,-2 4 215,-2 0 1,-1 1-2944,24-1 2722,-9 1 0,-22 2 0,-7 1 0</inkml:trace>
  <inkml:trace contextRef="#ctx0" brushRef="#br0" timeOffset="21959">26052 4431 12349,'9'-10'5539,"-2"2"-2963,-7 8 701,0 0-2706,36-52-78,-27 38-107,27-38-105,-36 51-40,0 0-208,-5 1-10,-2 4 10,-9 4 7,-3 7-1,-7 8 11,-2 8-27,-2 4-12,3 4-11,4 2 22,10-2 1,6 0-12,13-2 0,5-1 6,10-3 16,4-4 46,5-7 33,2-8 17,2-6-68,-8-7 29,8-8 67,-1-13-62,-1-3-22,1-12-1,-14 2-16,-7-4-28,-4-2-5,-5-2 10,-4 0 18,-5-2-6,-4 2-23,-5 5-5,2 10 5,-8 4-5,6 12-17,-7 0 6,2 8 10,-1 3-27,4 1 28,-13 8 0,6 1-28,-14 9 11,5 2-6,0 6-5,4 5 11,4 5 0,10 2 5,8-1-10,16 0 22,10-3-6,11-3-45,6-5 45,3-8 17,-1-9 12,-2-11 32,6-18 18,-3-15-51,-2-11 23,-6-11-12,-12 3-39,-5-1 62,-7 5 11,-7 8 6,-12 5-79,2 17-28,-13 1-112,-4 13-89,3 2-1910,-22 9 2128,3 6 0,13-4 0,1 1 0</inkml:trace>
  <inkml:trace contextRef="#ctx0" brushRef="#br0" timeOffset="34302">2539 6609 13491,'-4'-1'2605,"1"0"-1950,3 1 6,26-17 139,11 10-478,-2-3 1,5 0-1143,6 6 0,2 2 929,10 0 0,2 0-74,-16 2 1,1-1-1,1 0-20,2 1 0,1 0 0,1-1-2,0 1 0,2 0 0,-1 0 0,2 0 0,0 0 1,1 0-494,2 1 1,1-1 0,1 0 490,2 1 0,2 0 1,0-1 0,-12 1 1,1 0-1,0-1 1,2 1-6,2-1 0,2 1 0,0 0 0,2-1-447,-9 1 0,1-1 0,1 0 0,0 1 0,0-1 445,4 1 1,1-1 0,0 1 0,1-1-1,0 1-1,3-1 1,0 1 0,1 0-1,1 0 1,2 0-219,-9-1 1,2 1 0,1 0-1,1 0 1,-1 0 0,-2-1-1,-3 1 215,4 0 0,-3 0 0,-2-1 1,1 1-1,4 0 7,-5-1 0,3 1 0,2 0 0,1-1 0,-2 1 0,-1-1 0,-4 1-121,2 0 1,-3-1 0,-1 1 0,0-1 0,3 1 122,0-1 0,2 1 1,1 0-1,1-1 0,0 1 1,-1 0-61,1 0 0,0 1 0,0-1 0,0 0 0,0 1 0,1-1 51,0 1 1,0-1 0,0 1 0,1 0 0,1 0 0,1 0-2,-6 1 0,1-1 0,2 1 0,0 0 0,1-1 0,-2 1 0,-2 0 0,-2 0 2,12 0 0,-3 0 1,-3 0-1,2 0 0,4 1 1,-12-1 1,2 0-1,2 0 1,1 0 0,0 1-1,-1-1 1,-2 1-1,-3-1 3,11 1 1,-5 0 0,-1 0 0,1-1 0,3 2-3,-9-2 0,1 0 0,2 1 0,0-1 0,1 1 0,-1-1 0,0 1 1,8 0 1,-1 0 0,1 0-1,-1 0 1,2 0 0,1 0-3,-9-1 1,2 0-1,2 1 1,-1-1-1,1 0 1,-2 1-1,-1-1 1,-4 0-6,13 0 1,-4 0 0,-2 0 0,1 0 0,4 1 3,-6-1 0,3 0 1,1 0-1,2 1 1,-1-1-1,0 0 1,-3 0 0,4 0 1,-1 0 0,0 0 0,-2 0-1,0-1 1,-2 1-3,4 0 0,-3 0 0,0 0 1,1 1-1,4-1-2,-7 0 0,4-1 0,2 1 0,0 1 1,0-1-1,-3-1 0,-4 1-7,3 0 0,-5 0 0,-2-1 1,3 1-1,3 0-10,-8-1 1,3 1-1,2 0 1,2 0-1,-1 0 1,0 0-1,-3 0 1,-3-1 44,12 2 0,-4-1 0,-1 0 0,-1 0 0,3 1-56,-6-1 0,1 0 0,1 0 0,0 0 0,0 0 1,-1 1-170,-3-1 0,1 1 0,-1 0 1,0 0-1,0 1 0,1-1-188,2 0 1,-1 1-1,1-1 1,0 1 0,1 0-1,1 0 193,-3 0 0,2 0 0,0-1 0,1 2 1,0-1-1,-1 0 0,-1 0-39,4 0 1,1 1-1,-1 0 1,-1 0 0,-3-1-1,-4 1-373,4-1 0,-5 0 0,-2 0 0,1 0 605,1 0 0,0 1 0,-2-1 0,-8-1 0,-4 0 0,-5-1 0,0 0 0,0 0 0</inkml:trace>
  <inkml:trace contextRef="#ctx0" brushRef="#br0" timeOffset="35012">17732 6257 12315,'60'-2'408,"0"1"1,-14 0 0,1 1 0,2 0-239,6 0 0,1 1 0,-1-1-991,-9 1 1,-2 0 0,5-1 952,-1 1 0,5-1 0,3 0 1,-1 1-1,-3-1-655,-2 0 1,-2 1 0,1-1 0,3 0 595,7 1 1,3-1 0,2 1 0,1 0 0,-2-1-31,-2 0 1,-1 1 0,0-1 0,-1 0 0,-2 1-22,5-1 0,-4 0 1,2 1-1,5-1-117,-12 0 0,4 0 0,3 0 0,1 0 0,-2 0 0,-2 0 0,-6 0 114,6 0 1,-7 0 0,1-1-1,8 1-2,-10 0 1,6 0-1,3-1 1,3 1-1,2-1 1,0 1-1,-2-1 1,-2 1-1,-5-1-230,6 1 0,-3-1 0,-3 0 0,0 1 0,2-1 0,4 0 213,-7 0 0,3 1 0,2-1 0,2 0 0,-1 0 0,1 1 0,-2-1 0,-2 0 0,-3 0-100,7 1 0,-2-1 0,-3 0 1,0 1-1,1-1 0,2 0 90,1 1 1,2-1-1,1 1 1,1-1-1,-1 1 1,-1 0-1,-1-1-2,0 1 1,-2-1 0,0 1-1,-1-1 1,2 1 0,1-1 14,-7 1 1,2-1-1,0 1 1,0-1-1,2 1 1,0-1-1,0 0 1,0 0 0,4 0 0,2 0 0,1 0 0,0-1 1,-1 1-1,0-1 0,-1 1 0,-3-1-59,0 1 1,-2-1 0,-1 1-1,-1-1 1,0 1 0,-1-1-1,-1 1-109,6-1 1,0 0 0,-1 0 0,-1 0 0,-2 0 0,-4 0 163,8-1 0,-3 1 0,-5 0 0,-8 0 0,-6 0 0,-5 0 0,28-1 0</inkml:trace>
  <inkml:trace contextRef="#ctx0" brushRef="#br0" timeOffset="37837">1138 4656 17904,'-37'-9'924,"-1"0"1,2-1 0,8-1-670,20 0-125,-2-19 39,7-15-90,2 13 1,0-3-596,4-6 1,1-3 551,1-3 0,2-2 20,2-2 0,3-1 23,1 0 0,3 0 25,2 3 1,3 2 73,2 4 1,3 2 3,2 5 1,2 1-3,2 4 1,2 1-6,3 1 0,3 1-16,4 0 1,2 1-13,7 0 0,3 2-477,-16 9 1,2 1 0,0 0 331,3 2 1,0 0 0,1 1 29,1 2 0,1 0 0,-1 2 42,0 1 0,0 1 0,0 1-35,-1 1 1,0 1 0,0 2-35,-1 1 0,-1 1 0,1 2-1,-1 0 1,0 0 0,0 2-9,1 2 1,-1 0-1,1 1 4,1 1 0,0 0 0,3 0 31,12 1 1,2 1 0,-3-1-45,-15-2 1,-3-2 0,3 1-433,3-2 1,3 1-1,1-1 1,-3-2 412,1 0 1,-2-2 0,3 0-11,-5-1 0,3 0 1,2-1-1,2-1-390,5-1 1,4-2 0,2 0 0,-2 0-1,-5-1 492,-7 2 0,-4 0 1,0-1-1,2 0-2,1-1 1,3 0-1,1 0 1,-2-1-1,-3 1-118,8-1 0,-3 0 1,1 1 245,3-1 1,1 0 0,4 0-236,-8 1 0,5 0 0,2-1 0,-2 1 0,-3 0 156,-5 1 0,-2 0 0,-1 0 0,4 0 2,3-1 1,5 0 0,1 1 0,-1-1 0,-5 1-5,-2 1 0,-3 0 1,-1 1-1,3-1-59,-2 1 1,3-1 0,0 0 0,1 1 0,-1-1 47,0 1 0,-1 0 1,1 1-1,0-1 1,0 0-136,0 1 0,-1 0 0,1-1 1,-1 1-1,1 0-3,-1 0 0,0 1 1,0-1-1,1 1 1,-1-1-3,-1 1 0,1-1 0,0 1 1,-1-1-1,1 1-1,-1 0 0,0 0 0,0 0 0,0 1 0,0-1 1,0 0 0,0 1 0,0-1 0,0 1 0,0-1-8,12 1 1,1-1-1,-1 1 1,0 0-6,0 1 1,-1 0 0,1 0 0,2 1-24,-4 0 0,3 0 0,0 1 0,-2 0 0,-3 0 26,-5 0 0,-3 0 0,-1 0 0,6 1 19,-1 0 1,5 1 0,3 1 0,0 0 0,-5-1 0,-6 0-42,2 1 0,-7-2 1,5 2 72,2 0 1,5 0 0,3 1 0,-2 0 0,-4-1 61,-5-1 0,-4-1 1,-1 1-1,0-1-33,16 3 1,-1-1 0,4 0 15,-13-1 1,2-1-1,2 1 1,0-1 0,-3 0 43,8-1 0,-1 0 0,-1 0 1,1 0 17,-1 1 1,0-1 0,0 0 0,1 0-33,-8-1 1,1-1 0,1 0 0,-2 1 0,-3-1 10,9 0 1,-3 0 0,5-1-69,-10 1 0,5-1 1,2 0-1,-1 0 1,-2 1-61,6-1 0,-1 0 0,-1 1 1,0-1 31,-2 0 1,0 0-1,-1 0 1,0 0-41,-3 0 1,0 0-1,-1 0 1,-1 0 14,5 0 1,-2 0-1,3 0-19,-7 0 1,3 0-1,1-1 1,0 1-3,8-1 1,2-1 0,-1 1 0,-4-1 59,-2 1 0,-4-1 0,3 0-64,-1 0 1,4-1-1,-1 0 1,-4 0 20,-3 0 0,-4 0 0,2-1 68,12 0 0,2 0 0,0-1-22,-3 0 0,0 1 0,1-1-38,-7 0 0,1 1 0,-1-1 0,-4 1-13,-2 0 1,-3 0-1,3-1 14,5 1 0,5-1 0,-1 0 1,-5 1-41,10-1 0,-2 0 69,-12 1 1,1 0 0,0 0-40,-5 1 1,0 0-1,1 0-56,3 0 1,0 1-1,1 0-8,2 0 0,0 0 0,2 0 45,10 1 1,1-1-1,-5 0-28,3 2 0,-3-1 29,-10 1 1,2 0-1,-3 0 414,10-1 1,1 2-462,-3-1 1,4 1 0,-4 0-51,2 0 1,-2 0 102,-7 0 0,1 1 1,-2-1-94,11 0 1,-4 0 7,-8 0 0,2 1 48,-5-1 1,3 0-1,-3 1-40,4 2 1,0 1 73,13 1 1,4 1 5,-14 1 0,1 0 0,-3 1-41,3-1 1,-1 2 24,-2 0 0,3 1 0,-7-1 20,8 3 33,-11-2 1,-2-1 1168,-9-1-754,-1-2 22,-12-3 1701,-2-3-1868,-5-3 1748,17-5-1665,-6-1 1120,7-3-1345,-6 2-109,-6 2-71,-4 1 145,-1 0-223,-7 2-98,6-6-47,1 0-9,7-3 142,-3 6-53,9-1 44,-12 6 4,9 2 180,-9 22 19,-3 14-23,-2 9-249,-7-9 0,-3 2 18,-1-2 1,0 3-3059,0 3 0,-1 4 0,1-3 2456,-1-1 1,0-2 0,1 4-1,0-7 1,3-21 0</inkml:trace>
  <inkml:trace contextRef="#ctx0" brushRef="#br0" timeOffset="39492">4860 8057 18392,'-11'-37'543,"1"-1"1,0-24-371,35 45 1,5 1 5,5-3-11,3 0-33,2-1-23,-2 2-40,-5 5-38,-5 4-17,-7 6 22,-4 9 17,-4 5 5,1 10-5,1 8 23,4 7 22,4 7-1,3 7-58,-11-22 0,1 1-247,2 3 1,0 2 249,1 4 0,0 2 8,2 3 0,-1 3 14,0 3 1,-1 2-558,-1 3 0,-2 1 546,-1 2 0,-2 2-14,-2 0 0,-2 1-9,-1 1 1,0 0 2,-1 1 1,-1 1-21,-1-21 1,0 0 0,0 2-8,2 10 1,0 1-1,0-3-6,0 4 0,-1-1-5,1-4 0,1 3 0,-2-4-592,-1 0 1,-1-1 596,1 13 0,0 1 8,-3-3 0,0 0-8,-1-1 0,-1 0 2,0-2 1,-1 1 5,1-12 1,0 2-1,0 0 2,0 2 0,0 2 0,0-3-586,1 15 0,-1-2 567,0-3 0,0-2 26,0-11 0,0-1-114,0 3 0,0 2 125,-1-2 1,0 3 0,0-1 16,1 13 0,-1-2-29,-1-4 1,2-1 13,1-6 1,1-4-6,0-9 0,1-1 5,1 8 1,0 2 27,-1 10 1,-1-2-51,0-17 1,-1-1 16,-3 18 0,-2 1-6,-1-18 1,-2 0-9,-4 11 0,-1 2 5,-1-1 1,-1 0-12,0-1 1,0-1 2,1-3 0,1 1-3,2 3 1,2-1-4,-1 14 1,6-23 0,2-1 778,1 7-784,-1 12 23,-5-2-4,-4-20 1,-3-1 2,-8 14-11,0-14 1,-4 0 21,-2-3 0,-1-1-25,6-6 1,-1 1-4,-10 7 1,2 1 978,-5 11-1001,6-8 623,6 6-763,13-15-185,-3 3-4777,-20 12 5119,9-15 0,-4-1 0,17-17 0</inkml:trace>
  <inkml:trace contextRef="#ctx0" brushRef="#br0" timeOffset="41762">18914 3672 15367,'-40'11'2767,"7"0"-1187,21-4-539,6-4-817,4-7 90,4-11 11,3-9-23,4-13 29,7-17-207,-2 4-63,4-9-33,-2 12-33,3 2 5,-2 10 0,20-6-6,-13 21 133,8 0 0,3 1 152,0 4 67,8-1 1,2 0 294,12-1-637,-16 6 1,0 0 276,-7 3 1,-1 2 232,29-3-190,-15 5-47,7 6 242,5 7-478,-17-2 0,1-1-341,-7 1 0,1-1 341,14 0 0,-1-1 95,7-2-34,-6-2 1,5 0-22,-13 0 1,2-1-1,-2 0 48,10 0 0,3-1-36,-9 1 0,4-1 1,1-1-1,-5 1-172,15-1 0,0 0 310,-3 0 1,5 0-1,-6 0 116,2 0 0,-3 0-147,-12 1 1,2 0 0,0 0-18,1 0 1,1 0 0,1 1 6,1-2 1,1 1 0,2 0-411,8 0 1,3 0 0,-3 0 248,-7 0 1,-1-1 0,0 1-75,1-1 1,1 1-1,1-1-2,-1 1 0,1-1 1,0 0 7,0 1 1,0-1 0,0 0 4,-2 0 1,1 0-1,-1 0 85,-1 1 0,-1 0 1,-1-1-5,-2 1 0,-1-1 0,0 1-6,-3-1 0,-1 1 0,-1 0 88,7-1 0,-2 0-262,9 0 0,1-1 187,-16 1 0,0 0 0,1 0 4,1 0 0,1 0 0,2 0-128,7 0 1,1 1 0,-1-1 26,-7 1 1,-2 0 0,0 1 2,-1-1 0,1 1 0,-1 0-43,-1 0 0,-1 1 0,0-1-46,17 1 1,-1 0-12,-5 0 0,-1 0 301,-5 0 1,-1 0-240,-6 0 0,0-1 408,-4 0 1,-1-1-431,-1 0 0,0-1 33,0-1 0,1 0 66,2 0 1,0 0 155,1 0 0,1 0 193,0 1 0,-1 1 197,-1 0 0,-2 1 117,27-1 54,-11 0-623,-8-1-93,0-2 0,6 0 0,7-2 0,-25 4 0,1-1 0,1 1 0,1 0 0,0 0 0,0 0 0,-1 1 0,-1 0 0,26-1 0,-18 1 0,6 1 0,-19 0 0,12 0 0,-9 0 0,2 0 0,7 2 0,2 0 0,-6 1 0,17-2 0,-18 0 0,12-1 0,-17-1 0,-7-1 0,-6-2 0,-3 0 0,0-2 0,3-2 0,6 0 0,6-1 0,6 2 0,2 3 0,-3 1 0,-7 2 0,-8 0 0,-9-1 0,-5 1 0,-2-2 0,5-1 0,4-1 0,9 0 0,7 0 0,5 2 0,3-1 0,-4 0 0,-6 2 0,-10 0 0,-6 2 0,-7 0 0,-1 0 0,0 0 0,5 0 0,7 0 0,9 0 0,4 0 0,3 0 0,-2 2 0,-5 0 0,-7-1 0,-7 0 0,-5-1 0,-3 1 0,1-1 0,4 1 0,6 1 0,3 1 0,1 5 0,-2 5 0,-6 7 0,-4 9-5741,-12 24 5702,4-18 1,-4 4 0,6-32 0</inkml:trace>
  <inkml:trace contextRef="#ctx0" brushRef="#br0" timeOffset="43340">18801 3601 20071,'-8'-60'1077,"1"12"-713,10 36 383,-1 5-525,-2 1-224,1 2-94,-1 4 241,0 6-290,-1-1 288,-4 18-36,1-7 61,-9 31-23,3-10-14,-6 19-33,3-9-148,3-1 154,4-5-54,3-6 54,5-7 193,-1-12-57,1-6 270,0-8-232,1-6-153,1-2 91,8-26-153,-6 12 6,5-18 37,-4 8-10,2-16 0,1-7-87,-4 20 1,0-1-84,8-24 17,3 2 48,2 7 29,-1 9 5,-3 9 16,-4 7-5,-3 7-56,-1 4-11,-1 3-19,2 3 12,2-1 14,4 1 4,5 1 9,3 0 6,-2 1 68,-3 2-8,-7 0 4,-4 2-17,-3 1-7,-2 0-43,1-1-3,2-1 6,6-1 3,5-1 12,6-1-17,1 2-4,2 1-20,-2 2 31,0 3-116,-1 1-4,3 2 6,6-1-16,12-2-114,18-1-36,-5-1-1324,1 0 1,4 1-1182,-11 0 1,1 2 2784,-7-2 0,3 1 0,-5 0 0,-4 0 0,-5 0 0,8 2 0</inkml:trace>
  <inkml:trace contextRef="#ctx0" brushRef="#br0" timeOffset="88871">9597 7534 18902,'4'-52'1562,"-1"-1"1,1 1-1,1-17 1,-2 18-1518,-4 38-5577,1 31 5600,0-1 519,-1 18 1,0 7-521,-3-4 1,0 2-46,0 7 0,-2 2-14,-4 9 1,-4 4-11,0-9 0,-3 3 1,0-1-5,0-3 0,0-1 1,0 0 21,-2 5 1,-1 0-1,2-7-5,1-7 1,1-8-1478,-2 1 1668,13-25 2008,-2-6-2042,4-17 250,0-11-357,0-16-33,4-7 28,6-7-33,8-4-32,-3 29 1,3 0 483,2 1 1,2 1-473,3 3 0,2 3-31,28-10 19,-20 21 1,0 4 8,11 3-120,13 17 114,-25 11-5,11 22-11,-17-10-18,-4 16 29,-24-19 0,-18 10 8,-6-18 0,-6-3-418,-1-2 1,-1-3 400,-2 0 1,-1-2-65,0-5 0,2-2 2779,-17-2-3373,-7-8-4935,13-27 5613,21-1 0,10-2 0,15 15 0</inkml:trace>
  <inkml:trace contextRef="#ctx0" brushRef="#br0" timeOffset="89658">9931 8286 25375,'27'-46'52,"1"1"1,0 0 0,2-2 0,-1-1-1,0 2-7,3-8 0,-1 1-724,-9 15 0,0-1 1,0-1 702,2-6 0,0-3 0,-1 3 12,1-10 1,-2 3 2,-4 5 1,-3 4 399,-5 11 1,-2 3-317,-1-31 401,-8 35-529,-2-1 133,-4 22-133,-4 18 1367,-2 4-1356,-12 29 0,0 9-446,8-15 0,1 4 414,-1 15 1,2 3-825,5-7 0,2 0 841,0-2 1,3-1-6,5-7 0,4-3 3,10 12-26,3-19 1,4-2-3,24 7 28,-13-22 0,0-5 0,15-3 11,12-17 5,-16-11 17,-14-2 1,0-5-4,-8 1 1,-1-1 8,14-27 5,-21 18 1,-2 1-11,-1 0 50,2-22 707,-13 31-763,-6 7 1810,-11 9-1804,-17 26-18,10-3-5,-11 23-16,21-5-18,3 10 0,17-1-22,13-5-33,17-7 61,0-11 0,-3-10 0,2-3 33,13-5 17,-14-2 1,-2-4 28,9-16 5,-14-11-17,-12 2 67,-9-21-39,-12 12-11,-8-18 12,-8 12 27,-1 2-34,-1 8-44,6 13 0,-10 7-34,8 18-11,-11 9-45,7 14 6,6 1-487,3 24-443,17-12-768,17 18-1988,28-15 101,-10-25 1,4-4 3005,0-2 1,-2-3 0,17-1-1,-22-4 1</inkml:trace>
  <inkml:trace contextRef="#ctx0" brushRef="#br0" timeOffset="90054">11357 7797 21433,'7'-44'1406,"0"-1"0,-3-4 0,-5 6-717,-11 14-303,-10-5-212,-7 21-56,-8 18-57,-6 16-27,-2 17-37,24-13 0,1 3-218,3 2 0,3 2 201,3 1 1,4 0-48,4 31 27,9-18-119,32 1 148,-1-30 45,16 0 39,-13-28 11,-12-12-23,-11-4 96,-4-13 207,-4-1-224,-2 7 628,-4-6-600,-2 29-4,-1 0-153,-1 42-39,0 7 11,1 0 0,-1 3-638,2 3 0,1-1 624,-1-5 1,2 3-99,2 7 0,2 6 0,-2-2-50,-2-9 0,-2-1 0,-1 2-485,-1 3 0,-1 4 0,-3 0 0,-3-2 387,-8 11 1,-4-2 0,-5-2 68,2-14 1,-2 0 0,-3-1 0,-1-3-454,-13 11 1,-3-4 0,-1-4 247,0-7 1,-1-3-1,-1-6-1438,3-7 1,0-4-1,2-4 1851,-11-7 0,5-4 0,-11-6 0,30-7 0</inkml:trace>
  <inkml:trace contextRef="#ctx0" brushRef="#br0" timeOffset="90947">12244 7652 17725,'2'-6'4195,"0"0"-2867,-2 6-493,0 0-298,-5-62-201,-7 47-221,2-18 0,-3 6 42,-21 37-78,-6 8-35,-4 13-21,2 9-18,8 1 7,10 2-24,13-4-4,12-5 21,15-7-5,12-9 11,11-7-11,5-8 23,-2-6 10,-8-2-10,-11 0 5,-12 2-6,-6 2 6,-6 4 34,-7 5-12,-6 8-11,-11 8-11,-4 7-5,-5 6 16,-1 5-1483,0 3 1438,9-9-19,-8 15 58,16-19-22,-3 10-11,13-18 0,15-7 6,10-9 11,14-5 1439,4-7-1468,-4-2 99,-10 3-64,-11 4 27,-14 10 34,-11 11 28,-16 18-51,10-14 1,-2 2-12,-2 3 1,0 3 5,-2 9 0,1-1-257,9-12 1,2 0 177,-2 10 1,7-1-197,15 6-896,20 6 1115,6-29 0,1-5 0,5 3 0,10-9 0</inkml:trace>
  <inkml:trace contextRef="#ctx0" brushRef="#br0" timeOffset="94597">12520 9271 21296,'5'-49'952,"-1"0"0,1 0 1,2-15-1,-3 8-425,-2 12-28,-1 19-454,-1 15 106,4 22-135,0 2 20,4 17 1,1 5-37,-3-3 0,1 1-243,1 6 1,0 5 38,-2-3 1,-1 3-1,-1-2-1051,1 6 1,-2 1-1,0-2 0,0 3 1,0-5-961,-1 0 0,0-2 2215,-3 0 0,0-7 0,3-19 0,-2-5 0</inkml:trace>
  <inkml:trace contextRef="#ctx0" brushRef="#br0" timeOffset="94913">12361 9775 17882,'-21'-50'1577,"0"0"1,3 3 0,5 4-1225,16-9-235,14 3-101,17 5-23,-9 23 0,2 3-512,23-11 445,-4 11 1,3 2-700,-12 5 1,-1 2 748,8-2 1,0 0-12,2 2 1,-4 1 215,5-1-142,6-2 234,-26-1 79,-20 5 165,0-2 266,-7 2 1549,-2 1-2098,2 2 406,-3 2-496,3 9-27,-2 10-73,2 12-28,-1 11-23,1-5-274,1 27-561,1-16 18,0 8-2510,2-7 3333,-1-15 0,-1-8 0,0-9 0</inkml:trace>
  <inkml:trace contextRef="#ctx0" brushRef="#br0" timeOffset="95082">13091 9020 19025,'-4'-6'4475,"0"1"-3853,4 5-829,0 0-1614,-39-21 1821,35 39 0,-33-33 0,43 39 0</inkml:trace>
  <inkml:trace contextRef="#ctx0" brushRef="#br0" timeOffset="95304">13330 8972 21707,'0'-9'3709,"0"2"-2852,-2-55-538,1 45-269,0-39-22,3 64 28,8 46-62,-5-10 1,0 4-660,1-4 1,-1 4 522,-2-4 0,-1 4 0,-2-2-704,-1 6 0,-2 0-1346,2-8 0,-1 2 1,0-1 2191,-1 12 0,0-4 0,2-17 0,-1-4 0,1 2 0</inkml:trace>
  <inkml:trace contextRef="#ctx0" brushRef="#br0" timeOffset="95504">13318 9374 11177,'-6'-7'6660,"2"1"-5358,-25-20 0,-2-5-916,14 11-29,-14-13 0,12 1-334,45 14-96,31-4-460,-16 10 0,3 0 180,7-2 0,2 1-468,2 0 1,-1 1-1324,-1 1 1,-3 1 2143,-10 2 0,-4 2 0,8-2 0,-24 5 0</inkml:trace>
  <inkml:trace contextRef="#ctx0" brushRef="#br0" timeOffset="95853">13637 9362 17227,'0'9'4632,"-1"-3"-3450,1-6-68,0 0-828,73-63-1521,-41 25 1268,-4 8 1,6-4 0,-8 1-3,-9 2 0,-6-1 139,1-3 0,-2-2-28,-2-1 1,-1-1 84,-2 2 1,-3 0 18,-3 2 0,-1 2 141,-6-22-62,-3 11-90,1 14-140,4 15-73,3 10-10,2 16 32,1 16 1071,0 23-1115,0-5 0,0 3-498,0-12 1,0 1 503,1 23 0,0 2-37,2-15 0,0 0-115,3 12 1,3 2-334,1-2 0,3 0-583,2-5 1,2 0 1061,1-2 0,0-4 0,4 5 0,-5-13 0</inkml:trace>
  <inkml:trace contextRef="#ctx0" brushRef="#br0" timeOffset="96079">13705 9228 23547,'46'-15'-225,"0"-1"0,0 0 0,-1-2 0,-5 3 0,8 6 0</inkml:trace>
  <inkml:trace contextRef="#ctx0" brushRef="#br0" timeOffset="97013">14115 9547 21864,'30'7'1407,"-6"-2"-1099,-23-5 492,1 0-794,-2-4-135,1 3-492,-1-3-1251,0 4 1872,2-3 0,-1 2 0,1-1 0</inkml:trace>
  <inkml:trace contextRef="#ctx0" brushRef="#br0" timeOffset="97641">13879 9629 11586,'-7'9'6671,"2"-2"-3781,5-7-554,0 0-1854,42-50-129,-20 24-278,3-4 1,1-1 254,2-13-218,-9 4-465,-5 7 0,-1-3 367,-2-3 0,-2 1-11,0 5 0,-2-3 27,1-21 1,-3 0-20,-2 19 1,-2 2 7,-2-16 1,-2 2 5,-2 17 0,-4 3-3082,-17-23 3085,7 22 62,-6 2 33,14 20-89,1 1-73,2 6 584,0 10-517,-5 10 3398,-4 17-3365,-4 14-22,11-16 1,1 2-391,0 5 0,0 3 410,1 7 0,2 1-3,1 5 0,1-1-42,1-10 0,1 1-12,3-3 0,2 3 0,1-3-14,2-1 1,3-1-17,4 16 0,4-2-59,0-19 1,3-4-144,1-6 0,1-3-1131,21 10-4828,-3-16 6189,-7-12 0,-14-5 0,-9-2 0</inkml:trace>
  <inkml:trace contextRef="#ctx0" brushRef="#br0" timeOffset="98172">13835 9449 13810,'4'1'5176,"-1"0"-578,-3-1-4111,33-73-195,-18 32-539,6-10 0,-1-3 315,-7-8-331,-7 25 0,-1-1 279,0-5 1,-1-1 11,0-2 0,-2-1-6,0 2 1,-1 1 8,-3 4 0,-3 3 64,-6-21 17,-7 19-50,3 18-74,4 13 434,3 13-400,-2 16 794,-3 18-704,-5 19-28,8-22 1,1 1-218,-2 7 1,1 2 205,1 4 0,0 2-672,0 5 0,2 1 621,1 1 1,1 1-32,1 0 1,2 0-20,3-4 0,3-2-332,2-4 1,4-3 126,4-5 0,5-4-268,3-5 0,4-4-779,2-3 0,3-3 1280,2-4 0,-1-2 0,5 1 0,-7-7 0</inkml:trace>
  <inkml:trace contextRef="#ctx0" brushRef="#br0" timeOffset="98561">14303 9500 24827,'50'-18'145,"-1"-1"1,-1 1 0,-5-2-67,5-20-288,-25 17 1,-1-1 247,-1-2 1,-3-1 116,9-24 276,-13 6-118,-19 11-36,-17 12-71,-19 10 17,-10 15-62,-3 11-10,3 13-245,7 13 172,10 9-29,11 9-44,10 3 10,20 1-58,3-32 0,4-1-238,8-2 0,5-2-4179,16 0 1,3-4 4458,-9-7 0,-2-2 0,0-2 0,-4-2 0,-6-5 0</inkml:trace>
  <inkml:trace contextRef="#ctx0" brushRef="#br0" timeOffset="101571">12771 10811 22862,'52'-14'-1660,"-1"1"1,1-1 0,3 1 0,1 1 0,-2 1 1659,-4 5 0,-2 1 0,-3 1 0,4-1 0,-5 1 0,7 0 0</inkml:trace>
  <inkml:trace contextRef="#ctx0" brushRef="#br0" timeOffset="101765">12721 11410 23310,'-8'0'1002,"2"0"-968,6 0-23,0 0-173,127-67-1685,-78 50 1,2 4 0,4-4 1301,-9 1 1,3-3-1,2-1 1,0 1-1,-1 4-1707,8 1 1,1 2-1,-1 3 1,-4 0 2044,2 1 0,-3 2 0,-4 0 1,3 1-1,-8 0 0,4 3 0</inkml:trace>
  <inkml:trace contextRef="#ctx0" brushRef="#br0" timeOffset="101954">12475 12015 10195,'50'-16'-691,"0"0"1,0 1 0,0-1 0,0 1-1,3 0 1,0 0 0,-1 0 0,-3 1-707,9-2 0,-5 0 0,4 0 1397,-2 3 0,4-1 0,-3 1 0,-10 3 0,-12 3 0,-5 2 0,31-5 0</inkml:trace>
  <inkml:trace contextRef="#ctx0" brushRef="#br0" timeOffset="102141">12373 12594 20918,'-5'1'666,"35"-11"1,25-7-428,-11 4 0,4 0 0,4-1-1402,0 0 0,3-1 1,2 1-1,1 0 1153,-7 2 0,1 0 0,2 1 0,-1 0 0,0 2-305,-2 0 0,0 1 0,0 0 0,0 2 1,-2-1 314,9 0 0,0 0 0,-2 1 0,-4 0 0,-1 1 0,-3 0 0,-5 2 0,-4 0 0,0 0 0</inkml:trace>
  <inkml:trace contextRef="#ctx0" brushRef="#br0" timeOffset="103797">11914 13246 23019,'-13'-13'78,"14"2"-78,46 2-22,0 5-1,-12 2 57,-6 15 27,-25 4-10,-16 15 33,-26 5-48,10-16 1,-4 0 19,-11 7 0,0-1-28,13-8 0,1 0 5,-4 1 1,2 0 184,-8 11-139,18-11-18,-2 5 29,23-14 27,11-2-10,8-2-40,11-1-39,6 0-22,5 2-18,2 4 18,-1 5 0,-2 8 5,-7 9 0,-11 8 6,-10 10 0,-19 7-6,-4-11 11,-11-13 1,-5-1-4,5-10 1,-1-2-4,-5 4 1,-1 0-25,-5-2 0,1-4 220,-2 0-27,-6 2-106,29-19-63,18-11-16,10-3 0,11-2 0,4 4 213,0 4-235,-5 7 22,-5 5 11,-4 7-28,-1 2-16,-3 2-96,-6-1-269,-12 3 29,-6-2-1037,-25 6 50,6-8 1356,-3-1 0,1-1 0,8-4 0,-12 4 0</inkml:trace>
  <inkml:trace contextRef="#ctx0" brushRef="#br0" timeOffset="109892">8548 15656 19011,'-7'-49'1053,"0"0"0,1 1 0,-3-17 0,2 10-470,7 14-68,0 20-280,7 31-140,1 6-11,2 13 0,0 5-39,1 5 0,-2 4-969,2 17 1,-1 4 880,-5-15 0,-1 1 0,0 1-181,-2 3 0,-1 1 0,0 1-603,-1 1 0,-1 1 0,0-1-2450,0 1 0,0 0 0,0-3 3133,0-6 0,0-1 1,0-5-1,1 2 0,0-6 1,0 4-1</inkml:trace>
  <inkml:trace contextRef="#ctx0" brushRef="#br0" timeOffset="110274">8327 16319 21209,'-16'-53'485,"0"1"1,6 3 0,10 9-436,39 11-45,-10 13 1,4 2-960,6-2 1,2 1 877,6 0 1,0 0 19,-9 4 0,1-1-183,19-3 1,0-1 92,-22 5 1,-1-1 89,8-1 0,-1-1 255,-8-2 1,-5-1 97,-2-6 273,3-5 382,-21 1-241,-12 12-44,-3-5 587,-3 11-621,-4 1-276,6 5-284,-1 3-40,2 12 12,0 12-28,-2 16-17,1 13-34,3 5-137,4-24 0,2 0-109,1 11-157,6 2-2655,3-10 415,-3-16 1829,2 10 0,-8-24 0,0-2 0</inkml:trace>
  <inkml:trace contextRef="#ctx0" brushRef="#br0" timeOffset="110434">8990 15600 15883,'1'-3'0,"-1"0"0</inkml:trace>
  <inkml:trace contextRef="#ctx0" brushRef="#br0" timeOffset="110657">9357 15550 26334,'-13'8'90,"11"35"-107,8-2 0,3 5-1115,-2-5 0,-1 2 0,0 2 648,1 3 1,-1 2-1,0 1-803,1 2 1,0 1 0,0 0 1286,2 5 0,2 0 0,-2-5 0,-1-4 0,0-6 0,1-5 0,0 0 0</inkml:trace>
  <inkml:trace contextRef="#ctx0" brushRef="#br0" timeOffset="110856">9228 16336 23573,'11'-60'250,"0"1"0,5 2 0,8 7-278,12 19 0,5 6-1154,3-1 1,1 1-194,0 3 0,0 1 1375,1 2 0,-5 3 0,7-2 0,-12 5 0</inkml:trace>
  <inkml:trace contextRef="#ctx0" brushRef="#br0" timeOffset="111890">10034 16397 24486,'-10'-46'220,"0"0"0,1-4 1,2 1-188,8 2 1,1 2-625,-1 7-1,0-2 607,-1-3 0,-2-3 0,0-1 15,-2 0 0,-1 0 0,0 2-772,-2-13 1,0 0 765,-1 6 0,-1-3 1,0 6 36,-2 8 1,0 3 283,-2-3 1,0 2-184,-12-11-89,7 25-79,7 16 510,3 37-459,4 17-45,2 16 251,3-16 0,1 3-260,2-3 1,2 1-3,3 12 0,3 4-47,2-13 0,1 1 0,1-4-7,1 3 1,2-2-82,1-5 0,1 1 1,1-4-345,2-5 0,0-2-509,5 6 1,1-1-142,-3-8 0,-1-3-1538,12 10 847,-13-20 1899,-13-14 542,-7-17 762,-2-5 2405,-2-10-2130,0 9 63,-1 1-1279,0 13 168,0 5-218,1 1-336,5-2-23,19-8-22,-2 2 6,7-5 0,3-2-6,1-3 11,0 1 0,0-5 25,-4-7 1,-3-1-9,14-12-9,-18 13 1,-6 0 210,-13-7 39,-15 12-112,-4-2 347,-31 11-179,12 11-90,-12-1-162,23 5 11,8 7-68,7 16-10,2 1-12,1 27-22,6-3-148,5-8 0,2 1-356,5 15-827,3-16 1,4-1 1358,0-10 0,0-4 0,7 13 0,0-7 0</inkml:trace>
  <inkml:trace contextRef="#ctx0" brushRef="#br0" timeOffset="112366">11348 16264 24732,'31'10'-493,"-9"18"-459,-19 7 0,-6 7 537,-2 4 1,-1-3-1,-1 7 1,-3-6-1</inkml:trace>
  <inkml:trace contextRef="#ctx0" brushRef="#br0" timeOffset="112874">11771 15797 22957,'-20'-46'991,"1"1"1,2 5-1,3 9-789,6 18-174,4 10-6,3 11 1,7 12-23,2 20-6,-1-11 0,1 4-411,0 7 1,0 3 405,1 8 0,-2 1-12,0 5 1,-2-1 22,-1-10 0,-1 0-20,-1 17 1,-3-2 13,-2-23 1,-2-3 7,0 13 1,-2-3 20,-7 0-6,4-22-29,5-22 18,10-20 5,6-20-11,8-20-140,-7 24 1,0-2 139,1-2 0,0 0 22,1 0 1,-1 2-12,10-17-50,-7 25 0,2 3 39,5 2-12,7-1-16,10 17 34,-6 13-17,7 1-17,13 23 5,-19 0 6,-12-8 1,-1 3 27,-3 19 284,-14-9-301,-42 14 17,-12-17-109,-5-8 0,-4-2-174,19-11 0,2-2-389,-11 1 1,5-3-3325,6-10 3985,18-1 0,11 2 0,7 2 0</inkml:trace>
  <inkml:trace contextRef="#ctx0" brushRef="#br0" timeOffset="113253">12760 16068 20274,'-1'-7'3831,"0"2"-3209,1 5-320,0 0-156,-60-12-62,29 24-62,-9-8 0,1 4-16,7 35 5,10 8-22,9 5-34,22 2-243,15-4 274,-4-28 0,4-2 3,1-4 0,2-3 56,24 6 72,-9-18 63,-12-21 39,-12-18 10,-10-14 12,-5-9-62,-9-3-341,-6 1 313,-7 6-22,-4 7 190,1 11-280,1 11-67,5 11-100,5 7-516,5 10-253,3 2 897,13 25 0,-7-21 0,8 14 0</inkml:trace>
  <inkml:trace contextRef="#ctx0" brushRef="#br0" timeOffset="114028">13461 16115 24878,'-50'-10'345,"0"-1"1,-2 5-1,5 7-317,6 13-11,-5 15-28,30-8 5,3 7-16,13 0 11,11-1-6,11-3-11,11-6 22,9-5 23,5-8 11,-3-13-5,-3-12 5,-10-15-6,-8-15-22,-16 19 0,-2-2 17,-1-4 0,-3-3 44,-3-19 1,-1 0-508,1 18 1,0-1 526,-3-20 1,-1 1 38,3 24 0,-1 3-28,-1-6 1,-1 2 131,-4-16-73,-2 21-100,3 17-46,3 11 7,3 12-1,3 13 927,6 17-980,5 5 0,3 5-64,-1-5 0,0 0-496,1-2 1,0 3-1,-1-2-3,1 10 0,-1-2-78,-2 1 0,0-1 19,-2-6 1,0-3-37,7 20 301,2-27 438,-5-25 141,4-24 112,-3-17 100,6-15 134,3-4 118,0 4 1212,0 10-1459,-7 16 260,-6 13-439,-5 15-72,-2 11-73,1 11-50,4 5-18,9 1 18,11-6-1,13-9-39,8-10 23,10-21 5,-20 0 0,5-22 73,-24 2 123,1-12 208,-9 2 150,-7 6-55,-3 11-140,-2 12-191,-1 8-112,-2 9 6,-6 13-23,-4 17-22,-5 20-23,8-18 1,-1 3-594,-1 8 0,0 4 308,-1 9 0,0 3-1166,4-15 0,0 1 0,1 2 1446,-1 8 0,1 3 0,0-6 0,1-5 0,1-3 0,2-3 0,0 1 0</inkml:trace>
  <inkml:trace contextRef="#ctx0" brushRef="#br0" timeOffset="116078">14676 16016 20308,'2'-5'3315,"0"1"-2206,-2 4-739,17 3-320,-27 23-83,14-2-508,-20 11 1,-8 3-4064,0 12 3925,7-17 1,3-3 0,2-1-1,7-15 1</inkml:trace>
  <inkml:trace contextRef="#ctx0" brushRef="#br0" timeOffset="116913">15657 15914 20610,'0'-3'2756,"0"0"-2403,0 3 380,-39-69-425,20 43-252,-3-14 0,-3 5 135,-13 26-147,12 11 29,-11 8 0,-2 3-17,-3 7-6,-4 8 1,2 2-353,3 9 299,16-11 0,3 0-30,8 8 9,13-12 42,15-6 10,7-12-11,24-5-17,-1-9 45,11-10-6,-20-2 14,-12-2 0,-2-2 26,5-15-8,-8 10 0,0-1 97,5-18 28,-4 6-89,-7 14 217,-1 7-200,-8 15-68,-1 1-12,-6 14 284,-3 7-316,-3 12-29,0 6 6,1-3-40,4 11-458,5 5-365,7 2-448,11 5 476,2-24-3865,29-6-161,-9-23 1892,21-11 2733,-22-10 1712,-12-4 0,-2-3 2299,8-17-2899,-13 18 1,-2-2 836,-1-3 1,-3 0-387,3-6-375,2-12-219,-11 25-441,-4 10 77,-2 8-218,-2 5-44,-5 13-46,-2 7-28,-4 18-3391,0 6 3369,4-7-76,3 18 76,7-29 0,17 20-5,6-33 49,13-2-4,-1-25-7,-10-4 56,-5-5 1,-1-3 73,6-15 1498,-8 11 0,-2-2-1510,1-16 28,-10 0-139,-7 21 76,-6 4-122,2 19-268,-6 4-594,5 8-46,-1 1-8917,13 13 9825,2-6 1,2 0 0,-5-8 0</inkml:trace>
  <inkml:trace contextRef="#ctx0" brushRef="#br0" timeOffset="117120">16867 15352 22828,'0'-10'1563,"0"-22"0,1-3-813,0 15-403,0-42-291,0 58 79,-1 24-63,0 15-44,-2-3 0,0 5-557,-2 7 0,0 3 448,-4 8 0,0 2-199,1-13 0,1 0 0,0-2-286,-2 11 0,0 1 566,4-5 0,-1 3 0,2-9 0,0 7 0,2-13 0,0 0 0</inkml:trace>
  <inkml:trace contextRef="#ctx0" brushRef="#br0" timeOffset="117988">16601 15866 25130,'14'-49'56,"1"0"0,3 2 0,8 9-166,10 22 1,5 6-791,2-5 1,1-2 767,2-1 1,-2-2 19,0-4 0,-3-2 78,-3-1 1,-3-2 75,-5 1 0,-3-2 274,-6 3 1,-3 1-48,4-16 348,-13 10-421,-6 14 331,-3 6-84,0 9 637,0 19-850,0 8-1778,0 7 1,-1 4 1586,-2 13-9,-1-3 1,-1 2-222,-2-9 1,-1 1 209,-3 12 1,-2 1-31,-3 1 0,-1-1-17,-1-2 0,0-2 33,1-5 1,1-1-6,3-9 0,1-3 0,-3 9 33,8-20-16,9-24-6,9-16 3207,8-17-3185,10-12-11,-12 23 1,0 0-20,3 0 0,0 1 19,21-20 23,0 10 584,0 11-618,-2 12-22,-1 7-17,-2 12 17,-3 7-45,-5 11-129,-5 7-190,-6 2-286,-3-2-381,0-3-190,6-10 84,6-7 285,8-13 605,-6-5 493,16-27 371,-15 0-172,-9 7 0,-1-1 490,5-22-101,-4 4-156,-8 10-152,-5 11-201,-6 11-174,-8 10-62,-9 15-27,-9 10-35,-4 15-32,3 9 4,10 2-66,14-1-84,16-6-29,11-8 51,10-9 157,5-11 56,0-12-23,-4-14 34,-7-11 45,-5-21-79,-12 12 62,-3-17-11,-14 20 22,-9-5-11,-13 8-16,-10 7 21,-3 5-72,2 6-39,7 5-46,9 4-301,9 5-964,8 4-2572,12 4 3029,3 0 0,1-5 0,-3-3 0</inkml:trace>
  <inkml:trace contextRef="#ctx0" brushRef="#br0" timeOffset="118304">18033 15554 26822,'2'-40'169,"0"0"1,2 2 0,7 13-91,40 44-74,-10-2-538,-5 7 0,-1 5 530,-7-2 0,-2 3-29,3 4 0,1 4 1,-2-2-37,1 2 1,-2 2-105,-3 1 1,0 5-1,-5-7 4,-3 8 59,-9-10 0,-7-5 472,-24-16-268,-12-11 256,-2-23-121,11-20-62,14-18-101,14 25 0,5-1-28,6-6 1,2 3-35,9-12-36,-3 20 1,2 3-889,8 1-3540,9 0 4459,-5 9 0,-13 7 0,-9 5 0</inkml:trace>
  <inkml:trace contextRef="#ctx0" brushRef="#br0" timeOffset="123263">4193 9108 23175,'-9'-36'364,"5"24"-257,9 50-23,0 14-34,1 0 6,1-8 11,6-11 73,7-11 96,7-13-18,9-18-50,12-16-118,-19 6 1,2-4-588,6-4 0,2 0 562,3-3 0,2 0-8,2-1 0,1 0-9,-1 2 1,0 0-18,-1 1 1,1 2-492,6-2 1,0 3 135,-10 5 0,-1 3-96,-3 2 1,-2 2-4862,13 2 5321,-27 10 0,-4 0 0,-12 3 0</inkml:trace>
  <inkml:trace contextRef="#ctx0" brushRef="#br0" timeOffset="128007">7921 16912 15457,'-6'-6'1087,"2"1"-51,4 5-112,-18-71-56,13 43-473,-5-14 0,3 3 142,9 21-128,1 5-319,-1 6 44,1 2-95,-3 4-117,1 1 162,-1 15-73,0-4 6,0 25-95,0-5 89,2 16 67,2 5-67,3 5-11,4 1-16,2-1 16,4-4-6,1-5-14,-3-20 1,3 0 75,18 13-28,-1-5 33,11-17 7,-4-15-35,-3-3 1,1-2-872,19-2 860,-10-3 1,-2-2-7,3-3-19,6 0 1,4-1 7,-16 5 1,0 1-1,-2 0 1,3 0 0,-1 1 13,10 1 1,0 2-13,-11 0 1,1 1-1,-2 0-7,2 0 0,-1 1 6,5 0 0,2 0-15,0 0 1,0 0-1,-5 0 1,1 0 11,-2-1 1,3 1 0,-1-1-1,12 0 0,-1-1 8,3-1 0,-1-1 8,1 0 1,0 0-693,0-1 0,1 0 667,0 0 1,-1 0 7,-14 1 1,2 0-1,6 0 0,4 1 0,-6 0-2,-13 1 0,0 0 11,8 0 0,9 0 0,1 0 1,-8 1 18,3 1 1,-2-1-14,3 1 0,5-1 0,-3 1 31,8 0 0,-2 0-20,-17 0 0,0 0 0,1 0-14,1 0 1,1 0 0,0 0 0,1 0 0,0 0 0,0 0 0,-2 0 0,1 0 0,1 0 3,8 0 1,2-1 0,-5 0-5,3 0 0,-1-1 16,-5 0 0,3 0 0,-4-1 28,2-1 1,-1 0-24,-8 1 1,1-1 0,1-1-7,0 1 1,0 0 0,0 0-2,0 0 0,0 0 0,2 0 3,9-1 1,2 0 0,-1 0-15,-5 2 0,-2 0 0,0 0-10,-1-1 1,0 2-1,-1-1 13,-2 1 1,0 0 0,-1 0-10,10 0 0,0 0-286,-11 0 0,2 0 1,2 0 294,5-1 1,2 1 0,-4-1-16,1 1 1,1-1 5,2 0 0,4-1 0,-8 1 3,-15 0 0,-2 1 6,8-1 1,4 0 0,-3 1 15,-1 0 1,-1 0-7,12 1 1,0 0-25,-12 0 0,0 0 24,19 3 1,0 0-37,-17-1 1,-1 1 13,19 1 1,1 0-4,-10-1 1,0 1-17,0-1 0,1 0 11,1-1 0,2 1 9,-10-2 0,1 1 1,-3-1-2,4 0 0,-2 0-5,17 1 0,0-1 11,-16 0 0,-2-1-9,-7 1 1,1-1-12,8 0 1,0-1-267,-10 0 1,-2-1 271,22-1 109,-3-2 0,3 0-90,-12 1 1,1-1-3,16 0 0,1-1-17,-13 2 0,0 0-6,-4 2 0,4 0 1,-6 1 190,-5 1 1,0 0-192,8 0 1,6 0 0,-4 0-7,-2 1 1,1 0 13,-2-1 0,3 1 0,-1-1-8,12 0 1,-2-1 10,-3 0 1,1 0-3,-9 1 1,2-1 0,-5 0-4,-6 1 0,1-1 3,10 0 1,6 0 0,-1 0-6,0 0 0,-1 1 1,-1-1 2,-9 1 1,0-1 0,4 1-5,9 0 0,7 1 1,-1-1-1,-8 0-8,-1 1 0,-1 0 13,-5 0 1,5 0 0,2 0 0,-3 0 6,7-1 0,-1 1 1,-2 0-190,-8-1 1,-1 1 0,2-1 184,13 0 1,3-1 0,-4 0-4,-13-2 0,-1 1 0,-1-1-607,1-1 0,1 0 0,-1 0 596,17-2 1,-1-1 2,-18 1 0,1-1 1,-5 1 273,23-4-272,-16 1 1,6-1-1,-5 2 4,-11 2 0,-2 0 0,14-3 0,-1 1 0,15 0 552,-31 5-552,17-1 0,-14 1-5,-7 1 1174,0 1-1157,-21 1 3391,5 0-3386,-6-1-6,1 0-6,0-1 12,-2 1-17,-1-2 11,-1-3 12,-2 1 5,1-7 39,-5-2 84,-5-12-100,1 7 72,-5-14 22,4 9 130,-1-15-107,2 4-56,0-8-17,3 1-50,-1-6-45,0 7-107,-3-8-7062,-9 8 7169,0 6 0,2 11 0,6 16 0</inkml:trace>
  <inkml:trace contextRef="#ctx0" brushRef="#br0" timeOffset="129196">7670 15922 10226,'-7'-49'1352,"1"0"0,0 1 0,-1-1 0,1 2 0,2 7 104,3-8-318,-1-6-360,4 9-246,2 12-79,1 12-145,-1 11-296,-1 5 32,-1 8 102,3 11 39,3 13-22,3 20-107,-4-17 0,-1 3 53,3 14 0,0 3-36,-2-1 0,0 0-691,1 0 0,-1 1 668,0 7 0,-1 0-8,-1-7 0,-1 3-1013,0 0 0,1 4 0,-2-1 974,0-7 1,-1-2 0,0-1-8,0 0 0,-1 0 1,1-2-282,-2 17 0,0-4 218,0-11 0,0-1-177,1 9 0,0 0-330,2-4 0,1-3-569,2-5 1,3-3-699,1-5 1,2-2-5043,15 17 6883,-4-18 0,-8-15 0,-8-10 0</inkml:trace>
  <inkml:trace contextRef="#ctx0" brushRef="#br0" timeOffset="130737">7543 15426 8853,'-4'-1'3344,"0"0"-628,4 1-2475,65-26 20,-21 15 0,5 1-200,-9-2 1,3-1-1,1 2-747,0 3 1,1 1 0,-2 1 763,7-1 1,0 1 47,12-2 0,1 0 31,-7 1 0,-1 0-506,-1 0 1,0 0 479,3 0 1,1-1-40,-4 2 1,1 0-28,-7 1 0,2-1 1,0 1-10,2 0 0,0 1 0,3-1 5,-6 1 1,2 1 0,0-1-1,-4 1-226,0 0 0,-4 0 1,3 0 221,16-1 1,2 1 0,-3 1 23,-2 0 1,-1 1-26,-10 0 0,1 0 0,0 0-8,-4 0 1,0 1-1,1-2 32,7 0 1,1 0 0,-4 0-39,3-1 0,0 0 10,-4 0 0,2-1 1,-1-1-344,3 0 1,2-1 342,2 0 1,5-1-1,-1 0-19,-6 1 1,-1 0 0,-1 0-83,0 0 0,-1 0 0,1 1 84,-3-1 1,0 1 0,0 0 35,2 0 0,1 1 0,-1-1-6,3 0 0,0 0 1,-1 0-27,-2 1 0,0 0 0,-2 0 37,-2 0 1,0 0 0,-3 0 9,14-1 1,0 0-44,-10 0 0,3 0 0,3 0-3,-4 0 1,2-1 0,0-1 0,0 2-327,-4 0 1,-1 0 0,0 0-1,0 0 300,0 0 0,0 0 0,-1 0 0,1 1 8,0-1 1,1 1-1,-1 0 1,-1 1-52,6-1 0,0 1 1,1-1 49,-4 1 0,1 0-1,2 0 1,-2 0-4,0 1 0,0 0 0,0-1 0,-1 1-8,0 0 1,0 0 0,-1 1 0,1-1 2,-2 0 1,0 1 0,1 0-1,-2 0 10,16-1 1,0 1-1,-1 0 4,0-1 0,-1 1 1,-2 0-14,-12 0 0,-3 0 0,6-1 20,-3 1 1,5-1 0,3 0-1,-2 0 1,-4 0-14,10-1 1,-4-1 0,4 1-177,-5 0 1,5 0-1,2 0 1,-2-1 0,-6 1 162,4 0 1,-5-1-1,3 1 7,-6 0 0,3-1 0,0 1 0,-2 0-144,7-1 1,-2 1-1,2-1 132,-5 1 1,1 0 0,2 0 0,0 0 5,-5 0 0,2-1 0,0 1 0,0 0 0,-3 0 0,6-1 0,-2 1 1,0 0-1,-1 0-4,-2 0 0,0-1 1,-1 1-1,-1 0 18,12 0 1,-1-1-1,-2 1 225,-10 0 0,-1 1 0,3-1-233,3 0 0,5 0 0,0 0 0,-1 0-2,-7 1 1,0 0-1,-2 0 1,1 0-4,13-1 1,-1 0-1,2 0 0,-8 2 1,2 0 0,0 1 0,-4-1 1,0 1 0,-3-1 1,2 1-5,8-1 1,3 1-1,-1 0 10,-6 0 0,-2 1 0,1 0 3,0 0 1,0 1-1,0-1-5,1 1 0,0 0 0,0 0-12,-5 0 1,1 0 0,-1 0 13,3 0 0,1 0 0,-6 0 2,-9-1 1,-1 0 8,6 1 0,4 0 0,-1-1 190,8 0 0,-1 0-193,2 1 1,1-1-10,7 1 1,-2-1-6,-13 1 1,-4 0-10,-11 0 1,0 0-11,2 0 0,-1 0 1609,10 2-1573,7 2 1869,-23-3-1846,-10 0 1520,-15-2-1538,-3 0 1220,2-1-1124,1 0-73,2 0 11,2 0 12,-3 0 16,1 0 90,-4 0 212,-1 0-391,0 3 39,2 3-34,1 2-5,6 13-1,-1-4-10,5 8 5,-6-9 11,4 10 22,-8-7-10,2 5 38,-5 10-10,-5-7-12,-2 15 6,0-5-23,2-8 17,5 19-27,2-23 60,10 33 12,0-24 0,7 16 17,-4-11 0,-3 0-56,-6-9 100,-6 15-71,-8-10-29,-4 16-1,-3-4-21,2-9 10,0 8 1,3 0-28,2-8 16,0 21-16,5-28-12,0 7 28,11 3-33,3-10 17,5 5-6,7 11 0,-12-12-6,3 15 6,-11-20 0,-11 8 0,-4-15 23,-10 7-29,5-15-84,-12 1 1,13-11-1267,-16 5-1730,17-7 3086,-5 2 0,13-4 0,1 0 0</inkml:trace>
  <inkml:trace contextRef="#ctx0" brushRef="#br0" timeOffset="133865">2212 9084 9873,'-52'-8'1355,"0"0"1,1 0-1,4 1 1,2 0-1,8 1-789,1-2 397,7 1-111,17 4-796,3 1-34,6 2 40,5 0 291,15 2-225,-2 0 220,41 5-158,-4-3-445,-11 0 0,3-1 339,1-1 0,2-1-6,7 1 1,4-2-23,-14 0 0,2-2 0,2 1-1073,8-2 0,3 0 1,-2 0 1025,-8 0 0,-1-1 1,5 0-6,-3-1 1,5 0-1,3 0 1,-1 0-1,-4 0-467,0 0 0,-2 0 1,-1 1-1,5-1 468,3 0 1,4-1 0,2 1 0,-1 0-1,-2 0-310,2 0 0,-2 0 0,-1 1 0,-1-1 302,-2 2 0,-1-1 0,0 1 0,-2 0-118,-4 0 1,-1 1 0,-1 0-1,0 0 123,7 0 0,0 1 0,-3 0 249,-6 1 1,-1 0 0,-3 0-258,12 3 1,-5 0 733,-15-2 1,-3 2-779,19 7 2000,-32 0-1816,-9 0 1697,-25 2-1848,-24-2 11,9-4 1,-2-1 322,-10 0 0,-2-1-323,-7 1 0,-3-1-804,-6-1 1,-3 1 803,17-2 1,0 0-1,-1 1 4,-5-1 0,0 1 1,-1-1-1,-4 1 0,-1 0 0,-1 0 0,12-1 1,0 0 0,-1 1-1,0 0-7,-3 0 1,-1 0 0,1 0 0,1 1 2,-5 0 0,2 0 1,-4 0 2,9 1 1,-4 0 0,-1 1 0,1-1 0,4 0-2,-10 2 0,4 0 1,-2 0 4,6-1 0,-1 0 1,0 0-1,2 0 14,-12 0 0,1 1 0,7-2-373,5-2 1,3-1 390,-15 2 1,3-3-21,-4-5 49,20-3 602,17-1-916,13 3 1687,9 2-1379,16 2 67,20-2-78,-3 0 0,4-1-32,16-3 0,2 1 4,-5-1 0,4 1-412,-5 0 1,6-1 0,1 0 0,-3 1 390,4 0 0,-3 0 0,5 0-492,1 0 0,5-1 1,0 0-1,-2 1 409,-7 1 0,-2 1 1,-1-1-1,1 1-266,0 0 0,2 1 0,-2-1 1,-1 1-255,3-1 0,-2 1 0,3 0 401,-3 1 1,4 0-1,-3 0 1,-8 0-1,-7 1 1,-4 0 0,17-1-1,0 1 1</inkml:trace>
  <inkml:trace contextRef="#ctx0" brushRef="#br0" timeOffset="165778">1744 10508 3207,'-10'0'6071,"2"0"-3805,8 0-423,0 0-678,43-3-731,-12 4 0,4-1-185,17-1 1,3 0-495,8 2 0,1 0 301,-21 0 0,0-1 0,2 0-28,4-1 0,1 1 0,1-1-25,4 0 1,2 0 0,-2 0-8,-9-1 1,-2 1-1,4 0-199,5-1 0,3 0 0,2 1 1,-5-1 194,-1 1 1,-3 0-1,2 0-5,1 0 1,4 0-1,-1 0 1,-3 0-453,1 0 1,-3 0-1,-3 1 454,6-1 0,-2 1-31,-4 0 0,-5-1 115,0 1 1022,-12 0-1034,-30 2 1867,-26-2-1906,-7 2 9,-8-1 0,-3-1-37,-9 0 145,8 0 0,-8 1 0,3-1-153,-3 0 0,0 0-7,1 1 1,-4-1-1,1 0-13,6 0 1,1 0 0,0 0-7,-1 0 1,-1 0 0,1 0 5,0 0 1,0 0-1,0 0 4,1 0 0,1 0 1,2 0 12,-7 0 0,0 0-17,6 0 1,-1 1-1,3 0-355,1 0 0,1 0 380,-7 0 1,-1 1-218,1 1 1,3 0 264,-13 2-137,17-1 0,1 1 194,-16 3 1326,10 0-1288,13-3-106,13-2 579,10-1-495,11-1 842,10 1-617,15 0-108,23 0-120,-13-1 1,4-1-402,8 0 1,4 0 406,8 0 0,3 0-569,-18-1 0,1 0 1,1 1 490,2-1 0,2-1 1,0 1-20,2-1 1,2-1 0,0 0-18,2 0 1,2 0 0,-3 0 0,-9 0 0,-2 0 0,3 0-7,2-1 1,2 0 0,1 0 0,-5 0 15,17-1 0,-2-1-339,-6 1 1,3-1 0,-5 1 338,1 0 0,-5 1-60,-10-1 1,-3 2 54,14-1 810,-21 1-871,-16 3 1228,-9 0-5086,-4 2 3919,-2 1 1,1-1-1,1-1 1</inkml:trace>
  <inkml:trace contextRef="#ctx0" brushRef="#br0" timeOffset="204526">2144 11620 15417,'-43'3'1344,"-1"1"1,3 0 0,10-2-718,25-1-235,1 0-291,5 0-23,1 2 68,4 4 38,5 2 24,11 3-12,8 0-17,13 0 22,15-3-672,-19-6 1,3-2 481,10-2 1,4-1-16,-12 0 0,1-1 1,1 0-24,6-1 1,0-1 0,3 0-23,-3 1 0,2-2 0,1 1 0,-5 0-430,1 0 0,-4 1 0,3-1 437,-1 0 0,2 0 0,0 0 0,-5 1-48,13-1 1,-3 0 40,-12 1 1,1 0-1,-1 0-2,11 0 1,-3 0-133,-10 2 0,-3 0 4,15 0 11,-20 1-325,-15 1-3871,-5 0-3779,-6 0 8513,-1 0 0,-4 0 0,-1 0 0</inkml:trace>
  <inkml:trace contextRef="#ctx0" brushRef="#br0" timeOffset="217315">2261 13124 14919,'-43'1'1348,"1"-1"0,3 1 1,8 0-672,14 0-240,7 1-291,4-1 206,3 2 12,2 3-224,0-1 179,7 4 34,8-2-84,19-1-111,26-2-128,-15-5 1,5-3-555,-8 0 0,3 0 1,2-1 526,9-2 1,1-1 0,2 0-559,-10 1 1,2 1 0,-1-1 0,1 0 552,1 0 1,0 0-1,1 0 1,-1 0 9,-2 1 1,-1 0-1,1 0 1,-1 0-710,16-3 1,1 1-1,-6 0 698,-1 1 1,-3-1 4,3 0 1,-8 2 14,-14 1 61,-8 2 840,-18 3-918,-20 2 1642,-18 5-1759,-24 5-10,14-4 1,-4 1 981,-10 1 0,-4 0-1053,14-2 0,-3 0 0,0 0-543,-6 1 0,-1 0 1,-2 0 508,-4 2 1,-1 0-1,-1-1 48,13-1 1,-1-1 0,1 1 0,-1 0-359,1-1 1,-1 1 0,1 0 0,0 0 500,-12 2 0,1 0 0,2 0 41,7-1 0,1-1 0,3 0 17,-11 1 0,6 0 146,15-3 0,4-1 723,-2-1 166,25-3-447,50-10-230,17-2-427,-5 0 1,5-1 105,-15 3 0,1 0 1,2 0-26,7-1 1,2 0 0,2-1-15,-10 3 1,1 0-1,0 0 1,1 0 2,2 0 0,0 0 0,0 0 1,0 1-18,0 0 0,1 0 1,-1 1-1,0 0-69,-2 0 1,-1 1 0,0-1 0,-1 2-781,12-1 1,-1 1 0,-3 0 739,-9 1 1,-2 1 0,-4-1 0,0 1 0,-6 1 0,2 0 0</inkml:trace>
  <inkml:trace contextRef="#ctx0" brushRef="#br0" timeOffset="332664">6202 8724 11066,'-6'-7'5601,"2"2"-4912,4 5 1003,-71-70-1267,49 50 42,-20-22 1,6 5-238,29 30 67,-1-3-303,7 8-56,0 3 135,5 11 6,4 11-63,9 13-4,15 18 16,-1-7-17,1-2 22,-1-13 1,-10-12 11,3-1 218,-3-9-89,-8-6 274,10-23-380,-8 2-21,3-9 1,0-3-9,7-11-691,-1 8 1,7-11-1,5-4 1,-2 2-1,-6 8 641,2-1 0,-1 1-40,7-9 1,8-9 0,-2 3-1,-8 14-778,1 9-7264,6 5 8093,-17 15 0,-7 8 0,-12 3 0</inkml:trace>
  <inkml:trace contextRef="#ctx0" brushRef="#br0" timeOffset="333712">4650 10176 8539,'-4'-6'5266,"1"2"-4303,3 4 992,-18-68-1328,15 41-381,-5-13 1,2 4 66,11 22-223,-1 7 431,1 11-72,-4 13-200,1 13-122,-2 13-96,-1-6-11,0 8 40,5-11 128,3-6 392,8-8 50,6-20-262,-2-6 260,20-29-189,-6-4-483,-8 8 1,1-2 214,-2 0 0,0-1-609,2-1 0,0 0 402,-6 6 1,2 0 31,10-13 0,1 1-467,-11 14 1,0 1 126,10-10 1,-1 1-1465,12-4-310,-13 15 1443,-5 15 0,-17 7 1,1 3-1</inkml:trace>
  <inkml:trace contextRef="#ctx0" brushRef="#br0" timeOffset="335654">4275 11446 12202,'0'-4'2756,"0"1"1927,0 3-4487,-26-28-73,21 26 141,-17-10-18,31 41 17,4 26-213,-3-16 46,4 16 10,-4-26 320,6 2-191,-3-15 393,8-6-23,-1-22-362,3-8 1,1-3-143,14-16 24,-7 2 0,6-8 0,-3 2-975,2-5 0,-1 2 861,-7 9 0,1 0 1,-1 0-54,7-14 0,-5 8-165,-8 12-2376,16-18 158,-25 38 2425,12-2 0,-19 12 0,4 1 0</inkml:trace>
  <inkml:trace contextRef="#ctx0" brushRef="#br0" timeOffset="337621">4120 12978 12623,'-3'-6'3618,"0"1"-2005,3 5-386,-6-68-398,8 41-586,-3-14 1,1 4 8,8 24-28,-2 7 95,-1 13-50,-2 13-112,0 19-56,0 18-242,-1-23 1,0 2 162,0 0 0,3 0 158,7 2 0,2-3 38,5 5 23,14-8 543,4-35-566,-13-4 112,26-22-187,-23-2 0,-2-4-604,-3 8 0,0-2 508,12-21 1,1-1-12,-9 14 1,-1 0-6,6-10 0,0-1-3,-1 2 0,-1 1-12,-3 3 1,-1 1 0,-2 5 0,-1 0 145,-3 6 0,-2 2-162,11-16-3077,-9 14 2982,-10 16-308,-4 7-734,-3 10-2400,5 5 3537,1 3 0,-1-2 0,-2-3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3:39:39.6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3825 3314 8685,'-42'-17'691,"1"-1"0,3 5 0,13-1-1044,31-2 325,23 3 84,24-5 28,-14 10 0,8 2 0,-4 1-983,0-1 0,1 1 1117,9 1 1,5 1-1,2 0 185,-3 2 1,1 1 0,2 0-833,-11-1 1,1 1-1,2 0 1,2 0 542,-2 0 0,3 0 0,1 0 1,1 0-1,-2 0-20,0 0 0,-1 0 0,1 0 0,-1 0 0,2-1-41,5 1 1,0-1 0,2 0 0,0 0 0,0 0-346,-6 0 0,0-1 1,0 1-1,2 0 0,-1-1 1,1 0 316,-5 1 1,0-1-1,1-1 1,0 1 0,0 0-1,0 0 1,1-1-195,3 1 0,0-1 1,0 1-1,1-1 0,0 0 1,1 1-1,0-1 186,-6 1 1,1-1-1,0 0 1,0 1-1,0-1 1,1 1 0,0-1-1,0 0-77,3 1 1,0-1-1,0 1 1,0-1 0,0 0-1,1 1 1,0-1 0,0 1 66,1-1 1,-1 1 0,0-1-1,0 1 1,2-1 0,0 1-1,3-1 1,3 1-6,-15 0 0,3 0 1,1 0-1,2 1 1,1-1-1,0 0 1,1 0-1,0 1 1,0-1-1,-1 0 1,-1 1-1,-1-1 0,-2 1 3,6-1 0,-1 0 0,-2 1 0,0 0 1,-1-1-1,0 1 0,0 0 0,2-1 0,1 1 1,2 0-3,-5 0 0,2-1 1,1 1-1,2 0 1,0 0-1,1 0 1,0 0-1,-1 0 1,0 0-1,0 0 0,-2 0 1,-2 0-1,-2 1 2,4-1 1,-1 0 0,-2 1-1,-1 0 1,0-1 0,-1 1-1,-1 0 1,1 0 0,1-1-1,0 1 7,2 0 0,0 0 1,0 0-1,0 0 1,0 0-1,0 0 0,1-1 1,-1 1-1,1 0 1,-1 0 7,2 0 1,1 0 0,0 0-1,0-1 1,0 1 0,0 0 0,-1 0-1,0 0 1,-2 0 0,-1-1-10,5 1 1,-3 0 0,-2 0 0,0 0 0,0-1 0,2 1 0,2 0 0,4-1 8,-13 1 0,3-1 0,1 1 1,3-1-1,0 0 0,1 0 0,1 1 1,-1-1-1,0 0 0,-1 0 1,-1 0-1,-1 1 0,-3-1-4,5 0 0,-3 0 0,-1 0 1,-2 0-1,0 0 0,1 0 1,0 0-1,1 0 0,2 0 1,3 0-8,-6 0 0,2 1 0,2-1 0,1 0 1,1-1-1,1 1 0,0 0 0,0 0 0,1 0 1,-1 0-1,0 0 0,-1 0 0,-2 0 0,0 0 2,2 0 0,0 0 0,-1 0 1,-1-1-1,0 1 0,0 0 0,-1 0 1,0 0-1,1 0 0,-1 0 0,1 0 1,0 0 2,1 0 0,1 0 1,-1-1-1,1 1 1,1 0-1,-2 0 1,1 0-1,-1 0 1,0 0-1,-2 0 1,0 0-1,-1 1-8,7-1 1,-1-1 0,-3 1 0,0 1 0,0-1 0,0 0 0,1 0 0,3 0 0,3 0 0,-13 0 0,3 0 0,1 0 0,2 1 1,1-1-1,1 0 0,0 0 0,0 0 1,-1 0-1,1 1 0,-2-1 0,-2 0 0,0 0 1,-3 1-5,7-1 1,-3 0 0,-2 0 0,0 0 0,-2 1 0,1-1 0,0 0 0,2 0 0,1 0 0,4 1-3,-8-1 0,3 0 0,1 0 0,1 1 1,1-1-1,1 0 0,1 0 0,0 0 1,-1 1-1,0-1 0,-1 0 0,0 0 0,-2 1 1,-2-1-6,7 0 1,-1 1 0,0-1 0,-1 0 0,-1 1 0,-1-1 0,0 1 0,-1-1 0,-1 1 0,0-1 0,-2 1-4,3-1 1,-2 1 0,-1-1 0,-2 1 0,1-1 0,-1 1-1,1 0 1,1-1 0,1 1-7,-1 0 1,1 0 0,1 0-1,0 0 1,0 0 0,0 0 0,1 0-1,-1 0 1,0 0 0,-1 1-25,5-1 0,0 1 1,0-1-1,-1 1 0,1 0 1,-1 0-1,0-1 0,0 1 1,1 0-12,-1 0 0,0 0 0,1-1 0,-1 1 0,0 0 0,0 0 0,1 0 0,-1 0 0,1 0-98,-4 0 1,1 0 0,0 0 0,1 1 0,-1-1 0,0 0 0,0 1 0,-2-1 0,-1 0 0,-2 1 145,10 0 0,0 0 0,-1 1 0,-3-1 0,-1 0 0,-4 1 0,-3-1 0,8 0 0,-5 0 0,-3 0 0,-1 0 0,6 1 0,-1 0 0,0 0 0</inkml:trace>
  <inkml:trace contextRef="#ctx0" brushRef="#br0" timeOffset="970">3624 3461 19268,'24'20'432,"3"28"-370,-12-9 0,-2 8-1503,-2 10 0,-1 9 0,-2-2 1505,-2-10 1,-2-1-1,0 3-27,0 4 0,-1 5 1,0 0-1,0-5-4,-2-4 1,-1-4-1,0 6-34,1-7 0,-1 6 0,0 1 1,1 0-1,-1-4-29,1 0 1,0-3-1,0 1 1,1 3 48,-1 4 0,1 5 1,0 1-1,0 0 1,1-2-16,0-7 0,0 0 1,1-1-1,0-1 1,-1-1-410,2 2 1,-1-3-1,0 2 1,1 4 390,0-4 0,0 5 0,1 3 0,0-1 0,-1 0 1,0-4-128,-1-2 0,0-3 1,0-1-1,-1 2 1,1 4 126,0-3 0,0 3 0,0 2 1,0 1-1,-1 0 0,1-1 0,-2-2 13,1 4 0,-1-2 0,0 0 0,-1-1 1,0 1-1,0 0-189,0 2 1,0 1-1,0 0 1,0 0-1,-1 1 1,0-1 184,0-7 1,-1 0 0,1 0-1,-1 0 1,0 1 0,0-1-1,0 1-19,0 0 1,0 1-1,0 0 1,0 0-1,0 0 1,-1 0-1,1 0 27,-1 1 0,0 0 0,0 0 0,0 0 0,0 0 0,0 0 0,0 1-7,0-1 1,0 1 0,0-1 0,0 1-1,0 0 1,0-1 0,0 1-1,0 1 1,1 0-1,-1 1 1,0-1-1,1 0 1,-1-2-1,1-2-7,-1 0 0,1-3 0,0-2 1,0 1-1,0 2 0,0 3 25,0 1 0,1 2 0,-1 3 0,1 2 0,-1-1 0,1 0 0,0-2 0,0-4 14,0 5 0,0-4 0,0-2 0,1 0 0,-1 3 0,1 3 0,-1-9 0,0 3 0,1 2 0,-1 1 0,1 1 0,-1 0 0,1-1 0,-1-1 0,1-2 1,0 8 1,0-2 0,0 0-1,0-2 1,0 1 0,0 0 0,0 0-6,0 0 0,0 1 0,1-1 0,-1 1 0,0-1 0,0 0 0,0 1 6,0-1 0,0 0 1,-1 0-1,1 0 1,0 1-1,0-1 0,-1 0-4,1-1 1,0-1-1,-1 0 1,1 0-1,0 1 1,-1 2-1,-1 3-15,1-9 1,-1 3 0,-1 2 0,1 1 0,-1 0-1,1 1 1,-1-1 0,0-1 0,0-1 0,1-3-31,-1 3 1,0-2 0,1-1 0,-1-2 0,0 1-1,0 0 1,0 2 0,0 1-66,-1-2 0,0 2 0,0 1 0,0 2 0,0 0 0,0-1 0,0-1 0,0-2 0,-1-3 0,2-4-177,-2 15 0,0-5 0,0-4 0,0 1 0,1 3 261,-1-1 0,0 4 0,0 2 0,1-3 0,-1-5 0,1-9 0,0 15 0,0-6 0,0-2 0,0 1 0,0-1 0</inkml:trace>
  <inkml:trace contextRef="#ctx0" brushRef="#br0" timeOffset="2029">23527 2929 13625,'-3'-2'4464,"0"0"-2593,3 2-1630,-13-13-45,11 15 174,-9 0-74,16 27-106,-2 1 1,-1 5-74,0 0 1,-1 2-216,0 1 1,0 3 167,-3 6 0,-2 3-587,0-9 0,-2 2 1,0 1 547,-1 3 1,-1 1 0,0 0-17,0-1 0,-1 1 0,-1 2 21,0-3 1,-1 3-1,0 1 1,1-3-6,-2 3 1,2-2 0,-2 4-512,0 4 0,-1 3 0,0 2 0,1-6 496,1-1 1,1-4 0,-1 4-5,2-5 0,-1 4 1,0 2-1,0-2 1,2-6-8,-1 1 1,1-5 0,0 6 1,-1 1 1,0 5 0,-1 3 0,-1 1 0,1-2-3,1-4 1,-1 0-1,0-1 1,1 0 0,-1-1-519,0 4 0,1-2 0,-1 2 0,-1 2 516,1-6 1,0 2 0,-1 2 0,0 1 0,0-1 0,0-1 0,-2 7 1,-1-1-1,1-1 1,0 0-1,0-2-189,2-6 0,0-3 0,1 1 0,-1 0 0,0 4 181,-2 3 0,-1 4 1,0 1-1,1 1 0,-1 0 1,2-2-109,2-5 1,0-1-1,1 0 1,0-1-1,1 1 1,-1 1 104,0 2 0,0 1 1,0 1-1,0 0 1,0-1-1,1 0-22,0-2 0,1-1 0,-1 1 0,1-1 0,1 0 0,0 0 25,0-1 0,1 0 1,1-1-1,0 1 0,0 0 1,0 1 5,1 1 1,0 1 0,0 1 0,0-1 0,1 1 0,-1 0-1,0 2 1,0 0 0,-1 0 0,1 1 0,0 0-1,0 2-42,1-5 1,-1 3-1,0 0 1,1 0 0,-1 0-1,0-1 1,1-2 39,-1 1 0,0-1 0,1-2 0,-1 0 0,0 0 0,1 1 9,-1 0 0,0 0 1,0 0-1,1-1 0,-1 1 1,0 0-11,0 1 0,0 0 0,0-1 0,0 1 0,0-2 0,0-2-1,0 1 1,1-4 0,-1 0 0,0 2 0,0 3-4,0-2 0,0 3 0,0 2 1,0 1-1,0 0 0,-1-3 1,1-2-23,0 4 0,0-3 0,0-1 0,0 1 0,-1 5 27,1-5 0,0 3 0,0 2 0,-1 2 0,1-1 0,0-1 0,0-3 1,-1 0 1,1-1 0,0-1 0,0-1 0,0 1 0,0-1 0,0 1 1,0 1 0,-1-1 0,1 0 0,0-2 0,0-2 38,0 0 1,0-2 0,0-2 0,0 2 0,-1 3-43,0 5 0,-1 5 0,0 0 0,-1 1 0,1-2 0,-1-3-8,1-6 1,-1-3 0,1-2 0,-1 2 0,0 3 11,-1 5 1,0 4 0,-1 2 0,1-1 0,-1 0 0,0-4 20,-1 2 0,0-2 1,0-2-1,0-1 0,1-2-26,-1 2 1,0-3 0,0 0 0,0 4-2,-1 2 1,-2 4 0,1 1 0,0-2-1,0-3-122,2-4 1,-1-4-1,1-1 1,0 3-9,0-5 1,0 1 0,0 1 0,0 0 0,0 1 132,-2 7 0,-1 3 0,0 0 0,1-6 0,2-8 0,0 0 0,0-2 0,-2 9 0,0-1 0,0 1 0</inkml:trace>
  <inkml:trace contextRef="#ctx0" brushRef="#br0" timeOffset="2925">3776 15830 14055,'48'27'121,"0"-1"0,1 1 0,-4-3 0,1-2 0,0-4-1011,-1-7 0,1-4 1,-1-2 1020,7 2 1,4-1 10,-5-3 1,7 0 0,1 0 0,-5-1-106,-10 0 0,-3-2 1,6 1-4,4 0 1,9 0 0,5 0-1,0-1 1,-3 1 0,-7-1-17,7-1 1,-7 1 0,8-2-1,-7 2 1,4-2 0,5 1-1,2 0 1,0-1 0,-2 0-152,-9-1 0,-1 1 1,1-1-1,0-1 0,1 1 1,-1 0-1,2-1 139,3 0 0,1 0 1,0 0-1,1 0 1,0 0-1,2 0 1,1-1-45,-7 1 1,2 0 0,0-1 0,2 1 0,0-1 0,0 0 0,-1 0 0,0 1 0,-1-1 48,-3 0 0,-2 0 0,0 0 1,0 1-1,0-1 0,0 0 1,0 0-1,0 0 0,1 0-98,2-1 1,0 1 0,0 0 0,1-1 0,-1 1 0,1-1-1,1 1 1,-1-1 0,0 1 91,-3 0 0,-1 0 0,1 0 0,-1 0 0,1 0 0,0 0 0,0-1 0,1 1 0,-1 0 1,1 0-15,1 0 0,1 0 0,0 0 0,1 0 0,-1 0 1,0 0-1,0 0 0,-1 0 0,-1 0 0,-1 1 11,4-1 1,-1 0 0,-2 0 0,0 0 0,-1 1 0,1-1 0,2 0 0,1 1-1,-5 0 0,2-1 0,0 1 0,1 0 1,0-1-1,1 1 0,0 0 0,0 0 1,0-1-1,1 1 1,1 0 0,0 0 1,1 0-1,0 0 1,1-1-1,-1 1 0,1 0 1,0 0-1,0 0 1,0 0-1,-4 1 1,1-1-1,0 1 1,0-1-1,0 0 1,0 1-1,0-1 1,0 1 0,0-1-1,0 1 1,-1 0-2,-2-1 0,0 1 0,-1-1 0,1 1 0,-1 0 0,0 0 0,0-1 0,0 1 0,1 0 0,1 0 0,0 0 1,1 0 0,1 1 0,0-1 1,2 0-1,0 1 0,-1-1 1,1 1-1,-1 0 0,-1-1 1,-1 1-1,-2 0 0,-2 0 2,5 0 0,-3 0 0,-3 0 0,0 0 0,-1 0 0,1 1 0,1-1 0,2 0 0,3 0-1,-3 0 1,2 0 0,2 0-1,3 0 1,-1 0 0,2 0 0,-1 0-1,0 0 1,-2 0 0,-1 0-1,-3 0 1,-2 1-3,6-1 1,-4 0 0,-2 1 0,-1-1 0,-1 1 0,1-1 0,3 1 0,3-1 0,-4 1 1,3-1-1,1 1 1,3-1-1,0 1 1,0-1-1,1 1 1,-2 0 0,-1-1-1,-2 1 1,-2 0 4,5 0 0,-2 0 1,-3 0-1,0 0 1,-1 0-1,1 0 1,1 1-1,2-1-7,-7 0 0,1 0 0,0 0 0,0 0 0,1 0 0,1 0 1,0 0-1,2 0 0,0 0 0,1 0 6,-5 1 0,3-1 1,0 1-1,2 0 0,1-1 1,-1 1-1,1 0 0,0 0 1,-1 0-1,-2 0 1,-1 0-1,-2 0 0,-3 0-10,11-1 0,-4 1 0,-3 0 1,-2 1-1,1-1 0,1 0 1,4 0-1,4 0 4,-10 0 1,3 1-1,3-1 1,3 0 0,1 0-1,1 1 1,1-1 0,-1 0-1,0 1 1,-2-1-1,-1 1 1,-4-1 0,-2 0-1,-5 1 3,14-1 0,-6 1 0,-3-1 0,-2 1 0,0-1 0,2 1 0,3 0-2,-3-1 1,3 1-1,2 0 1,1 0-1,0 0 1,-1 0 0,-2-1-1,-2 1 1,-3-1 5,4 1 0,-5-1 1,-1 1-1,-1-1 1,2 0-1,4 0 1,-1 1 0,3-1 0,2 0 0,1 1 0,1-1 1,-1 0-1,-2 1 0,-1-1-3,-1 0 0,-2-1 1,-1 1-1,0 0 1,-1 0-1,2-1 1,0 1-3,4-1 1,2 1 0,0 0 0,0-1 0,-1 1 0,-2-1-1,-1 0 32,7 1 0,-1-2 0,-3 1 0,0 0 0,-1 0-54,-2 0 0,0-1 0,-1 1 0,-1 0 0,-3-1-17,0 1 0,-2 0 0,-1-1 0,0 1-285,4-1 1,1 0 0,-1 1 0,-3-2 319,4 0 0,-2 0 0,-3 0 0,7 0 0,-4 0 0,-10 0 0,-1 0 0</inkml:trace>
  <inkml:trace contextRef="#ctx0" brushRef="#br0" timeOffset="5547">9525 4320 17854,'49'-1'481,"0"1"1,0 0 0,8-1 0,2-1 0,5-1-442,-8-1 0,5-1 1,2-1-1,-1 0 0,-3 0-1412,-1 1 1,-3 0 0,0 0 0,6 0 1378,-4 0 1,5-1-1,2 0 1,1 1-1,-1-1 1,-4 1-238,-3 0 1,-4 0 0,0 1-1,2-1 1,4 0 189,-8 1 1,5 0 0,1-1 0,2 1 0,0-1 0,-1 1-1,-2 0 1,-3 0-146,12-1 0,-5 0 0,0 1 0,0-1 0,5 1-208,-6 0 1,5 0 0,3 0 0,-1 1 0,-2-1 0,-4 1 0,-6 0-795,1 1 1,-7 0 0,-2 0 0,5 1 1186,2-1 0,5 1 0,0-1 0,-3 1 0,-9 0 0,7 0 0,-7 1 0,-1-1 0,1 1 0</inkml:trace>
  <inkml:trace contextRef="#ctx0" brushRef="#br0" timeOffset="5864">9540 5525 20196,'52'-6'196,"1"-1"1,-1 1 0,1 0 0,-2 0 0,-2 0 0,3 0-168,4-1 1,3-2-1,1 0 1,-1 1-1102,-9 2 0,-2-1 1,2 1-1,4 0 1069,1-1 0,5 0 0,3 0 1,0 0-1,-1 0 0,-3 1-350,-5 0 1,-3 0-1,0 0 1,0 1-1,5-1 345,-2 1 1,3-1 0,2 0 0,2 0 0,-1 1 0,0-1 0,-1 0-109,-3 1 1,0 0-1,-1 0 1,1 0 0,-2 0-1,0 1 1,-1-1 92,2 0 1,-3 0 0,0 1-1,0-1 1,2 1 0,2-1-217,-2 0 1,2 0 0,3 0 0,1 0-1,-1 0 1,-1 0 0,-2 1 0,-4-1-243,9 0 0,-4 1 1,-1-1-1,0 1 0,3-1 461,2 1 1,3-1-1,2 0 1,-1 0-1,-4 0 1,-5 0-1,-1 1 1,-4 0-1,-4 1 1,1-1-1,6 0 1,0 0-1,1-1 1</inkml:trace>
  <inkml:trace contextRef="#ctx0" brushRef="#br0" timeOffset="6186">9446 6865 12767,'57'7'573,"1"0"1,-1 0-1,1 0 1,-1 0-1,4 1 1,-3 1-1,0-2 1,-1-5-388,-2-5 0,-2-4 0,2-1 1,2-1-946,2 2 0,3-1 0,2-1 0,-1 1 1,-2 0 768,-8 1 0,-3 0 0,0 0 0,3 0 0,6-1-96,-7 2 1,6-2-1,4 0 1,3 0-1,0-1 1,-1 1-1,-2 0 1,-4 0-1,-5 2 85,3-1 0,-6 0 0,-3 1 0,3 0 0,8-1-50,-5 1 0,6-1 0,5-1 0,3 0 0,2 0 0,0 0 0,-2 0 0,-2 1 0,-5 0 0,-6 1 25,7-1 0,-7 1 1,-3 0-1,3 1 1,8-2-125,-13 2 0,6-1 0,3 0 0,3 0 0,2 0 0,0-1 0,0 1 0,-2 0 0,-3 0 0,-5 1 0,-4 1 41,10-2 0,-8 1 1,-2 1-1,2-1 0,6 1-648,-2 0 0,5-1 0,5 1 1,2-1-1,0 1 0,0-1 0,-3 2 1,-5-1-1,-7 1 757,13 0 0,-8 1 0,-2 1 0,2-1 0,-4 0 0,3 0 0,-1 1 0,-4-1 0,-8 1 0,-2 1 0,1 0 0</inkml:trace>
  <inkml:trace contextRef="#ctx0" brushRef="#br0" timeOffset="6514">9393 8173 7137,'43'41'1344,"1"0"1,-16-6 0,7-7-452,12-20 0,12-10 1,6-4-1,-6 1-1635,-10 2 1,-3-1 0,2 0 0,3-1 902,-2 1 1,4-1-1,2-1 1,1 1-1,-2-1 1,-2 1-80,8-2 1,-3 0 0,2 0 0,5 0-25,-15 0 0,4 1 0,3-1 0,2-1 0,0 1 0,0 0 0,-2-1 1,-2 2-201,6-2 0,-2 1 0,-2 1 0,1-1 0,2 0 0,4-1 142,-9 2 1,3-1 0,2 0-1,2 0 1,0 0 0,0-1-1,0 1 1,-2 1 0,-1-1-67,1 1 1,-1-1-1,0 1 1,-1 0 0,-1 1-1,1-1 1,0 0 0,-1 1 22,1-1 0,0 1 0,1-1 1,-1 1-1,0-1 0,-1 1 1,-1 0-1,-2 0-165,6 0 1,-2 0 0,-2 0 0,0 0 0,1 0 0,3 0-41,-4 1 1,2 0 0,2 0 0,0-1 0,0 1 0,-2 1 0,-4-1 0,-5 1-27,9-1 1,-8 1 0,1 0-1,5 0 274,-2 1 0,8-1 0,3 1 0,0 0 0,-3 0 0,-6 0 0,-11 1 0,10-1 0,-5 2 0,2 0 0,0 0 0,0 0 0</inkml:trace>
  <inkml:trace contextRef="#ctx0" brushRef="#br0" timeOffset="6847">9446 9803 10958,'50'22'1010,"1"-1"1,0 0-1,6-2 1,1-2 0,-1-8-2142,-10-10 0,0-5 0,4-1 1358,2 1 0,5-1 1,4-1-1,0 0 1,-4 0-570,5 0 0,-2 1 0,0-1 0,6 0 384,-16 1 0,4 0 1,1 0-1,2-1 1,0 1-1,0-1 0,-2 1-136,6 0 1,1 0 0,-1-1 0,-1 1 0,0 0 0,-2 1 98,2-1 1,-2 0 0,-2 0 0,2 1-1,3-1-7,-2 1 0,2-1 0,1 1 1,1 0-1,0 0 0,1 0-209,-9 1 1,0 1-1,0-1 1,1 1-1,0 0 1,-1 0-1,1 0 107,1-1 0,-1 1 0,0 0 0,0 0 0,1 0 0,0 1 0,0-1-152,5 0 1,1 1-1,1-1 1,-1 1-1,0 0 1,-2 0-1,-3 1-401,7-1 1,-2 1 0,-3 1-1,0 0 1,-1 0 656,-2 1 0,1 0 0,-2 1 0,-3 0 0,-4-1 0,3 0 0,-5 1 0,-3 0 0,9 1 0,0 1 0</inkml:trace>
  <inkml:trace contextRef="#ctx0" brushRef="#br0" timeOffset="7180">8910 11366 12421,'57'-8'218,"-1"0"1,1 0-1,-12 1 1,0 1-1,2 0 143,2-1 0,3 0 1,2 0-1,-3 1-1605,8-2 1,-3 1 0,6-1 1416,-10 2 1,4-2-1,2 1 1,1-1 0,-1 1-340,-1 0 0,1-1 1,0 1-1,-1-1 1,-2 1 242,6 0 0,-2-1 0,1 0 0,6 0 33,-16 2 0,4-1 0,3 0 0,1-1 0,1 1 0,-1 0 0,0 0 0,-4 0-142,8 0 1,-3 1 0,0 0 0,-1-1 0,2 1 0,1-1 49,-1 0 1,0 0-1,1 0 1,2 0-1,0 0 1,1 0-1,2 0-112,-7 2 1,2-1 0,1 1 0,2 0 0,0 0 0,-1 0-1,-1 0 1,-2 0 0,-3 1 111,2-1 0,-2 1 1,-3 1-1,0-1 1,0 0-1,1 0 1,2 0-34,0 1 1,0-1-1,1 0 1,0 0 0,1 0-1,1 0 1,-1 0 0,0 1-55,1-1 0,2 1 1,1-1-1,-1 1 1,-1 0-1,0 0 0,-3 0 1,-3 0 68,12 0 0,-4 0 0,-1 0 0,-2 1 0,1-1 0,-1 0 0,2 0 0,-1 1 0,-4-1 0,-4 1 0,-2 0 0,0 0 0,0 0 0</inkml:trace>
  <inkml:trace contextRef="#ctx0" brushRef="#br0" timeOffset="8447">10474 15060 16570,'2'-47'1469,"0"1"0,-1 4 0,1 8-645,-2 12-93,0 10-754,0 6 80,0 9-6,0 9-14,3 14-317,2 18-1398,-2-5 1,0 0-2911,1 20 4367,-3-17 1,0-5 0,-1-13 0,0-1 0</inkml:trace>
  <inkml:trace contextRef="#ctx0" brushRef="#br0" timeOffset="9380">10536 14817 9083,'-2'-1'7500,"-1"1"-4806,3 0-2100,-13-15-471,13 11 118,-2-12-51,24 13-22,27-5-106,8 0-280,-26 4 0,1 0 251,9-3 1,3 0-9,16-3 1,1 0-848,-10 2 1,2 0 834,2 0 0,4-2 0,-2 2-4,-13 2 1,-3 2-1,3-2-5,4 0 0,5 0 1,-1-1-1,-3 1-6,-2 0 0,-4 1 1,3-1 4,14-2 1,3 0 0,-5 0 7,-1 0 0,0 0-8,1 0 1,5-1 0,-2 0 3,-7 1 1,-2 0 0,0 0-5,-1 1 1,0-1 0,-1 1-1,-4 0 1,0 0 0,0 0-359,-3 1 1,0-1 0,0 2 356,0-1 0,-1 0 0,0 1 3,16-3 1,-2 1-1,-8 3 1,-1 0-332,3 2 0,0 1 348,-9-1 0,0 0-40,17 1 0,-1 1 35,-21-1 0,-1 1-3,9-1 0,-1 1-3,-5 0 0,0 0 9,3-1 0,-3 0-9,11 0 14,-11-3 0,-3-1-25,-4-1 17,9-3 0,3-1 11,0-1-26,15-1 1,7 0 5,-19 4 1,1 1 289,9-2 1,3 0-283,3 1 1,1 1-14,-18 2 1,1 1 0,-2-1-4,12-1 0,1 0 4,4-1 0,4-1 0,-9 2 10,-17 1 0,-1 0-14,15-3 0,8-1 0,-6 1-318,-7 1 1,-2-1 320,10-1 0,1 0-15,6-3 1,-3 1-16,-18 3 0,1 0 24,19-4 0,0 1-23,-23 5 1,-1 0 28,7-1 0,2 2-6,1 0 0,-1 2 6,-8-1 0,1 1-3,3 1 0,3 0 0,-4 0 2,-3 0 1,-1 0-6,7 0 1,2 1 2,3-2 0,-3 0 5,2 0-13,-6 0 0,1-1 234,-11 1 0,-1 0-221,1 1 1,-1-1-6,26-1 1791,-5 0-1786,4 2 98,6-1-103,-3 2 14,-21 0 0,1-1 339,20 1-342,-25 0 0,2 0-6,7 0 1,-1 0 0,13-1-6,-19 1 0,-1 1 90,3-1 128,-19 0-207,-13 1 207,-6 0-582,-1 0 0,0 0 0</inkml:trace>
  <inkml:trace contextRef="#ctx0" brushRef="#br0" timeOffset="10624">17058 13976 19860,'44'-3'251,"-1"1"1,0-1 0,1 0 0,0 1 0,-2 1-165,10 4 0,0 2-1352,7-1 0,2-1 1287,-16-1 1,0 0 0,0 0-10,3 0 0,1 0 0,1-1-437,1 0 0,1 0 0,0 0 431,2 0 1,0 0-1,1 0 0,0 0 1,0-1 0,1 1-91,-1-1 1,-1 1 0,1 0 87,-3-1 1,-1 0-1,0 0 2,-4 0 1,0 0 0,-2-1 6,15-1 0,-2 0-180,-7-1 0,-3-1 222,-7-1 0,-2 0 423,-5 0 1,-2 0-165,23-6 1648,-7 0-1482,-10 2 1410,-6 1-1511,-9 3 490,-9 2-780,-6 2 349,-5 1-377,-2 0 95,0 0 56,3 5-45,6 5-68,8 10-37,7 8-2,5 11-27,2 12-492,-17-18 0,0 2 469,0 6 0,-1 1-8,-3-6 0,0 2 0,0 3 1,1 4 0,-2-2-571,0 4 1,0 1 562,-2-4 1,0 4-1,-1-3 18,-2 7 0,-4-2-189,-3-3 0,-4-1 155,-3-3 1,-3-1-9,2-11 0,-3-1-127,-13 12 1,-5-3 47,6-13 1,-3-3-345,-14 10 1,-4-3 338,2-10 0,-1-5 53,8-4 1,-2-3-49,-3-3 1,-3-2 0,1-1 66,-7-4 1,-1-2 39,1 0 0,-5 0 0,5 0-356,-3-3 0,-1-1 352,-2 0 0,-6-1 0,3 0-11,15 4 0,1-1 1,-3 1-12,-1-1 1,-5 1 0,0-1 0,2 1-35,-9 0 0,2 0 1,-1 1-3,-2 0 0,-1 1 1,0 0-228,14 1 0,-1 0 1,1 0-1,-2 0 272,0 0 0,-1 1 1,-1-1-1,1 1 11,-1-1 1,0 1-1,-1 0 1,-4 0-281,7 0 1,-4 0 0,-1 1 0,-1-1 0,1 1 0,3 0 280,0-1 1,1 1-1,2 0 1,-1 0-1,-3 0-170,-1 1 0,-2-1 0,-2 1 0,0-1 1,2 1-1,3 0 176,-11 1 1,4 0-1,1 0 1,-1 0-96,-2 1 0,0 0 0,0 0 0,2 0 95,11-1 1,2 1-1,-1-1 1,-3 1-46,-6 1 1,-4-1-1,-2 1 1,1 0 0,4 0 44,1 0 0,3 0 1,0-1-1,-4 1-9,7 0 1,-4 0-1,-1 0 1,-1 0 0,1 0-1,3 0 3,-4-1 1,2 1 0,0 0-1,1-1 1,0 1 9,-2-1 1,1 1 0,0-1-1,-1 1 1,1-1-2,0 0 1,0 0-1,0 0 1,0 0-1,0 0 1,1-1 1,0 1 0,0-1 0,-1 1-1,1-1-1,1 0 1,0 1 0,1-1-1,-1 0 1,1 0-8,0 1 1,0-1-1,0 0 1,1 0 0,-1 0 6,-10 1 0,0 0 0,1 1 0,-1-1-4,2 1 0,1-1 0,-1 1 0,1 0-3,2 0 0,-1 1 1,2-1-1,-1 1 5,1 0 1,1 0 0,0 0 0,0 1 2,1-1 1,1 1 0,-1 0 0,1 0 1,0 0 0,1 0 0,0 0 0,1 0 2,1 0 1,0 0 0,0-1 0,2 1 1,-15 1 0,2 0 1,0-1 222,5-1 0,1-1 0,1 0-223,5-1 0,1-1 1,1 0 4,-16-2 1,4-1-17,17 0 0,1-2 239,-5-4 0,3-3-7717,3-6 7448,-6-5 0,32 9 0,11 5 0</inkml:trace>
  <inkml:trace contextRef="#ctx0" brushRef="#br0" timeOffset="11350">11270 15166 17281,'21'-57'1404,"0"1"0,-2 1 0,-2 3-693,-6 8 1,-2 4-331,2-15 291,-1-5 601,-9 33-1128,0 6 289,-1 6-361,-1 21 111,0 2-145,1 35-22,-1 4-23,2 13-277,-1-21 0,0 2 190,1-2 1,-1 2-390,0 12 1,0 4-1640,-1-12 0,0 3 0,1-4 2121,-1 7 0,0-3 0,0-5 0,0-6 0,1-10 0</inkml:trace>
  <inkml:trace contextRef="#ctx0" brushRef="#br0" timeOffset="11647">11023 14997 24463,'-2'-12'-280,"3"44"-509,2 12 789,2 8 0,-1-2 0,0-19 0,2 17 0</inkml:trace>
  <inkml:trace contextRef="#ctx0" brushRef="#br0" timeOffset="12030">12104 14907 6305,'-1'-3'-88,"1"1"0,0 2 1</inkml:trace>
  <inkml:trace contextRef="#ctx0" brushRef="#br0" timeOffset="12580">12027 14993 23091,'6'-35'622,"-1"7"-297,-9 33-157,-4 2-56,-5 6-23,-4 0-21,0-1 32,0-4 63,2-2 5,4-4 0,2-7 0,3-5-95,2-2 95,3-23-101,7 4-16,6-19-12,8 10-22,2 6-12,-4 12 7,7 3-24,-8 14 12,8 5-5,-4 14-6,-1 14 16,-6 1-38,-1 32 33,-13-12-271,-3-12 0,-3 0 254,-3-5 0,-3-2-5,-4-2 0,-1-1 5,-18 21 39,3-12-22,9-12 6,10-11 16,9-8-16,9-8 524,11-5-575,16-6-134,14-4-9,-17 7 0,2 1-385,4-1 1,0 0 40,2-1 0,1 0-342,1 0 0,-2-1-280,21-9-2064,-17 2 1,0-2 3217,-11 2 0,-3 1 0,27-15 0,-23 9 0</inkml:trace>
  <inkml:trace contextRef="#ctx0" brushRef="#br0" timeOffset="12780">12697 14747 10634,'-2'-9'9830,"1"2"-11310,-3-24 0,0-3 2034,1 13 576,-2-17 0,1 4-519,3 25 534,-1 1-1027,1 5-101,-1 23 16,1 8-16,-2 28-17,1-25 0,0 2 1344,0 5 1,-1 0-1421,0 4 1,-1 1-195,1 2 1,1-1-89,-1-9 0,2 2 358,2 19 0,2-4 0,-2-16 0,5 25 0</inkml:trace>
  <inkml:trace contextRef="#ctx0" brushRef="#br0" timeOffset="13381">13162 14862 17328,'-8'0'4991,"2"0"-4084,6 0-353,-4-69-162,7 38-266,-3-11 0,3 1 3,9 18-67,3 7-51,4 7-6,6 4-16,6 9-11,6 8-23,2 12-39,-2 10-22,-6 7-23,-11 6 39,-10 0 73,-16-1 17,-9-5 28,-13-7 73,-13-6-34,11-13 85,-6-6 21,18-12-3307,2-12 3207,7 2 50,5-12-11,8 9-62,6-4-33,9 6 0,9 3-6,9 5 3375,23 6-3386,-18 4-14,-10 2 0,-2 2-58,0 12-40,-5 8-101,-23 6-118,-27 1-94,-22 1-120,17-18 1,-2-2 51,-2-1 1,0-2-570,2-1 1,1-3-5868,-23 3 6929,15-6 0,17-5 0,12-1 0</inkml:trace>
  <inkml:trace contextRef="#ctx0" brushRef="#br0" timeOffset="13638">13882 14460 25942,'17'59'53,"-9"-8"1,-2 0-88,-4 7-825,-4-1 0,-4 6-987,-3-4 0,-2-1-551,1-9 0,1 0 2397,-4 14 0,2-7 0,4-21 0,1-2 0</inkml:trace>
  <inkml:trace contextRef="#ctx0" brushRef="#br0" timeOffset="14297">14186 14930 9063,'22'-52'4175,"-1"1"1,0 0-3752,-4 10 0,3-7 0,-5 9 68,0 1 2685,4-19-2896,-12 37 1042,-1-5-1267,-4 22 426,-2 3-482,-2 11 1636,-6 26-1619,-1 10-14,2-12 0,0 0 13,-2 16-11,4-15 1,1-2-6,1-2 11,3 25 17,3-40-5,2 5-1,1-18 23,5-11-17,6-11 0,20-24 22,3-1-253,-14 15 1,0 1 236,8-8 67,5-4-68,-22 23 18,4-3-74,-17 16 46,1 10 21,-3 7-27,-1 5-6,0 12 451,-1-1-513,0 12-783,0 13-948,5-4-643,6 8-78,2-22 2503,10-3 0,-13-22 0,1-1 0</inkml:trace>
  <inkml:trace contextRef="#ctx0" brushRef="#br0" timeOffset="14514">15145 14563 21427,'10'-50'1464,"1"1"0,-3 7 0,-1 8-702,-4 14-645,-2 15-105,-1 3 10,0 14 12,0 14-37,-2 5 0,0 3-14,0 20-505,-3-14 0,-1 6 1,0-4 381,1-8 0,-1 0-400,-2 10 0,-2 7 1,1-4-2060,-1 5 0,1-3 2599,-1 6 0,0-2 0,4-18 0,2-4 0,0 3 0</inkml:trace>
  <inkml:trace contextRef="#ctx0" brushRef="#br0" timeOffset="14890">16010 14825 19260,'-4'0'3148,"0"0"-2761,4 0-1385,37-33-5622,-1 25 6620,-5-9 0,0 2 0,1 15 0,-13 0 0</inkml:trace>
  <inkml:trace contextRef="#ctx0" brushRef="#br0" timeOffset="15132">16806 14780 20935,'6'0'3142,"-2"0"-2621,-4 0-499,63-20-16,-43 15-12,17-5 1,-1 1-141,-18 10-4198,11 0 4058,-11 1 12,1-1-1127,-16 0-5062,-9-1 6463,-2 1 0,0-1 0,3 0 0</inkml:trace>
  <inkml:trace contextRef="#ctx0" brushRef="#br0" timeOffset="15673">18403 14319 16945,'13'-43'1603,"1"0"0,0 0 1,4-13-1,-4 8-718,-3 10-367,-6 20-334,-5 12 160,1 16-70,0 12-66,-1 22-91,-1 19-630,-2-24 0,-1 3 521,-2 7 0,-1 1-33,-3 4 0,-1 2-79,-1 3 1,0 0-379,0-1 0,2 1-2306,4-15 1,2 1 0,0-3 2787,2 5 0,1-4 0,1-5 0,1-6 0,4-8 0</inkml:trace>
  <inkml:trace contextRef="#ctx0" brushRef="#br0" timeOffset="17078">18773 14608 13306,'0'-6'3783,"8"-28"1,3-5-2501,0 10-813,1-11 1,0 4 162,-3 21-404,-5 10-212,-3 5 45,-2 11-23,0 3 0,-5 20-106,-5 19-521,-1 7-916,4-23 0,1 0 1504,2-4 0,0-2 0,0 4 0,1-6 0</inkml:trace>
  <inkml:trace contextRef="#ctx0" brushRef="#br0" timeOffset="17457">19043 14573 23450,'21'-12'358,"-5"0"-263,-27 62-61,6-16-23,-1 13-11,8-19 0,6-2 62,8-11 55,3-4 35,3-8 55,-2-13-62,-5-1 432,7-21-223,-11 3-63,3-15-67,-10 6-34,-7 4-22,-6 6-78,-5 7-51,-4 7-33,-2 7-102,0 4-352,0 7-1865,2 3 2313,4 8 0,7-6 0,3 1 0</inkml:trace>
  <inkml:trace contextRef="#ctx0" brushRef="#br0" timeOffset="22963">10264 15105 20005,'-7'-38'657,"-1"-1"0,1 4 0,3 7-270,5 19-51,0 1-84,2 2-145,-1 3 55,0 0-89,0 3 89,0 4 12,2 5-40,0 9-22,2 7-33,0 5-1,-1 7-16,0 5-12,0 6 34,-3 3-11,-1 3-17,-3 0-17,0-12 56,-2 15 17,2 2-72,0 0 10,2 1-28,1-25 1,-1-6 16,1-5-28,-1-5 34,0-7 50,0-5 56,3-4 1,2-3-74,6-3-33,5-2-40,6-4-5,2 2 12,4 0-1,2 2 12,3 1-6,2 1-6,5-3 17,3 0-23,-8-1-5,20-5-5,3-3 10,1 1 7,-2 1-18,-29 9 40,-9 2-23,-6 1 11,-5 0-11,2-2-27,5-3 10,12-7 17,13-5-11,10-2 23,4 0-46,-5 6-61,-14 5-482,-16 5-2111,-18 2 2677,-19 5 0,6-2 0,-5 1 0</inkml:trace>
  <inkml:trace contextRef="#ctx0" brushRef="#br0" timeOffset="23398">10074 14857 11452,'-7'-1'3831,"1"0"-1534,6 1 1013,0 0-2549,-17-3-88,26 3-163,-3-2-309,24 3 85,21-1-185,-15-3 0,2-1-509,3 0 0,2-1 301,10-2 1,1-2-485,-5 1 1,-1-1 590,5 0 0,-4 0 0,8-1 0,-9 1 0</inkml:trace>
  <inkml:trace contextRef="#ctx0" brushRef="#br0" timeOffset="29125">12088 15968 17680,'-4'-3'2566,"2"1"179,2 2-2286,5 46-241,4-2-193,-3 0 1,-1 2-407,0-7 1,-1 0 338,-2 1 0,-1 0-317,-1-1 1,-2 0-1014,-1-3 0,-1-1 1372,-3-1 0,-1-3 0,-1 2 0,-1-8 0</inkml:trace>
  <inkml:trace contextRef="#ctx0" brushRef="#br0" timeOffset="29498">12020 15934 23019,'-23'-1'347,"-1"9"-258,6 29 40,-15 9-101,7-16 73,-13 7 73,17-24 94,-1-3 18,10-17-84,8-13 22,21-30-93,2 19 1,4-1-23,3-2 0,4 1-309,6 1 1,1 2 272,-4 9 0,0 3 2,-1 3 1,1 2-156,29-3 119,-2 9-5,2 12-96,-29 1 1,1 2-586,1 2 1,1 3-2452,1 2 1,0 1 2495,-4 0 1,-3-2 0,1 0-1,-20-8 1</inkml:trace>
  <inkml:trace contextRef="#ctx0" brushRef="#br0" timeOffset="37836">16155 4744 19832,'1'-42'987,"-1"0"1,10 1 0,2-2-711,0-15 0,4 0-966,6 13 0,3 6 773,9-2-6,8 11 456,-8 20-657,19 14 45,-10 18 39,-18-1 1,-4 5-46,2 19 33,-14-9 1,-6 3 8,-7-5 0,-6 2-610,-10 20 0,-6 1 674,-1-11 0,-3-2-5,-8 6 0,1-5 324,13-19 0,0-3-316,-3 3 1,3-3-21,4-4 46,-6 5 27,23-19 193,8-6-321,15-9 1389,5-1-1619,29-16-135,-13 8 1,4-1-707,2-2 1,2-2 726,-8 5 0,2-2 1,-4 1 85,2 0 0,-1-1-565,-2 1 0,1-2 0,-3 1 411,-1-1 0,-1 0 367,7-4 0,-2 0 134,-11 4 0,-5-1 773,-1-18-5,-6 1-370,-13 5 375,-13 8 252,-6 6 750,-1 3-1551,-2 5 877,5 11-1101,-1 15 29,-3 12-40,-1 19-17,3 8-17,7 1 1,14-5 10,5-15 23,18-2 95,16-12 6,7-4 102,12-12 32,-13-19-134,-14-3 167,-6-16 74,-17 2 184,-9-23-268,-16 9-62,-19-5-62,-13 19-72,-9 9-79,2 11-123,9 9 17,18 6-818,16 23-1675,22 8 2588,4-6 0,2 0 0,3 2 0,7-3 0</inkml:trace>
  <inkml:trace contextRef="#ctx0" brushRef="#br0" timeOffset="38051">17871 4378 25163,'-15'61'-499,"1"0"1,1-3 0,6-2-2208,12-14 1,3-3 1573,-2-4 0,-1-2 0,2 10 0,-5-21 0</inkml:trace>
  <inkml:trace contextRef="#ctx0" brushRef="#br0" timeOffset="38419">18047 4082 16552,'-5'-7'3517,"2"2"-2116,-29-25-1373,23 40 547,-23-13-591,34 64 4,2-17-4,11 16 27,3-30 343,7-1-175,1-14 955,0-18-938,0-14-22,-1-15 50,-5-8 39,-6-4-28,-8 3-3363,-16-2 3200,1 17 18,-14-1-101,7 18-90,-3 1-67,4 11-157,2 11-582,7 13 1851,1 11-3806,7-5 2862,12 11 0,-8-27 0,7 4 0</inkml:trace>
  <inkml:trace contextRef="#ctx0" brushRef="#br0" timeOffset="38652">18530 3933 25623,'-3'59'-82,"1"0"1,0-12 0,1 1 0,0-5-113,2-8 1,1 1-1834,-1 12 0,0 7 0,-1-3-1563,0 0 0,0-1 3590,-1-6 0,1 1 0,-1-6 0,0 17 0,0-29 0</inkml:trace>
  <inkml:trace contextRef="#ctx0" brushRef="#br0" timeOffset="39153">18274 4535 17918,'-2'-7'3792,"1"2"-3652,6-27 0,7-7-168,14 8-104,-3-13 1,6 3-180,4 25 0,3 6-239,5-1 0,1 1 96,-7 3 1,1 1-1096,18-3 0,0 0 932,-20 3 0,0-2 586,14-4 0,-3-1 472,-4-2 893,-14-5 573,-26 9-103,-7 1-555,-5 3-509,-4 2-259,1 3-122,0 5-7,-4 10-290,5 0 22,-3 12-17,11-5 0,3 3 12,11-2 22,7-5 83,16-5-111,-8-6-22,5-7 139,5-13 101,-2-11-72,2-5-119,-13 3 113,-13 1-22,-11 6-23,-6-3-45,-8 5-39,-10 8-28,-12 13-44,2 15-18,2 5 0,4 21-42,18-14 1,2 1-26,-6 21-51,10-12 1,5-1-375,19 12 25,-2-19 0,6-2-834,8-4 0,5-4 1307,12-1 0,0-5 0,7 2 0,1-9 0</inkml:trace>
  <inkml:trace contextRef="#ctx0" brushRef="#br0" timeOffset="40411">19349 4223 21814,'-3'-43'711,"0"0"1,-1 3-1,5 10-588,4 24-89,4 9 11,4 16 16,1 20-33,-3 0-6,-7-8 1,-1 3-4,-3 3 1,-1 0-565,-2 2 1,-1-1 549,0-3 1,-1 0-119,-8 21 180,7-35 347,-1 6 40,5-27-235,3-11 38,7-24 946,4-10-1153,-2 12 1,1 0 173,6-16-188,-1 9 1,2 1 2,7-11-34,-10 19 1,1 2 22,16-11-39,-11 24 6,4 1-7,1 13-10,-2 11-12,14 18 6,-7 8 6,-1 16 16,-15-13-5,-7 21 6,-6-23-3376,-1 13 3375,-1-26 1,0-7 16,0-12-2201,8-9 2190,-1-2-6,15-14 12,9-3 22,-6 4 2251,11-8-2273,-11 8 5,-2-4-28,-1 2 40,-5-7-6,-6 11 3408,0-5-3408,-5 14 0,-4 6 509,-2 2-487,2 2-33,-1-1-73,1 0 72,-1 2 7,0-1-1,0 1 101,0-2-73,1 1 11,-1-1-22,2-1-16,-2 0-7,2-1-50,-3 1 40,1 6 5,-1 4-11,2 8-1,-1-1-21,5 17-68,-1-5-145,4 15 16,-4-12-1484,3 20-2380,-4-17 4094,2 16 0,-4-29 0,1-5 0</inkml:trace>
  <inkml:trace contextRef="#ctx0" brushRef="#br0" timeOffset="40753">20528 4131 24676,'-23'-39'235,"0"1"0,2 0 1,2 14-146,7 28-34,2 1-28,0 5 22,6 0 29,3 1-34,3-2 78,15 11-95,-3-7 22,28 29-50,-10-7-14,-9-9 0,0 2-8,9 22-1,-9-2-89,-11-3-168,-9-4-359,-10-4-553,-6-7-1016,-6-8-3908,-3-10 5268,2-10 0,8-3 0,5-2 0</inkml:trace>
  <inkml:trace contextRef="#ctx0" brushRef="#br0" timeOffset="40902">20377 4176 20464,'12'-47'1656,"0"0"0,-2 5 1,2 8-1321,8 14-185,-1 11-95,-3 10 90,5 27-107,-12 15-441,-12-5 1,-7 9-1,1-4-973,-1-1 1,-3-1 1191,-6 6 0,-3 3 0,3-9 0,-1-4 0,-1 0 0</inkml:trace>
  <inkml:trace contextRef="#ctx0" brushRef="#br0" timeOffset="42001">16409 6525 22055,'8'-62'821,"0"-1"1,-1 8-1,1 10-563,2 18-163,-2 13-67,-1 12 17,3 12 28,6 13-28,1 17-17,0 15-20,-11-22 0,-2 3-612,-4 12 1,-3 0 600,1-15 1,-2 2 32,-9 23 1,-1-4 93,2-21 240,-9 21-95,17-59-157,2-12 11,-1-18-59,4 2 1,1-1-26,3-16 8,2 11 1,2 0 25,10-11 11,6-7-22,1 9-40,-1 14-22,2 12 1190,2 12-1212,5 13-12,4 12-22,-12 3 0,0 5-53,-3 0 0,-1 1 11,-1 1 0,0 0-261,-3 3 1,0-1-2131,3 0 1,-1-1 1793,15 17-311,-7-18 1,1-4-1252,13-6 873,-10-11 1,1-4 800,18-15 825,-7-5 811,-16-16 1747,-17-3-1825,-1 6 621,-10-9 2956,-7 20-3740,-5-1-252,-2 6-280,1 7-252,5 5-40,4 5-3374,8 13 3386,2-3-11,13 12-6,17-4 34,-1-9 0,2-5 78,13-2-50,8-11 50,-46-18 39,-8-2 141,-10-19 0,-4 7 3397,-9-1-3538,5 20 62,-4 6-90,2 10-38,-6 5-40,-2 11-12,-8 21-16,11-4-11,-4 28-11,15-10-158,7-8 1,2 1-682,4 15-44,6-15 1,5-1-3157,26 8 4061,-6-17 0,1-3 0,5 3 0,3-10 0</inkml:trace>
  <inkml:trace contextRef="#ctx0" brushRef="#br0" timeOffset="42345">18001 6469 17200,'0'-6'5920,"0"2"-4177,0 4-1732,-40 7-22,16 23-11,-27 0-29,30 19-714,1-3 1,-2 2-1097,5-13 0,-2 0 346,-10 21 0,-1-3 540,-4-3 386,-3-16 1032,17-31 860,3-20 467,9-25-591,9 2 0,3-4-855,0 4 1,2-1 170,2-9 1,2 2-99,5-13 1005,3 5-881,-2 24-453,-1 8-24,10 14-60,-10 14-153,29 29 68,-19-8-106,2 4 0,1 3-267,-8-6 1,1 1-3320,13 15 1,1 1 3792,-10-11 0,0-3 0,-3 0 0,-2-5 0,-5-7 0</inkml:trace>
  <inkml:trace contextRef="#ctx0" brushRef="#br0" timeOffset="42844">18417 6255 23175,'2'-45'801,"-1"0"0,1 0 0,0-15 0,-1 15-734,-1 33 12,0 22-51,0 17-17,0 9-11,0 7 0,0 4-25,0-6 0,0 0-982,0 9 1,-1 3 765,-1-5 1,0 4-1,0-6-112,0-7 0,0 2-1225,-1 15 0,1 8 0,1-6 1578,4-6 0,0-4 0,-2 2 0,0-5 0,7 4 0</inkml:trace>
  <inkml:trace contextRef="#ctx0" brushRef="#br0" timeOffset="43035">18237 6625 22443,'54'-24'-1967,"1"0"1,-1 0 0,0 1 0,-1 2 0,-4 5 1959,-1 8 1,-7 4-1,4-1 1,-29 4-1</inkml:trace>
  <inkml:trace contextRef="#ctx0" brushRef="#br0" timeOffset="43251">19103 6481 23322,'42'-21'-678,"1"0"0,0 1 1,-2 0-1,0 2 1,-1 4 677,10 6 0,-5 3 0,7-1 0,-5 1 0</inkml:trace>
  <inkml:trace contextRef="#ctx0" brushRef="#br0" timeOffset="43711">19411 6218 21834,'-33'-47'1041,"-1"0"1,4 6-1,8 5-698,17 13-32,5 6-238,7 7 20,14 4-82,-2 7 13,19 11-29,-8 14-23,10 17-3,-22-15 0,-2 1 51,0 3 0,-2 0-32,4 21-19,-9-14 1,-2-2-226,-2 1 56,-3 4 1,-2-1-585,-7 3-2305,1-9 0,0-1 3089,-3 4 0,2-9 0,6-19 0</inkml:trace>
  <inkml:trace contextRef="#ctx0" brushRef="#br0" timeOffset="44411">20031 6302 19725,'0'-4'3473,"-1"1"-2978,10-36 1,4-10-283,-2 18-20,5-22 0,2 1 82,1 29-163,7 1-62,10 10-39,-9 6-11,16 13-28,-13 9-39,6 15-17,-7 14 25,-19-12 0,-4 1 31,-2 18 14,-18-7 0,-6-1-490,-8-5 512,-4-4 1,-2-2 19,-11 1 28,-6 2-11,15-13 33,17-11 45,13-7-61,18-9-174,20-7-330,24-6 13,-20 6 1,3-1-421,5-1 0,1 0-775,2-2 0,0-1-1353,1-1 0,0-1-443,-1-3 1,2-1 2812,-11 2 0,1-2 1,-2 1 606,1-1 0,-1-1 940,11-9 1,-3-1 4985,-2-4-1210,-2-4-1103,-20 9-2985,-16 14 601,-13 4-731,-15 12 1152,-4 6-1549,-2 3 45,-4 16-34,6 7-45,-7 14-36,17-14 0,2 1-9,-2 13 56,9 14 90,37-14-106,-6-10 78,9-13 0,1-6-50,-1-7-1615,3-10 0,-2-5 1637,-5-6 105,20-26 24,-25 3-79,-10 6 1,-3-1 33,0-21-84,-13-7-140,-10 18-62,-2 13-1030,-10 3 1120,-4 12 0,11 3 0,-2 5 0</inkml:trace>
  <inkml:trace contextRef="#ctx0" brushRef="#br0" timeOffset="45460">18763 7185 21635,'42'-8'187,"-1"0"1,0 1 0,3 0 0,5 0-181,4-2 0,5 0 0,3 0 0,2 0-1145,-6 1 0,2 0 1,1-1-1,0 1 0,-1 0 1118,-8 1 0,-2 0 0,0 0 0,2 0 0,5 0-242,-1 0 0,5 0 0,3-1 0,0 1 0,1-1 0,-3 1 0,-3 1 59,4-1 0,-3 2 0,-2-1 1,2 1-1,3-1-234,-4 1 1,4-1-1,2 1 1,0-1-1,-1 0 1,-3 1 0,-4 1-473,11-1 0,-4 1 0,-3 0 0,0 1 796,0 0 0,0 0 1,-4 1-1,-9 0 0,-5 0 1,-6 1-1,-1 0 1,0 0-1</inkml:trace>
  <inkml:trace contextRef="#ctx0" brushRef="#br0" timeOffset="45767">18712 7453 16906,'-47'12'1342,"0"-1"0,3 0 1,20-4-606,40-8-143,31-6-356,-6 0 0,5-2-742,-5 2 1,2-2 0,3 1 617,8-3 0,4-1 0,6 0-444,-9 3 0,5-2 0,5 0 0,0 0 0,-1 1 0,-6 0 352,4-1 1,-3 1-1,-1 1 1,4-2-337,-6 2 1,4 0 0,2-1 0,0 0-1,-2 1 1,-4 1 339,7-1 1,-4 2 0,-2-1-1,2 1-293,0-1 1,0 1 0,0-1 0,3 1 291,-7 0 1,3 0 0,0 0 0,-1 0 0,-2 0-118,6 0 1,-1-1 0,-2 1 0,-3 0 85,8-1 1,-4 1 0,-4 0 517,1-1 0,-5 0-512,-11 2 0,-8 1 0,-12 1 0,-3 1 0</inkml:trace>
  <inkml:trace contextRef="#ctx0" brushRef="#br0" timeOffset="50667">19909 3706 11228,'-42'-13'537,"-1"-1"1,1 0 0,-19-6 0,5 0-51,19 6 0,1 0-619,-1-2 1,-2 0 285,-1 0 0,-1 0-564,-2 1 0,-3 1 494,-3 1 1,-3 1 4,-5 1 1,-1 2-246,15 4 0,-2 0 1,0 0 235,-3 2 0,-1 0 1,-1 0-16,-3 1 0,-1 0 1,-1 0-12,-2 1 0,-1 0 0,0 0 7,-3 0 1,0 1 0,0 0-653,-2 1 1,1-1 0,-1 1 636,15 0 0,0 0 1,1 1-1,-1 0 4,0 0 1,1 1-1,-1-1 1,0 2 13,0-1 0,-1 1 1,1 1-1,2-1-277,-4 0 1,3 0-1,-4 2 351,-1-1 1,-4 2 0,-1 0 0,5 0-24,0 0 1,4 0 0,-3 1-43,-1 1 0,-4-1 0,0 2 0,2-1 26,-5 2 0,2 1 0,-1 1 4,7-2 1,-2 2-1,2-1 1,2 0-76,3-1 0,3 0 0,-2 1 9,-13 4 0,-1 1 1,4 0 9,5 0 1,3 1-18,8-4 1,-1 2-1,0-1 43,-15 8 0,1 1-406,15-4 1,-1 0 0,4-1 349,-2 1 0,3 1 5,-9 7 1,5 1 1082,-3 9-1075,19-13 1,2 1 498,4 1 1,2 2-486,4 10 1,4 0-17,1 18 270,8-11 0,4-2-259,3 3 1239,6 3 1,2 3-1249,-4-17 1,2 1 0,7 16 0,1 1-3,-1-10 0,1-2 3,2 1 0,2-1 2,3-1 1,2-1 24,3 0 1,4-3 11,4-1 0,2-1-20,6-1 1,2-2-27,-15-10 1,1-1-1,2 0 15,12 4 0,4 0 1,-3-2-605,4 2 1,0-1 599,0-3 1,3 1-1,-1-4 2,-15-6 1,-2-3-1,3-1-3,13 3 0,4-1 0,1-2-399,-14-3 0,2-1 0,0 0 1,1-1 375,2-1 0,2-1 0,0 0 1,1-1-485,2 0 1,1-1-1,0-1 1,1 0 474,-13 1 0,0-1 0,1 0 1,1 0-1,4 0-10,0-1 0,5 0 0,2-1 0,1 1 0,-1-1 0,-1 0 0,-5 1-238,3-1 1,-3 0 0,-2 0-1,1 0 1,2 0 242,1 0 0,2 0 0,2 0 1,-2 0-1,-4-1 0,-6 1-90,5-1 1,-7-1 0,1 0 90,-3-2 1,1-2 0,1 0-1,-2 0 2,9-3 0,-2 0 0,4-2 0,1 0 0,4-1 0,1 0 0,-3 0 0,-8 2 0,-1 0 0,-1 0 0,0 0-2,1 0 1,0 0 0,0 1 0,0 0-11,-1 0 1,0 1 0,0-1 0,-1 1 62,13-3 1,-1 1-1,-2-1-57,-4 1 0,-1 0 1,-1-1 9,2-2 0,-1-1 0,-5 1 1,1 0 1,-2-3 9,-5-2 0,1-3 0,-7 1 1115,9-12-1085,-6 0 0,-2-2 8,-15 10 0,-3 0 3,4-8 0,-1-1 900,-4 0 0,-3-2-867,-4-8 1,-5 0-65,-3 15 0,-3-1 25,-5-13 1,-7-1-20,-3 14 0,-5 0-9,-4-2 0,-5-2 1,0 1-98,-1 3 0,-2 2 0,0 0 80,-1 0 1,-1 1 0,-1 2-3,-6 1 1,-2 1 0,0 4 12,4 4 1,-1 3 0,-2 0-40,-11-4 1,-2 1 0,-3 2-23,-2 1 0,-1 3 1,-1 2-479,12 3 1,0 1 0,-2 1 0,0 2 522,-7 0 0,-3 2 0,1 0 0,6 0 0,9 1 0,3 0 0,1 0 0,-19 2 0,0 1 0</inkml:trace>
  <inkml:trace contextRef="#ctx0" brushRef="#br0" timeOffset="52876">15084 5772 18876,'-18'-37'203,"0"-1"1,1 1 0,5 17 554,12 44-568,0 14-117,0 10-26,1-16 1,0 2-6,4-2 0,1 0 5,0 0 1,2-1 31,10 21 355,9-21 256,14-20-309,12-13-750,-15-8 1,3-6 432,4-7 1,2-4-32,-10 5 1,1-1 0,-1 0-15,10-7 1,2 0-2,-8 4 1,1 0 0,1-1-1,-1 1 1,0 0 0,-1 1-19,10-6 0,0 1-23,-10 5 1,1 0 0,-5 5-381,18-5-1816,1 3 1511,-22 15 0,-18 7 1,-10 2-1</inkml:trace>
  <inkml:trace contextRef="#ctx0" brushRef="#br0" timeOffset="58551">16662 8886 17328,'0'-11'3724,"0"3"-2491,0 8-975,0 0 117,-79-20-129,38 17-476,-15-4 0,2 3 264,19 13 191,-5 13-208,21-1-17,-4 16 11,9-10-11,3 18 0,10-23 504,2 6-499,9-9 18,15-2-18,-2-2 18,24 6-60,0-8 1,2-1 19,8 5-11,0-2 0,-7 2 17,-29-2 33,-3 4 17,-63 7-17,13-16 1,-3-2-530,-5 4 0,-4-1 521,-10-2 0,-1-2-8,12-3 0,0-1-420,-11-2 0,2-4 8,17-1 0,4-5-3229,-14-16-1793,40 0 4726,14-2 0,-2 16 0,2 0 0</inkml:trace>
  <inkml:trace contextRef="#ctx0" brushRef="#br0" timeOffset="58786">16824 8696 18733,'0'-4'3305,"0"1"-1888,0 3-1310,3 29-107,13 7-17,-6-4 0,1 4-70,3-1 1,1 1-169,-3 2 0,-2-1-841,2 23 250,-9-25 0,-1-1-7157,2 17 7233,0-9 0,0-14 0,-1-22 0</inkml:trace>
  <inkml:trace contextRef="#ctx0" brushRef="#br0" timeOffset="59286">17156 8857 22240,'-29'-15'241,"-1"1"0,-26-1-152,34 40 102,-12 5 201,-1-3-118,2-4-123,4-3-78,17-13-28,9-3 112,8 6-96,6 0-10,11 9-12,11-1-22,10 2 5,10-3-5,7-6-320,3-4 308,-1-15-10,-3-6 10,-3-13-5,-6-7 0,-15 5 34,-5-12 123,-15 2 39,-4-1 73,-5-2 72,-9 11 35,0 3-45,-2 1 128,2 8-173,1 3-275,1 10-22,0 4 22,1 7 12,1 26-29,0-9-33,0 10 0,1 2-118,1 12-141,0-12 0,1 0-493,4 20 91,0-13-6234,3 6 6106,-5-26 0,1 2 1,-5-17-1</inkml:trace>
  <inkml:trace contextRef="#ctx0" brushRef="#br0" timeOffset="59453">17579 8655 16997,'-6'-6'4733,"1"1"-3937,5 5-1177,0 0-919,-14-36-4833,20 45 5285,-11-28 0,17 40 0,-5-8 0</inkml:trace>
  <inkml:trace contextRef="#ctx0" brushRef="#br0" timeOffset="59951">17851 8754 23635,'11'43'31,"0"-1"0,0 1 1,1 2-1,0 1 0,0-4-17,-1-5 0,0-1-521,2 10 0,-1 1 529,-2-3 0,-2 0 3,-2-3 1,-3-1-1,-4-4 0,-2-2 358,-5 21-226,-7-17 269,2-18-247,1-20-45,-3-47-27,3-6-556,3 8 1,1-5 451,2 4 0,0-1 14,0-7 0,-1-2 5,2 9 0,-1-3 1,0 3-21,0-3 1,0 1-3,1 5 0,1-3 0,0 7 510,0-14-505,5 8 1,2 0 0,9-4 2,-2 17 1,3 2-32,27-4 1,-10 17 0,21 8-57,-8 17 12,13 10 276,-25-2 0,-1 3-265,0 5 0,-2 2 11,-2 2 1,-3 3-1,-5 0 0,-5 2-124,-10 28 135,-33-9-17,3-28 1,-6-4-496,-7-3 1,-3-4 189,-2-1 0,0-3-510,3-2 1,1-4 865,6-4 0,3-2 0,-3 1 0,16-5 0</inkml:trace>
  <inkml:trace contextRef="#ctx0" brushRef="#br0" timeOffset="60218">18562 8534 21282,'-3'0'1664,"1"0"-1121,2 0-1411,88-48-3249,-28 36 1450,-18-4 1,7-3 0,-5 7 2666,-8 12 0,-4 3 0,11-1 0,-21 2 0</inkml:trace>
  <inkml:trace contextRef="#ctx0" brushRef="#br0" timeOffset="60384">18718 8756 16499,'-3'1'6167,"0"0"-4291,3-1-1960,74-30-2709,-15 11 1250,-19 5 1,6-2 0,-3 2 1542,1 3 0,-5 2 0,15-3 0,-22 6 0</inkml:trace>
  <inkml:trace contextRef="#ctx0" brushRef="#br0" timeOffset="61103">19520 8436 18818,'-3'-7'2019,"-4"-34"0,2-9-1470,5 8-239,-4-8 0,2 1-97,11 15 96,3 15-225,8 2 63,14 8-147,-8 5-3141,26 13 3135,-28-1 1,20 19-46,-22 4-38,0 26 13,-26-9 1,-8 1 72,2-10 0,-5-1-118,-12 10 0,-3-5 121,-10-7 3275,-6-3-3231,15-12-32,6-4-40,9-5 33,13-9-10,22-3 330,-3-2-583,14-2 1,5-2-90,3-3-319,4-1 1,2 0 3,-11 1 1,2-2-742,19-8 0,1-2 530,-17 6 1,0-1 314,2-5 0,2-4 0,-5 2 491,11-11 176,-6 3 0,-3 0 122,-1-6 979,-3-6 325,-16 6 531,-16 2-863,-11 12-710,-6 5 389,0 12-635,-6 6 496,-7 18-603,-4 7-67,-5 19-56,13-8 33,4 10-44,12-10 11,20 16-6,1-18 48,10-12 0,4-3 92,12-8-67,9 1 98,-16-22 0,-2-7-427,-2-1 292,-4-1 1,-1-4 260,3-29-94,-10 4-114,3-10 203,-17-6-124,-11 28-89,-10-10-96,-9 24-145,-6 11-62,6 10-1451,-6 16 1664,4 16 0,9-11 0,2 4 0</inkml:trace>
  <inkml:trace contextRef="#ctx0" brushRef="#br0" timeOffset="61576">16450 9860 17417,'-57'16'337,"-1"-1"0,1 0 1,6-2-1,2 0 1,5-2-33,7 1 0,4-2 185,0-2 0,4 0-14,6-2 207,9-1-318,29-8-1,30-9 0,12-4-1336,-15 5 0,1-2 1,5 0 1007,6-2 0,4-1 1,3-1-1,1 1-396,-10 2 1,2 1 0,1-1 0,1 1 0,0-1 368,-3 2 0,2-1 1,0 0-1,0 1 1,0 0-1,-2 0-9,3 0 0,-3 0 0,-1 1 0,3-1 0,5 0-7,-8 1 0,5 0 0,2-1 0,1-1 0,1 1 0,0 0 0,-3 0 0,-2 2-296,4-2 1,-3 1-1,0 1 1,-2 0-1,2-1 1,2 1 290,-2-1 0,1 0 0,1 0 0,0 0 0,1 0 0,1 0 0,-1 1-177,-3 1 1,1 0 0,1 0 0,-1 1 0,1 0 0,-2 0 0,-3 0 0,-2 2 123,8-2 0,-4 1 0,-2 0 0,0 1 0,4-1 1,3 0 1,4-1-1,1 0 1,-1 1 0,-2-1-1,-5 1-40,4 0 0,-3 0 1,-4 0-1,-2-1-31,5 0 1,-2-1 0,-4 0 531,7-4 1,-7 0-440,-14 1 0,-4 0 1614,14-10-2227,-15 2-2548,-10 3 3203,-9 4 0,-8 5 0,-4 5 0</inkml:trace>
  <inkml:trace contextRef="#ctx0" brushRef="#br0" timeOffset="62595">18844 8448 21640,'-20'-31'505,"-15"19"-309,7 33-17,-14 12-11,10-1-22,11 0 11,10-5 61,12-6 124,11-8 145,21-7-381,-7-7 101,20-10-100,-23 0 246,22-22-129,-19 5-28,3-16-22,-18 5-34,-11 4-95,-6 10 67,-20 0-84,3 15 16,-22 0-820,19 13 782,-5 4-41,2 21 63,4 2-1580,6 0 1,3 1 1551,1 7-189,9 15 144,22-23 56,15 3-5,16-10 39,7-12-854,-22-13 0,-1-4 843,10-5 91,3-22-53,-25 2 12,-3-12-22,-9-1 11,-13 0 2239,-6 7-2295,-11 6 82,6 14-189,-9 7 3247,9 18-3773,-6 11-1121,1 18-3433,0 16 5109,5-1 0,7-17 0,4-14 0</inkml:trace>
  <inkml:trace contextRef="#ctx0" brushRef="#br0" timeOffset="62952">18987 8904 16376,'2'-8'4811,"0"2"-3343,-2 6 811,0 0-2173,-28-49-44,11 45-51,-25-31 28,20 58-22,2 1-23,7 0 34,9-2 28,14-6 23,12-6 73,25-9-91,-11-5 62,25-11-67,-32 3 171,1-4 0,-3-1 25,-7-3-168,10-8 101,-42 6-157,1 12 5,-25-6-33,0 10-134,-11 1-1939,-9 12-1243,19 1 3263,-4 9 1,30-11 0,-1 0 0</inkml:trace>
  <inkml:trace contextRef="#ctx0" brushRef="#br0" timeOffset="63842">15862 9408 22767,'35'-45'548,"0"1"1,-2 1 0,-9 14-443,-18 26-50,0 5 12,-4 9 4,0 9 12,-14 21-44,-8 0-7,-9 2-5,-17-2 17,-2-12-322,9-11 1,-4-2 315,8-6 0,-1-3 0,-4-4 0,2-4 6,-4-7 17,11-31-68,22 12 17,10-12 1,5-4-7,8-3-378,2 10 1,4-6 0,0 4 380,2 1 1,1 2-1,4-8 1,1 0-99,-4 8 0,-3 3 130,7-22 4,-7 3 18,-8 4 590,-14 18-545,-2 7-40,-1 9 28,0 4 1081,2 7-1232,0 1 308,1 6-252,0 0-11,1 12 39,3 13-28,1 6 5,4 16-10,2-2-1,7 4 0,10 1-2,-7-26 0,1-2-369,17 17 346,-3-11 0,2-2-103,10 10-23,-15-12 0,-4-1-84,-3 4-610,-25 3-2028,-41 1-2554,-10-1 4778,18-16 1,0-3 0,-4-1 0,18-8 0</inkml:trace>
  <inkml:trace contextRef="#ctx0" brushRef="#br0" timeOffset="64784">15951 8871 11620,'0'-3'5993,"0"1"-895,0 2-4768,-58-53-134,30 42-165,-8-15 0,0 6 13,11 35-16,6 8-22,5-2 44,0 18-27,9-6 16,0 13 23,11-7 16,7-3 6,11-3-17,8-2-22,9-3-17,6-1-346,6 1 307,2 0 16,-7 3-5,-12 0 34,-18 5-6,-24 2-28,-20 3 0,-20-1 0,19-20 0,-1-1-28,-25 13-95,9-8-376,11-9-1741,12-8 2240,8-8 0,7 0 0,4-3 0</inkml:trace>
  <inkml:trace contextRef="#ctx0" brushRef="#br0" timeOffset="65693">15812 8679 16168,'-1'-6'6811,"-1"1"-5461,2 5-857,15 16-392,-7 6 5,12 17-33,-11-8 0,-3 4-456,1 4 0,0 4 419,-1 13 1,0 4-22,-3-18 0,-1 0 0,-1 3-2,-1 8 0,-1 3 1,0-3-345,0 2 1,1 0 332,-2-9 0,1 3 0,0-6-14,4-7 1,0-2 14,1 3 0,0-1 19,5 12 197,-2-21 128,-4-15-185,-2-19 505,-5-30-650,1 2-12,0-2 1,1-3-91,0 2 1,2-2 92,1-14 1,2-3-9,-1 16 0,1-2 0,0-1 9,2-11 0,0-3 1,1 4-5,0-3 1,0 0-16,-2 7 1,1-2 0,-2 5 14,-1 3 1,-2 4 8,-1-8 0,-2 1-6,-2 8 1,-1 4 19,-13-20-39,7 27-34,0 12-17,8 23 46,0 13 21,0 22-8,3-11 1,-1 4 2,1 5 0,0 5-12,2-4 1,2 3 0,-1-2-103,1 4 0,0 0 108,1-1 0,1 2 1,1-2 5,4 10 0,-1-3 0,-2-8 0,1-1-3,2 7 0,0-4 9,-1-8 78,-2-4 50,-3-24-117,-3-13-1481,-1-26 1,0-8 1469,0-7-4,0 2 1,0-4 50,0 6 0,0 0-33,0-7 0,0-2-196,0 8 1,0-2 0,0-1 177,0-5 0,0-1 0,0 3 0,0-1 1,0 3 0,0-6 0,-1 7-42,-3 17 28,2 6 2714,-2 39-2715,3 3-10,1 24 0,0 5-34,0 9-194,0-18 1,1 6 0,0-2-841,1 9 0,1 1 1090,0-3 0,0 4 0,0-5 0,0-5 0,0-4 0,0-1 0,0 0 0</inkml:trace>
  <inkml:trace contextRef="#ctx0" brushRef="#br0" timeOffset="70303">21018 8950 18078,'11'-48'1557,"0"0"0,-1 5 1,-3 4-489,-4 5-873,-2 14-44,-1 8-136,0 15 52,0 10-7,0 10 12,5 14 17,5-6-23,3-3 50,8-9 35,-2-10 55,7-2-11,0-12-28,11-25-84,-2-15-409,-16 19 1,-1-2 352,3-10 0,0-2-3,-2 2 1,2-2-1054,2-3 0,3-3 0,-1 0 1037,-2 8 1,0 0-1,0 1-13,0 0 0,0 1 1,0 1-248,11-9 1,-3 7 160,-5 7-1563,6-6 57,-29 35 1596,-14 19 0,7-9 0,-8 11 0</inkml:trace>
  <inkml:trace contextRef="#ctx0" brushRef="#br0" timeOffset="72322">13418 13826 22111,'42'21'432,"-10"14"-424,-25 1 0,-7 5-19,2-3 0,-2 0 2,-2-2 1,-1-2 8,-8 25 0,-8-12 0,-11-12 0,-9-14 11,-7-10 17,-2-17-5,3-10 22,6-11 22,8-2 50,7 3 91,9 5-186,7 10-11,5 5 12,3 10 49,6 7 52,3 10 10,9 6 45,4 2 17,8-4-11,8-7 0,10-9-23,9-14-1755,-16-6 1,0-4 1654,17-10-20,-16 2 0,-2-1-217,8-10 250,-20 14 1,-1-1 98,14-15 28,-15 9-62,-10 7-89,-10 7-107,-4 6 2678,-2 3-3746,0 3 0,0 1 0</inkml:trace>
  <inkml:trace contextRef="#ctx0" brushRef="#br0" timeOffset="79669">14662 13516 20431,'6'-14'459,"1"30"-431,-5 10 2,-1 9 1,-2 3-31,-7 10 0,0-11 0,-2-2-5,-8 12-26,-2-13 0,-1-1 20,-5 0 28,-3-2 0,-3-2 83,-4-11-10,-13 2-40,22-20 214,-5-13-1,11 0 67,-7-7 69,9 4 9,6 0-228,6 5 116,4-3-217,5 9-23,1-1 95,12 14-45,1 6 1,11 9-18,-1 0 1,6-2 0,2-5 5,7-6-17,1-5-22,1-6 28,-2-7-17,-2-7 17,-1-7 17,0-5 6,-4-2 16,-4 2-6,-7 3-55,-6 5-34,-6 5-95,-2 2-376,-1 3-1433,3 1-1395,-2 1 3271,4 2 0,-8 3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3:41:41.3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2290 2821 11385,'-45'2'1863,"-1"1"0,5 0 1,7-1-436,10-1-783,12 0-444,12-2-134,8-1-11,20-3-28,18-3-31,-10 3 1,5-2-435,9 0 1,4 0 424,-3 1 1,4 0 0,-4 0-731,6 0 1,0 1 729,-5 0 1,4 1 0,-5 1-3,-3 1 0,-3 1-1358,15-1 0,-2 1 1336,-21 0 0,-4 1-68,3 0 0,-6 0-31,-13 2 141,-5 1 446,-22 2-530,-19 2 33,-24 2 34,1 0 293,-2-1 0,-5 1-232,-1-1 1,0 0 1018,1 0 0,-1 0-1034,14-3 1,0 0 0,4 0 14,5 0 1,1-1-1347,-8 1 0,3 0 1368,-8 2-32,14-2 83,31-3 629,11-1-573,18-1-1109,24-2 0,9-2 930,4 1 0,1-1 0,-7 0 0,-2 1 0,-14 0 0,0 0 0</inkml:trace>
  <inkml:trace contextRef="#ctx0" brushRef="#br0" timeOffset="1835">5015 2967 8416,'-8'-1'3408,"-24"0"1,-4 1-1449,3 1-1162,-7-1 0,1 1-584,18 0-169,8 0 319,12-1-280,15 0 50,15-3-123,17-1-22,-15 0 0,1-1-296,2 0 1,1 0 256,24-4-20,-20 3 0,1-1-54,-1 1 1,1 0 81,-3 0 0,-1 0 73,1 0 0,-5 1 120,-3 0-162,-18 2-84,-13 3-34,-19 1 118,1 1 81,-24 4 0,-8 1-392,13-1 1,-2 0 405,-3 1 0,-5 0 0,4 0 8,0-1 1,2 0 245,-16 1 1,1 0-121,25-3 1,2 0-37,-10 0 0,4 0 553,6-2-719,19-1-49,9-1 5,23-2-62,14-5-28,-1 1 1,4 0-652,8-2 0,4-1 556,8-2 1,1 1 77,-10 2 1,2 0-130,-2 1 1,3 0 0,-4 0 101,-1 1 0,-1 0-10,15-1 1,-3 1 277,2 0-588,-30 4 382,-37 5 317,-27 5-89,4-2 0,-4 1 64,-5 2 1,-5 1 128,-1-2 0,-5 1 0,3-1-184,-5 0 1,-1 0 165,11-2 0,-3-1 0,7-1 361,-17 0 614,27-5-1576,21-1-9070,58-11 1536,-20 5 7813,4 1 1,-3 0 0,-14 4-1,-5 1 1</inkml:trace>
  <inkml:trace contextRef="#ctx0" brushRef="#br0" timeOffset="10322">5011 780 23780,'-1'-6'954,"-4"-25"0,-3-5-1688,4 14 876,-3-17 1,0 2-223,4 22 802,0-14-560,1 17 4083,1-6-5019,0 16 582,0 4 1177,0 4-261,-4 24-493,2-9-252,-3 38-170,4-33 100,2 20-314,8-26 207,10-2-1366,-2-9 595,13-12 471,-1-14 467,-1-3 1,1-3-184,14-13-654,0-3 0,0 0 879,-3 3 181,8-5 0,-1 0-1,-5 8-690,3-1 0,0 2 370,-8 9-73,-6 4 0,0 2-620,0 8-3170,4 9-5839,-14 13 9230,-6 3 0,-12-2 1,-1-9-1</inkml:trace>
  <inkml:trace contextRef="#ctx0" brushRef="#br0" timeOffset="11438">5224 1653 20456,'-3'-4'1264,"2"0"142,1 4-1049,-8-48-217,9 47 739,-5-27-664,10 66 8,-1 8-263,0 3 442,2-3 5,5-9-327,3-10-48,0-13-86,13-10 530,-2-16 481,7-2-209,-6-7 1,1-4 757,15-15-1249,-11 9 0,0 0 182,-6 5 1,-2 0 47,0 1 1,-1 1-292,19-21-196,-11 14-1213,7-2-4245,-16 21 5170,5-2 1,-17 12 0,-5 2-1</inkml:trace>
  <inkml:trace contextRef="#ctx0" brushRef="#br0" timeOffset="14079">14507 1839 21849,'5'-57'1377,"0"-1"1,-1-6 0,0 9-1158,-1 23 580,-3-15-808,-1 36-252,-3 4-79,1 23 477,0 3-291,-2 32 145,3-9 1,1 4-585,-1 2 1,1 4 493,1-9 1,0 2-1,0-3-63,0 2 1,2 0-585,1-2 0,0 3 0,1-5 112,4 22-1353,2-2 1,2-2-754,0-10 278,2 9 1073,-16-37 1979,-10-16-492,-9-19-249,-5-15 95,-1-23 293,14 18 1,1-2 178,2-7 1,1-3 312,1-5 0,2-1 197,0-2 1,2-2-301,1 0 0,1-1-60,0 3 1,1 1-52,3 2 1,0 3-155,1 5 1,1 2-264,2 6 0,2 2 316,11-19-106,5 13-107,5 15 432,7 11-840,9 12 80,10 17 57,-22-1 1,-1 3 52,3 7 0,-3 4-179,0 4 1,-3 3 17,-6 0 0,-4 1-156,2 21 447,-30-20 1,-11-2 174,-2-11 1,-6-3 37,-14 11 1,-6-2-230,2-8 1,-2-2 324,3-1 1,1-2-137,7-4 1,4-1-977,-10 4-4905,31-10 5656,21-5 0,0-1 0,3-1 1</inkml:trace>
  <inkml:trace contextRef="#ctx0" brushRef="#br0" timeOffset="14946">15305 1744 30886,'-40'-13'-32,"1"-1"1,1 6-1,9 8 1002,20 30-1268,-2 15-29,5 5-68,8 1-99,8-8 4,8-7-401,-4-17 462,3-7 48,-8-16 1459,4-9 202,1-11-146,0-11-6,-1-6-1037,-4 3-91,-3 7 0,-3 10 0,-3 10 0,-1 6 0,0 4 0,0 6 0,0 1 0,5 17 0,4-3-985,7 15-586,7-3-377,3 4 837,-4-8-3923,14 11 2778,-4-17 1228,2-8 1,2-2 884,11-6 874,-7-8 1,0-5 1748,12-13-810,-21 6 0,-1-2 1995,15-22 490,-12-15-4155,-17 16 0,-5-25 0,-8 38 0,-9-19 0,-6 25 0,-11 2 0,-10 9 0,-12 16 0,15-1 0,-6 11 0,26-8 0,1 3 0,10-3 0,9-2 0,0-4 0,7-3 0,-2-4 0,-6 1 0,0 0 0,-6 5 0,3 7 0,6 23-257,-1-5-169,0 12 1,-1 3-1025,2 8 454,-2 6 1,1 4 8,-2-9 1,0 1 251,0-7 0,-1 2 0,1 1 466,1 2 1,-1 0 0,-1-1 354,0-1 0,0 0 1,-3-1-27,-3-4 0,-1-1 1,-4-2 55,-7 10 1,-6-5 208,-7-12 0,-5-8 275,-3-10 1,-2-10-333,1-9 1,1-12-309,-1-21 1,6-8-188,8 9 0,4-4 662,5-7 1,2-6 0,4 1-534,7-9 1,6-2-170,3 1 1,4-3-1,1 3-204,-5 18 0,1 3 0,3-1-605,8-11 1,3 0 0,1 6-2709,2 5 0,0 5 3698,3-5 0,-1 3 1,9-6-1,-19 23 0</inkml:trace>
  <inkml:trace contextRef="#ctx0" brushRef="#br0" timeOffset="15329">16145 1793 32767,'18'11'-410,"2"-2"820,7-7-410,-1-5 0,-2-3 0,-4-6 0,-3-7 0,-5-5 0,-4-15 0,-4 13 0,-11-12 0,3 27 0,-8-3 0,-1 11 0,-4 6 0,-8 7 0,-11 31 0,15-12 0,-4 20 0,21-14 0,17 15 0,0-8 0,13-9 0,5-2-414,6-5-1754,4-3 0,2-1-3887,6-6 5969,-11-4 1,-1-2 0,-7-3 0,-1-1 0</inkml:trace>
  <inkml:trace contextRef="#ctx0" brushRef="#br0" timeOffset="15564">16953 1796 32767,'-14'-30'-798,"19"5"435,32 19 540,0 3 0,2-1-236,17-1-3531,-12 4 0,-3-1 3680,0 2 1,-7 0 0,-18 0 0</inkml:trace>
  <inkml:trace contextRef="#ctx0" brushRef="#br0" timeOffset="15747">17465 1554 32230,'0'-4'537,"0"1"-1292,0 3 314,-1-42-275,0 35 198,-2-20 96,-2 72-149,2 16-372,1-27 0,3 2-2067,2 10 0,3 1 2999,0-12 0,0-1 0,5 26 0,-3-26 0</inkml:trace>
  <inkml:trace contextRef="#ctx0" brushRef="#br0" timeOffset="16115">14557 2989 16932,'-58'9'428,"1"-1"0,0 1 0,0 0 0,-2 0 0,0 0 0,1-1 0,6 0 345,-13 0 1,6 0-576,8-1 1,5-1-104,-16 1 791,76-10-802,17-3 2,10-2 0,11-3 0,2 0-1196,-1-1 1,1 1 0,5-1 1119,-7 1 0,4 0 0,3-1 0,1 0 1,-2 0-285,4 0 0,0 0 1,1 0-1,-2 0 0,0 1 276,-8 1 0,-1 1 1,0-1-1,0 1 0,3-1 2,2 0 1,2 0 0,1 0 0,1-1 0,1 1-1,1 0-196,-5 1 0,3 0 0,0 0 0,0 1 0,0-1 0,-1 1 1,-2 0 196,2 0 1,-3 0-1,-1 0 1,1 0 0,2 0-1,5 0-100,-11 1 1,5 0-1,3 0 1,2-1 0,1 1-1,-1 0 1,-1 0 0,-4 0-1,-3 1 1,-6 1 98,18-2 0,-11 2 0,1-1 1,8 0-32,-13 1 0,5-1 0,6-1 0,1 0 0,1 1 1,-1-1-1,-4 1 0,-5 0 0,-8 1-61,16-2 0,-10 1 1,4 0-425,0-1 1,7 0-1,1-1 1,-6 0-1,-13 2 512,-10 1 0,-8 0 0,24-4 0,-36 5 0</inkml:trace>
  <inkml:trace contextRef="#ctx0" brushRef="#br0" timeOffset="17538">18509 2032 14152,'-1'-3'4049,"1"1"-2693,0 2-1367,29-25-56,16 14 11,-6-5 0,6 0 357,12 7 0,0 3-260,-18 0 0,0 1 137,14 0 0,-5 0 236,-18 3 115,4 4 130,-45 8 33,-23 12-248,3-6 0,-4 1-36,-18 8 1,-1 0-703,15-8 1,1 1 666,-15 5 1,5 0 79,5 1 20,6 0-195,26-6-211,26-7-377,23-5 87,22-7 148,-23-3 0,2-2-108,3-2 0,0-3 212,-3-1 1,-1-3 154,-3-7 1,-5-2-102,5-11 19,-21 6 1,-7-4 160,-17-21-232,1 19 1,-2 1-246,-12-21 478,0 21 1,-1 4-556,5 6-2074,-16-14 1986,30 31 62,-1 1 133,13 7 726,22 16-169,-2-1-218,20 19 1,3 7-145,-20-13 1,-1 2-339,1 1 1,3 4-1,-7-1-443,-4 5 0,-8 1-1459,-10 0 1,-5 1 2303,-6-6 1,-2-3-1,-9 10 1,3-19-1</inkml:trace>
  <inkml:trace contextRef="#ctx0" brushRef="#br0" timeOffset="18156">20892 1733 24518,'-3'-5'516,"1"1"-959,2 4 1810,-65-49-1253,27 35 14,-7-12 1,0 4-4,2 28 399,8 8-212,13 3 1397,5 27-1008,31-5-1522,8 14 676,10-24 1,6-3-303,12 7 393,0-4 0,-2-1-251,-8-3-98,-3 0 1,-5 0-303,-15-5 559,-4 13 133,-47-4 620,-14-1-700,18-13 0,-1-2 264,-6-1 1,-1-3 47,-20 2-386,21-6 1,1-1-640,-7-5 63,10-19 1,27 11 0,5-8 0</inkml:trace>
  <inkml:trace contextRef="#ctx0" brushRef="#br0" timeOffset="18412">21220 1632 29788,'-17'50'-392,"9"-8"0,3 0-153,6 4-541,1 10 0,2 0 473,1-5-148,0-3 1,1 1-2242,6 13-1646,-2-19 0,0-1 4508,6 14 1,-3-15-1,-8-29 1</inkml:trace>
  <inkml:trace contextRef="#ctx0" brushRef="#br0" timeOffset="18872">21513 1850 20749,'0'-6'4126,"0"1"-2564,0 5-934,-38-36-678,10 40 412,-3-15 1,-3 5 101,2 26 0,3 8-227,-14 6-39,13-8 0,3 0 456,2 5-130,3 6-464,17 3 12,14-7-813,13 2-242,11-9 296,-5-8 46,26 0 153,-25-11 347,3-4 0,1-2 281,3-9 70,16-9 327,-21-2 58,18-18-286,-17 10 140,11-13-21,-19 12-57,-11 5-129,-8 5-379,-3 6-101,-2 3 199,0 4-225,0 3-5,2 9-212,8 14-7,-1 1-23,17 24 163,-11-24-219,3 5 0,1-1-266,-3-3-5138,16 23-364,-22-29 6331,6 8 0,-12-19 0,0-2 0</inkml:trace>
  <inkml:trace contextRef="#ctx0" brushRef="#br0" timeOffset="19048">21867 1722 24743,'12'-11'-2131,"-7"-7"1,4 33-1</inkml:trace>
  <inkml:trace contextRef="#ctx0" brushRef="#br0" timeOffset="19530">22197 2033 21410,'0'-3'3158,"0"1"-1984,0 2-942,0 31-301,15 14 0,5 5-28,-5-6 0,2 1-657,7 12 0,4-1 702,0-11 1,-1-4-190,2 10 423,-10-17 1,-4-2-157,-8 3 100,-19-16 14,-12-12 5,-12-16-83,3-3-15,5-9 1,1-4-3,-12-24 83,11 11 0,2-5-117,6 0 0,4-2-11,1-16 0,4 0 3,3 18 0,3-1 8,1-19 0,3 3-11,4 1 11,4 4 1,3-1-230,0 24 1,1 1 203,5-10 0,2 3 9,8 6-40,19 12 17,-10 21 11,20 12-5,-6 19-546,-19 1 0,-2 3 570,-9-10 1,-2 2-26,2 15 0,-6 0 536,-14 13-534,-6-24 0,-5-1-117,-26 19-120,12-30 1,-3-3-478,-1-4 1,-2-3-1422,0-3 1,0-3 2178,-23-3 1,22-2 0,15-2 0</inkml:trace>
  <inkml:trace contextRef="#ctx0" brushRef="#br0" timeOffset="20046">22896 1787 20597,'46'-14'-763,"-1"0"1,1-1-1,17-4 1,-6 7-1309,-4 21-477,-11 4 883,-15 1 695,-15 2 1275,-12-6 158,-18 1 940,-6-6 483,-13 1 617,-4 0-449,-1 3-277,2 0 126,-2 6-1188,18-4 26,-1 5-577,18-4-2976,1 7 3097,7-6 107,14 4-315,-1-11 439,23 0 82,0-7-1314,-4-5 1,0-2 1568,15-4-590,-12 1 0,-1-2 2093,11-2-2157,-14 5 0,-2 2 0,3-1 0,-6 3 0</inkml:trace>
  <inkml:trace contextRef="#ctx0" brushRef="#br0" timeOffset="22838">24430 1822 20677,'3'-47'948,"0"0"0,0 0 0,1-16 0,0 14-937,-1 34-22,3 12 28,2 17 0,7 16-17,-1 4-68,-4 6 1,-2 3-499,-4-8 1,-1 3-540,-2 4 0,0 5 0,-2-3-747,0-3 1,-2 0 1851,-2 10 0,0-6 0,2-18 0,0-1 0</inkml:trace>
  <inkml:trace contextRef="#ctx0" brushRef="#br0" timeOffset="23055">24877 1961 19048,'-3'-2'4189,"0"0"-3590,3 2-318,72-50-415,-17 33-20,-7-10 0,4 2-4762,-2 19 1,-4 7 3058,-9-3 1,19 1-1,-51 1 1</inkml:trace>
  <inkml:trace contextRef="#ctx0" brushRef="#br0" timeOffset="23288">25566 1608 21477,'3'-6'3517,"-1"0"-3252,-2 6 713,0 0-770,-7 40-411,9 13 68,-5-20 0,1 1-275,4 7 1,2-1-1298,-2 16-864,-2-20 1,-1-1 2526,-2 20 1,0-22 0,0-16 0</inkml:trace>
  <inkml:trace contextRef="#ctx0" brushRef="#br0" timeOffset="24570">26275 1746 22761,'-29'23'109,"8"1"0,1 4-265,-6 20-262,7-14 0,0 2-2241,-11 18-4298,1-7 5542,3-12 0,10-15 0,7-11 0</inkml:trace>
  <inkml:trace contextRef="#ctx0" brushRef="#br0" timeOffset="24738">25921 1807 24317,'44'3'53,"-1"0"0,3 5 1,-4 6-198,-16 9 1,-1 4-1273,5 0 0,4 2 0,-2-2-1317,5 2 0,-1-1 2722,13 10 0,-4-4 0,1 0 1,-22-18-1</inkml:trace>
  <inkml:trace contextRef="#ctx0" brushRef="#br0" timeOffset="25613">26840 1741 22612,'12'-53'235,"0"0"0,-2 6 0,3 8-106,9 17-49,-3 7-68,-3 7-8,1 5-27,5 4-2,6 7-26,6 9 41,2 9-43,-1 8-40,-7 5 7,-10 0 36,-10-2 144,-24 1 393,0-13 146,-30 4 212,3-15 190,-8 1 74,7-7 53,15-4-46,13-6-280,9-3-815,10-2-93,11-1 102,0 3 400,26 3-193,-16 5-94,29 10-100,-9 8-1784,-10 1 0,0 2 1902,11 11-315,-17-9 0,-5 3-1044,-13 6-2311,-29-3 1,-10 0 3399,-16 8 0,11-18 0,2-4 0,4-7 0</inkml:trace>
  <inkml:trace contextRef="#ctx0" brushRef="#br0" timeOffset="26314">23808 2940 21416,'44'-17'-130,"-1"-1"0,1 1 0,-2 1 0,0 2 1,-3 6-336,3 10 0,-2 7-308,-3-2 0,-4 6-3008,6 30 1950,-27-11-525,-31 1 1,-12-2 2036,-11-1 317,-4-1 1,-4-1 1563,16-10 1,0 0 661,-13 6 0,1 1-1765,16-10 0,3 0 194,-3 2 0,4-1 456,11-3-678,2 0 367,18-5-400,33-9-404,-2-3-129,17-7 1,3-3-1025,4-4 1011,-21 7 1,5-3 0,-4 1-94,-1 0 0,-3-3 45,9-6 0,-3-2 174,7-9 94,-17-18 805,-42 11-460,-5 7 0,-4 1-13,-16-13-54,6 13 1,-2 3 629,-11-6-336,18 12 0,2-1-347,-5-4 67,11-4-202,18 19-2355,15 0 2204,0 7 12,23 11-23,2 15-3,-7 6 0,0 3-152,-10-7 0,0 1 119,9 16 0,-4 3-71,-15-12 1,-5 0-527,-1 18 0,-6 1 92,-2-16 1,-5-1-1365,-11 14 1,-5-1 1904,0-13 0,-1-3 0,-7 14 0,2-8 0</inkml:trace>
  <inkml:trace contextRef="#ctx0" brushRef="#br0" timeOffset="26914">25389 2879 20028,'0'-4'3069,"0"1"-1725,0 3-1064,-10-40-224,8 29 78,-8-29-50,9 40 718,0 0-718,-2-2-62,1 2 29,-3-1-46,3 1-22,-3 0 23,2 1-6,-7 6 22,-10 15-16,-11 19 11,11-11 0,0 0-17,-11 18-9,16-14 1,3-3 8,6-5-6,11 27 17,5-33-5,23 11-12,5-22 34,18-4 0,-24-8 0,1-4-104,8-7 1,-1-4 145,-7-1 0,-3-1-34,0 0 1,-4-2 215,2-31-95,-29 18-57,-16-12-72,-11 20-6,-2 11 1,-2 3-23,-12-2-196,-7-2-9635,16 9 8353,24 6 0,-2-1 0,12 3 1</inkml:trace>
  <inkml:trace contextRef="#ctx0" brushRef="#br0" timeOffset="29005">14335 4521 19109,'-3'-9'2008,"0"-23"0,2-3-1493,3 11-6,0-16 1,2 3-330,2 23-35,5-1-72,-8 18 78,3 14-53,0 12 1,-1 5-66,-1 6 1,0 3-558,0 18 0,-1 3 507,-5-1 1,-3 1-642,2-20 1,0 0-1,-1 0 318,0 0 1,-1 1-1,1-2-767,-1 19 1,1 0-3810,4 0 1,2-4 2636,0-21 1,1-3 2278,8 24 0,-7-49 0,0-4 0</inkml:trace>
  <inkml:trace contextRef="#ctx0" brushRef="#br0" timeOffset="29287">14291 4970 3568,'-11'-58'1448,"1"-1"0,0 1 0,-2-4 0,1 1-246,4 13 0,0-2 0,1 8-620,-3-15 472,1 4 0,0-1-693,3 20 1,0 2-116,1-8 1,1 1 964,-1-19-959,13-1-230,8 32-22,16-3 6,14 23-18,11 14-30,-15 7 0,0 3 1261,-13-3 0,-1 2-1292,14 13 0,-4 2-84,-1 19 90,-2-1 25,-33-6 0,-8-2 48,-11-2-1,-10 1 1,-7-1-12,2-19 1,-3-3-206,-15 7 1,0-2-17,15-8 0,2-2-243,-6 1 0,5-4 470,13-4 0,3-2 0,13-3 0</inkml:trace>
  <inkml:trace contextRef="#ctx0" brushRef="#br0" timeOffset="30188">14996 4292 23204,'-33'-28'104,"0"0"1,7 0-1,3 12-93,-12 40 398,13 4-403,-7 23 117,12-12-143,9-8 1,5 1-26,13 2-3239,9 8 3295,2-21 234,6-9-100,-8-14 63,8-22-113,-10 3 190,6-34-117,-13 18-106,1-6 51,-2 7 3458,-3 14-3526,-1 5-17,-1 7-45,-4 10-11,2 6 22,3 13-61,2 5-11,1 3-472,7 12 175,-6-20-947,14 20-2391,10-10 2346,-3-6-1775,27-2-356,-25-21 0,1-4 2274,21-2 1526,-16-6 1,-2-3 2660,2-12 44,-14 5 1,-2-2-1529,5-8 621,-2-16-694,-12 13 129,0-17-1092,-5 17 296,-5-5-297,-14 25-117,-23 6-252,4 11 11,-28 17-23,8 18-61,10-7 228,1 18-206,31-28 0,5 2 69,12-13 26,8-8 152,16-14-51,-3-3-72,1-6 375,-10 0-208,-14 14-139,1-1-112,-8 7-68,0 2 23,0 9-23,0 1-5,3 20 11,3 11 0,0 2 0,1 5-653,-1 2 0,0 2 632,-1-7 1,0 3 0,0-1-42,-1 0 0,-1 0 1,0-2-32,1 10 1,-2 0-82,0-11 1,-1 2-1,-2-4-42,-7 5 1,-5-2 156,-2 7 1,-8-3-386,-12-10 0,-6-7 480,6-14 1,0-7-7,-5-10 1,3-10-26,12-13 1,6-7 6,-6-27-452,16 9 0,7-5 397,6 10 0,6-1 0,0-1-188,1-1 0,1 0 1,2 0 74,5-8 1,4 0 0,0 5 1,2 1 0,2 3-79,4-3 0,2 3-350,-8 13 1,0 1-701,12-10 1,0 3 576,-13 13 0,1 2-3696,12-4 0,-1 4 3813,-3 8 0,3-1 0,-24 12 0</inkml:trace>
  <inkml:trace contextRef="#ctx0" brushRef="#br0" timeOffset="30555">15738 4259 10422,'1'6'9830,"0"-1"-8330,-1-5-93,0 0-1010,-3 29-134,8-17-16,3 21-23,13-27-39,7-5-107,-3-4 45,10-9 118,8-22-381,-12 8 210,-10 2 0,-3-2 70,-7-7 62,-3-7-78,-8 12 307,-14-2-162,-4 17-68,-11-3 146,3 12-263,1 3-50,7 3 44,-5 12-67,12-2-22,-11 28-6,14-5 1,0 22 10,11-17-98,8-9 1,4 1-923,18 13 309,-6-13 0,3-1-975,1-8 1,2-4 1691,6-4 0,-1-3 0,5 2 0,-3-12 0</inkml:trace>
  <inkml:trace contextRef="#ctx0" brushRef="#br0" timeOffset="30771">16474 4066 24923,'19'-49'-3496,"26"11"225,2 35 3271,15 3 0,-43 0 0,-1 0 0</inkml:trace>
  <inkml:trace contextRef="#ctx0" brushRef="#br0" timeOffset="31005">16385 4308 26760,'-18'-4'274,"14"-2"-257,42-12-34,-3 4-89,23-2-373,-25 9 0,1 0-1167,0 1 0,0-1 1646,5 1 0,-3 0 0,-4 1 0,-9 2 0</inkml:trace>
  <inkml:trace contextRef="#ctx0" brushRef="#br0" timeOffset="32138">16496 4191 22699,'-44'-8'424,"0"0"0,1 1 0,14 0-128,27 4 7,1-4-258,3 1 16,9-7-33,23-7-17,-4 3 6,0 2 0,2 1-12,-1 2 1,-2 1-6,21-9-9,-15 7 1,-3 1-42,-9 3-902,22-6-386,-30 12 1338,14-2 0,-21 5 0,2 0 0</inkml:trace>
  <inkml:trace contextRef="#ctx0" brushRef="#br0" timeOffset="32656">16974 4050 17619,'-3'0'4996,"1"0"-2756,2 0-1842,5-72-89,7 35-287,-7-5 0,3 1 46,13 14-57,-3 16-11,11 6-11,-9 7-23,10 30 34,-20-6 0,-3 13 0,-5 3 0,-8 3-509,-11 11 0,-6 2 509,3-23 0,-3 0 0,-8 14 0,-2 0 11,6-14 0,2-3-3032,-13 18 3032,15-20 174,13-13-62,11-13 107,22-12-230,10-5-959,4 0 0,3-1 438,15-4-1216,-7 5 1,0 1 1736,12-1 0,-8 2 0,-22 5 0</inkml:trace>
  <inkml:trace contextRef="#ctx0" brushRef="#br0" timeOffset="33386">18069 3986 20537,'-3'0'3254,"1"0"-2229,2 0-918,63-75-2011,-15 46 1906,-16 2 0,4-5 0,0 8 1,-1 15 0,-1 6 555,27-2-597,-17 6-2904,-8 19 2870,-25-4-22,-10 27 95,-18-13 0,-6 1 22,-2 2 1,-3 1 81,-2 1 0,-2-1-88,-9 6 1,2-2-14,16-14 0,2-1 2,-6 8 1,3-1 5,7 1 73,24-4-39,3-17 3207,34 1-3240,-17-13 32,6-5 1,2-4 11,7-14-20,-13 4 1,-2-2 13,4-15-14,-18 1 1,-3-2-379,-4-5 449,-7-12 0,-5 0 5,-5 6 112,-6-1 0,-2 1 145,-4 8 654,-7-11-832,17 31-130,8 12-50,4 6-5,6 12 0,9 10-6,14 16 11,-10-10 0,2 3-96,4 5 1,-1 2 39,2 5 1,-1 3-267,1 15 0,-3 0 101,-8-16 0,-2 0-869,-3 18 1,-8 1 435,-13-17 1,-4-4 0,2 19 0,-12-10 0</inkml:trace>
  <inkml:trace contextRef="#ctx0" brushRef="#br0" timeOffset="34037">20013 4249 12238,'0'-8'5572,"0"2"-6265,-19-25 1,-7-2 1045,7 15 483,-16-18 1,-2 5-748,15 27 1002,-17 3-1046,19 9 585,-4 6-619,8 3 3208,-3 19-3219,10-8 586,-1 17-586,6-14-1696,9 4 0,2 2 1696,2 1-9,9 14 1,2-1-49,2-9 43,6 4 0,1-2 2,-4-9 12,-3-6 0,-3-1 23,-7-2 10,-22 5-33,-19-14-444,-12-4 428,-5-9-250,4-10 0,0-2-222,-3-3-526,0-5 0,6-5-6110,18-17 7124,4-5 0,14 14 0,3 14 0</inkml:trace>
  <inkml:trace contextRef="#ctx0" brushRef="#br0" timeOffset="34256">20182 4127 21355,'0'-4'3842,"0"1"-3270,0 3-522,-22 6-44,15 9-1,-15 11 1,18 8 0,5 6-121,2 7 0,1 2-332,-2-2 0,2 1-5,3-4 0,2 1 0,-1-6-449,6 14-1211,0-8 1,1-3 2111,-2-7 0,-1-5 0,-8-17 0</inkml:trace>
  <inkml:trace contextRef="#ctx0" brushRef="#br0" timeOffset="34707">20427 4383 23909,'-58'-6'470,"-3"15"-363,29 23 10,-9 15-89,16-16-5,7 5-1,15-17 29,15 9-35,-3-11 24,21 5-40,-1-11-51,25-1 57,-17-4 5,20-6 11,-20-8 6,21-13-5,-20 1 58,-6-6 0,-4-3 98,-6-6-39,-5 6 1,-3 1 240,-6-6 61,-6 7 96,-5 8-309,1 9-161,-2 4-18,3 4-67,0 4 12,1 2-12,0 8 0,3 8-162,5 21 0,0-10-533,6 18-755,-3-18-6834,7 11 8301,-4-15 0,-3-7 0,-7-14 0</inkml:trace>
  <inkml:trace contextRef="#ctx0" brushRef="#br0" timeOffset="34871">20859 4248 21248,'7'-8'0,"-2"3"0</inkml:trace>
  <inkml:trace contextRef="#ctx0" brushRef="#br0" timeOffset="35331">21081 4520 26290,'5'49'74,"-1"0"0,1 0 0,1 1 0,-2-2-54,-5 6 0,-3-4-20,-4 1 5,-2 11 1,2-26 61,2-7-28,5-24 73,-1-11-89,0-1 44,-7-28-78,-1 1 11,-1-9 0,-6-16 14,9 21 0,-1-1-523,0-4 1,0-1 514,0-11 0,1 2-4,4 17 1,1 1-218,3-16 0,2 3 215,4 1-3,7 2 0,2 3-2,4 13-9,4 4 0,3 4-9,8 10 12,13 0 6,-16 14-23,13 22 5,-13 5 990,5 8-987,-19-9 0,-4 1 9,-7 14 0,-3 9-56,-33-11-230,-16-14-986,1-10 1,-3-3-757,14-6 0,-1-1 2039,-15-1 0,5-2 0,16-4 0,1-1 0</inkml:trace>
  <inkml:trace contextRef="#ctx0" brushRef="#br0" timeOffset="39102">21733 4483 22643,'47'-29'-923,"-1"1"1,7-1 0,1 8 922,-11 15 0,-2 4 0,15-4 0,-1 3 0</inkml:trace>
  <inkml:trace contextRef="#ctx0" brushRef="#br0" timeOffset="39283">21972 4670 22853,'45'-30'-191,"-1"0"1,0-1-1,-8 5 1,-1 1 0,1 5 190,27 0 0,-5 8 0,-17 1 0,-3 3 0,-1-1 0</inkml:trace>
  <inkml:trace contextRef="#ctx0" brushRef="#br0" timeOffset="40259">23005 4277 23159,'7'-12'582,"-3"3"-492,-7 10 128,-6 5-117,1-2 207,-22 8-224,15-8 246,-19 0-134,21-11-67,-3-8-79,9-2 46,0-21-63,8 8-22,6-13-4,3 18 15,18-2-33,-1 16-7,6-2 7,6 12-11,-5 11-29,16 18 12,-27-4 0,-4 2-377,13 21 376,-22-12 1,-6-1 6,-11 4-29,-13 5 1,-6 0 16,-11 4-431,3-13 0,-6 3 1,3-6 458,10-9 0,-1-3 39,-9 4 1,-6 2-1,6-5 130,-13-2 27,-9-1-118,40-21 35,20-19 265,9 8-311,30-20 1275,-4 20-1325,21-3 0,-18 13-203,-6 5 1,1 2-375,22 6-205,-12-1 1,0 0 117,-12-1 0,1 1 112,28 6 1,-4-1-1,-18-4 1,-2 0-1,1 0 1</inkml:trace>
  <inkml:trace contextRef="#ctx0" brushRef="#br0" timeOffset="40467">23927 4285 23969,'-21'38'-111,"0"1"1,0-1-1,-10 16 1,1-6-532,5-18 1,0-3-809,1-2 0,1-1-5143,-18 14 6593,13-15 0,14-12 0,8-8 0</inkml:trace>
  <inkml:trace contextRef="#ctx0" brushRef="#br0" timeOffset="40659">23580 4448 17949,'-4'-41'1854,"0"0"0,-1-1 0,2 8-1198,1 19-466,-1-1-78,3 10-39,4 9-34,7 8-39,10 14 0,14 18-45,-2-1-713,0-2 1,4 2 390,-8-13 0,0 0-45,6 6 1,2 1 411,4 0 0,-5-5 0,-10-9 0,13 14 0</inkml:trace>
  <inkml:trace contextRef="#ctx0" brushRef="#br0" timeOffset="42642">23642 4535 20529,'37'-25'18,"-1"0"0,0-1 0,5 2 0,1 0 0,-2 7-13,2 8 1,-1 4 6,3-2 0,-4 2 72,5 2-6,-23 1 74,-17 2-124,-23 0 28,-35 0-28,6 1-276,3 0 0,-2 0 320,11 1 1,0 0 137,-16 1 0,1-1-135,17 0 1,1 0 34,-7 0 1,6-1-100,16 0 12,-2-1 89,25 0-3115,40-9 3020,-13 3-549,10-2 1,11-3-1,-7 2 527,12-3-101,-15 4 0,5-1 0,-6 1 112,11-2 11,-2 0 117,-12 1 2325,-25 5-2448,-15-1 2713,-23 4-2713,-29 3-5,14 1 0,-3 1-369,-10 3 1,-1 0 370,8 0 1,-1 0 13,-12 2 0,0 1-226,10-2 0,1 0 193,6 0 0,2-1-1,-19 6 57,53-3-6,15-5 57,29 2-46,17-6-47,-17-1 0,5-1 66,-5-1 1,4-1 0,-1-1-73,13 0 1,0-2 4,-2 0 1,-1-1 140,-8 0 1,-5 0-93,13-4 292,0-2-214,-27 4-39,-24 1-102,-14 6 12,-46 10 12,19 0 417,-5 3 0,-3 2-426,12 0 0,1 1 5,-15 7 0,2 2-14,15-8 1,3 1-23,-5 7 0,6-1 23,14-6 279,-1 10-246,26-13 3,-1-4-8,23-2-46,24-10 12,-7-1-1020,-5-1 1,-1-2 1025,3-1-10,4-2 1,-1 0 48,-10 1 2,-4 1 1,-8-1-9,-22 2-2621,-23-3 2593,-3 5 1233,-35-1-1216,16 6 0,0 1-9,7-1 1,-1 1-10,-17 2 1,0 1 33,-9 3-28,24-2 1,2 0-28,-7 2 5,16-1 3148,20-4-3098,7 0 259,11-1-247,6 0 525,4-2-536,22-7-17,-5-2-17,10-3-23,5-1-251,4 0-1571,0 1 1845,-25 8 0,-3 1 0,-3 1 0,-6 3 0</inkml:trace>
  <inkml:trace contextRef="#ctx0" brushRef="#br0" timeOffset="43351">24786 4139 18610,'-3'-10'3781,"1"1"-2011,2 9-577,0 0-1153,-8-33 32,6 40-44,-7-26 0,9 48 51,-3 27-40,-3-2-341,1-14 0,-1 0 325,-3 11-57,-3 2 85,3-18 27,2-5 213,3-10-84,3-15 68,2-11 487,9-21-717,-2 4 15,4-7 1,1-4-36,1-4 1,-1 0-15,-1 5 0,-1 0-6,1-4 1,-1 0 73,2-23-79,-6 29-51,2-11 6,-8 35 1,-1 17 38,-3 11-5,-1 6 11,-7 35-11,4-13 13,1-12 1,1-2-8,-1 10 5,2 0 11,1-15 78,1-7 135,1-8-89,0-23-146,-1-3 39,-2-22-6,-3-24-17,4 25 1,-1-1-1,0-7 1,0 0 11,1-18 22,1 19-61,1 11-84,1 21-1,-2 7 6,0 18-89,0 17-454,-2 19-331,3-20 1,-1 0-2914,1 25 3888,0-24 0,1-4 0,0-5 0,0 0 0</inkml:trace>
  <inkml:trace contextRef="#ctx0" brushRef="#br0" timeOffset="44392">25850 4253 19720,'8'-56'1402,"0"0"0,-1 7 0,-2 11-1038,-5 28-303,-1 7 46,-8 18-6,-8 12-40,-14 26-50,6-10 1,-1 2-617,6-12 1,0 0 455,-11 18 1,-3 2-1003,2-7 0,-2-1-835,0 0 1,-1-2 413,2-1 1,1-4 1571,3-10 0,4-6 0,7-6 0,-3-1 0</inkml:trace>
  <inkml:trace contextRef="#ctx0" brushRef="#br0" timeOffset="44568">25431 4248 17809,'16'-45'1529,"0"1"0,-3 6 1,-1 8-1284,1 20-184,-6 9 67,34 36-185,-6 2 8,-10-9 1,3 3-678,-1 4 1,2 4-1,-3-5-1090,-5-7 1,1 0 1814,10 12 0,5 5 0,-7-9 0,-5-7 0,14 10 0</inkml:trace>
  <inkml:trace contextRef="#ctx0" brushRef="#br0" timeOffset="45034">26376 4228 17630,'-3'-7'2181,"-4"-31"1,3-6-1873,7 17-144,-1-20 0,5 2-25,25 25-17,24-1-117,-16 11 16,7 6 1,-17 10 10,4 11-27,-6 0-9,-8 10 0,-2 2 3,-7 0-17,-1 3 1,-3 3-23,-15 18 61,-7-2 0,-6-6 46,-9-16-12,10-18 420,-43-1-314,37-11 241,-29-8-179,43 0 308,0-9-364,9 8-95,8-3-45,8 6-17,11 4 12,-3 4-23,22 15-34,-20-2 20,4 7 0,1 4-392,4 14 305,-12-9 0,-1 0-117,-2 12-1193,-38 17 504,-6-30-2429,-24 0 1,-9-5 2788,21-13 1,1-2 0,-7 2-1,4-1 1,3-5 0</inkml:trace>
  <inkml:trace contextRef="#ctx0" brushRef="#br0" timeOffset="45718">22908 3723 17008,'-46'14'1032,"0"-1"1,0 5 0,8 3-708,8 21-841,9-8 0,-1 5 709,-4 10 1,0 3-578,7-15 1,1 1 0,-1 2 431,-3 7 1,0 3-1,2-2-16,3-4 0,1 0 0,2-2-27,-3 7 1,3 2-213,6-5 0,1 3 0,5-3-20,7 1 1,6-1-47,0-2 1,4 1-1,5-3-301,6-8 1,5-3 0,4-2-1262,7 2 0,5-4 0,1-1 1835,0-4 0,0-1 0,-3-3 0,6 1 0,-4-3 0,12 1 0</inkml:trace>
  <inkml:trace contextRef="#ctx0" brushRef="#br0" timeOffset="46268">25070 3915 22666,'55'-20'481,"-3"21"-425,-31 24 0,-5 10-598,1 2 0,-2 5 542,-2 18 0,-4 1-389,-2-17 1,-3 1 210,-3-2 1,-3 2 0,-3-2-714,-6 2 1,-4-2-2373,-9 11 0,-5 0 3263,-1-8 0,0-6 0,8-12 0,1-4 0,-7 3 0</inkml:trace>
  <inkml:trace contextRef="#ctx0" brushRef="#br0" timeOffset="47134">22679 5625 18005,'-6'0'2527,"2"0"-2304,4 0-323,94-55-2809,-58 48 1,2 0 2876,4-11 0,3-5 0,0 9-188,-1 15 0,0 7 0,-6 1 1049,13 12-868,-9-7 0,-12 4 953,-37 19-853,-33 0-11,5-12 1,-5 0-180,-9 1 1,-3-1 343,-3 0 1,-1-2 30,3-1 1,2-2-49,8-3 1,4-2 3021,-16 7-3091,28-11 569,31-7-603,9-6-22,33-8-50,10-5-35,-11 0 1,5-3 47,5-4 1,-1-2 37,-13 6 1,-3-2 3,2-5 1,-9-2 100,-18-9 23,-5-11 291,-25-7-101,-5 12-179,-6 6 593,-5 7-498,20 17-185,-6-3 505,16 11-633,6 6-18,14 14 23,-2-3-11,29 30 0,-20-18-62,6 9 0,1 3-645,6 13 233,-13-13 1,-2 1-518,0 11-4107,-16 7 4290,-13-21 1,4-12-1,0-15 1</inkml:trace>
  <inkml:trace contextRef="#ctx0" brushRef="#br0" timeOffset="47667">23610 5549 19955,'16'-40'388,"-1"-1"0,2 2 0,2 10-298,6 22-23,11 3-33,-5 8-29,-3 2 7,0 9-24,5 8-10,-7-3-28,8 15 22,-19-1 123,-5 3-17,-8-2 185,-18-6 107,-12-10 327,-2-7 1,-2-2-65,-5 1-381,-8-3 207,38-14-392,9 1 62,13-8-95,-1 6 50,32-7-56,-8 10-17,10-2 0,3 8-22,1 11-553,1 5 552,-5 4-60,-17 11 60,-21-16-167,-31 22-56,-23-17 67,5-6 0,-5-2-429,1-4 1,-1-2-107,1-1 0,1-1-1017,-19-1-3736,18-3 5456,23-2 0,11 0 0,2-1 0</inkml:trace>
  <inkml:trace contextRef="#ctx0" brushRef="#br0" timeOffset="47967">23648 6087 22963,'36'-19'-632,"0"1"1,8 0 0,0 4 244,-9 10 1,-1 3-79,7-1 1,1 1-979,-3 2 1,-2 2-2143,8 5-1411,-17 7 4996,-32 0 0,-3-5 0,-2-4 0</inkml:trace>
  <inkml:trace contextRef="#ctx0" brushRef="#br0" timeOffset="48159">23670 6248 24704,'32'-16'386,"0"0"1,-3 2 0,0 0-247,12-4-73,-9 5 0,3 1-625,0-1 1,0 1 562,1 0 1,-2 1 2,-2 2 1,-2 1 327,11-2-655,2-1-6974,-20 5 7293,-18 2 0,-6 3 0,-5 1 0</inkml:trace>
  <inkml:trace contextRef="#ctx0" brushRef="#br0" timeOffset="52646">13762 7477 21920,'-14'46'279,"0"-1"0,0 1 0,0 7 0,1 2 0,3-2-279,5 7 0,4 2-1313,0-7 0,1 3 0,1 1 306,0-12 0,1 2 0,1-1 1,0-1 683,1 10 0,1-1 0,-1-4 0,2 4 0,-1-7 0,2 7 1</inkml:trace>
  <inkml:trace contextRef="#ctx0" brushRef="#br0" timeOffset="52980">13580 7719 20534,'-3'-45'518,"0"0"0,-1 0 0,3-15 1,5 4-405,2 16 1,8 5-81,14 5 0,9 6-60,2 10 1,3 6 8,-1 0 1,1 6-35,8 9 1,-1 7-43,-15 2 1,-2 3-220,8 5 1,-3 5 176,-8 3 1,-5 2 61,-7 2 0,-9 1 73,-11 0 0,-9 0 36,-9-1 1,-9-3 10,-9 0 1,-5-3-276,-5-1 0,-3-3 275,0-3 1,0-2-37,5-3 1,2-3-141,9-5 0,3-1-1793,-2 0-1198,28-6 2451,27-4 1,-7 0 0,2-1 0</inkml:trace>
  <inkml:trace contextRef="#ctx0" brushRef="#br0" timeOffset="53396">14513 7565 20425,'-5'-9'3814,"2"2"-3567,3 7 156,0 0-246,-68 25-163,47-8 6,-17 1 0,4 3-11,26 12-17,4-1 17,5-3 16,20 1 23,-8-20 62,18 2 44,-13-21 1,4-9 11,-2-14 95,1-22-163,-9 15 90,3-16 34,-8 28 16,0 2-106,-3 11-89,-3 19-12,-3 3 6,-3 20-29,-3 3-16,0 12-72,2 4-718,5 11-122,4-17-1350,11 15-1721,12-23-905,2-16 1,2-3 4733,19 1 0,-4-9 1,-26-8-1</inkml:trace>
  <inkml:trace contextRef="#ctx0" brushRef="#br0" timeOffset="54238">14946 7770 18936,'29'-47'1663,"0"-1"0,-2 0 1,-7 6-1250,-12 9 241,-4-4-189,-10 22-113,-12 1-191,-9 12-89,-3 6 39,-11 15-51,-7 19-61,9-7-3,14-6 1,3 1-15,5 5-3397,6 10 3425,12-16 11,14-2-11,0-18 101,23-7 28,-9-11 23,13-11 27,-11-7 3617,-3-4-3477,-12 10-190,-4 4 28,-10 15-140,-2 4-34,0 8 23,0 12-28,0 20 0,0 26 0,0-2-463,-2-13-1,1 2 436,0-3 0,0 2-440,0-7 1,0 2 0,0 1 384,2 1 1,0 1 0,-1 0-49,0 2 0,-1-1 0,-3 1-26,-1-2 0,-2 0 0,-6-1 74,-7 1 1,-6-2 0,-2-5 138,-9 1 0,-5-7-9,0-2 0,-1-15-106,4-31 1,7-15 102,14-1 1,5-5-15,-6-7 1,5-4-366,8-14 0,8-2 337,6 5 1,7-1-313,3 1 1,5-3 0,2 3 223,0 7 0,1 3 0,2 1 22,0 2 0,2 1 1,0 4-149,-1 5 1,0 3 0,2 2-518,16-10 1,-1 3 479,-8 6 0,1 0-197,13-5 1,1 3 491,-15 11 0,-2 3 13,-4-1 0,-1 1 355,19-11-134,-36 17 564,-14 4 158,-12 4 65,1 2-249,-16 4 1360,14 1-1742,-16 9 57,18-5-415,-5 8-34,12-5 12,8 6-22,3-7 44,15 2-17,6-9-5,22-11 5,-4-5 18,3-13 27,-20 0-39,-12 2 78,-8-14-67,-8 17 68,-7-19 78,-10 13-157,1 4 78,-16 4-106,17 14 28,-22 15-45,19-1 12,-18 31-12,22-17 0,-4 28-45,15-10-14,8-8 1,3 2-262,2-4 1,3-1 95,9 5 0,3-2-185,2-6 1,2-2-371,4-3 1,2-3 145,-7-3 1,1-4-3003,9-2 0,1-4 3624,15-7 0,-9 1 0,-20-4 0</inkml:trace>
  <inkml:trace contextRef="#ctx0" brushRef="#br0" timeOffset="54440">16140 7452 25287,'14'-50'-1835,"11"26"1,9 6-1132,-1 15 1,3 4 1833,10-3 0,-1 1 0,2 2 0,-21-1 0</inkml:trace>
  <inkml:trace contextRef="#ctx0" brushRef="#br0" timeOffset="54613">16276 7535 25965,'17'11'-3641,"39"-13"3641,-8-8 0,1-4 0,-12 6 0,-2-1 0,15-2 0</inkml:trace>
  <inkml:trace contextRef="#ctx0" brushRef="#br0" timeOffset="55096">16860 7403 25812,'-37'-45'241,"0"-1"0,9 3 0,15 6-204,30 16-4,17 1-16,19 12-17,-3 5-2,-14 4 0,0 4-24,-1 5 1,-4 2 9,10 10-40,2 7-45,-13 6 12,-14-2 34,-4 18 44,-28-5 17,-15-1 16,-12-6 1,8-12 150,-17-1 51,21-17 34,-9 2-1,21-15-150,9 0 100,7-11-129,7 2-55,1-2-1,16 1-33,2 8 0,17-1 0,-7 9 22,-2 6 0,0 3-22,15 14-9,-13-5 1,0 1-43,9 21 0,-16 2 6,-29 1-72,-32-3-26,2-21 0,-5-2-793,-9-1 1,-3-3-2574,-6-3 0,-1-2 2901,5-2 0,4-3 0,-14 0 0,29-4 0</inkml:trace>
  <inkml:trace contextRef="#ctx0" brushRef="#br0" timeOffset="56376">18067 7407 20627,'-4'0'3254,"1"0"-3114,3 0-230,69-37-98,-36 33 1,2 2-227,13-16 1,1 4 136,-8 18 0,-4 6-413,-4 9 294,-4 8 128,-27 2 293,-26-5 0,-11-2 204,-5-1 1,-2-2-1441,-3 1 0,1-1 1340,4-5 0,5-1 146,2-1 786,-6 9-865,21-9 67,2 5-112,32-13-100,16-3-57,18-6 12,8-4 10,3-8 1,-10-3 50,-14-7-511,-15-22 534,-13 11-55,-14-4 1,-4 0 267,-2 3 41,-4 3 1,-1 0 173,-7 0 14,-2-3-145,7 13-169,9 10 2965,8 8-3155,10 7 664,15 12-672,5 5 0,3 3-20,17 15-684,-16-6 0,5 5 0,-6-3 670,-8-5 0,-2 2-26,4 6 1,1 5 0,-6-1-449,-5 3 1,-9 2-542,-8 1 1,-6 3-1,-1-3-730,-4 3 1,-4-3 1346,-8-4 0,-4 1 0,5-11 0,6-11 0,1-4 0</inkml:trace>
  <inkml:trace contextRef="#ctx0" brushRef="#br0" timeOffset="57518">19921 7355 15726,'-4'-2'5242,"0"1"-3891,4 1-131,-65-30-956,42 21 21,-22-9 1,0 4-152,24 11 135,-29 9-224,29 0-6,-18 12-28,24-6-44,-2 23 27,16-18-22,10 21 34,18-17-1700,3-4 1,1 0 1682,18 6 2,-1 0 1,0 0-188,-6-1 162,-6-1 1,-2 2 16,-9 5 6,-18 15 11,-15-15 12,-41 10-7,20-25 1,-4-3-1103,-20 5 1,-1-1 1102,15-6 0,1-1-29,-15 2 1,4-6 1349,1-12-5237,6-12 3910,21-8 0,16 7 0,7 7 0</inkml:trace>
  <inkml:trace contextRef="#ctx0" brushRef="#br0" timeOffset="57875">20094 7431 15659,'6'-10'4408,"0"2"-1673,-6 8-2113,0 0 689,-1-65-975,3 41-208,-2-14 1,1 2 355,2 24-254,-2-2 1110,-1 5-1200,0-3-112,0 5 22,0 1-39,0 5-39,0 0 45,0 4-11,2 9-34,3 21 33,-1-4-10,4 27-18,0-9-2,0-7 0,0 1-59,4 16-283,1-4 0,1-3-706,0-4 42,-1-3 0,1 0-3595,4 10 4626,-1 0 0,-7-21 0,-6-17 0</inkml:trace>
  <inkml:trace contextRef="#ctx0" brushRef="#br0" timeOffset="58342">20419 7553 22800,'11'-43'763,"0"0"1,1 5 0,-8 10-546,-12 24-196,0 8 34,-13 11 35,-2 9-49,2-1 0,-2 1-26,-9 12 18,9-9 0,0-1 50,-1 5-23,0 4-16,11-6 56,18-5-68,5-10-10,36 0-18,-16-9-13,8-2 0,4-1-376,13-1 378,-15-2 1,0-1-6,12-2 11,-19-3 0,-2-2 11,-4-2 17,15-14 17,-29 2 72,-1-14-38,-8 11 150,-4-6-94,-1 20 881,-4-9-725,3 12-112,-1-2-139,2 9-85,1 2 34,-1 3 27,1 10-32,7 17-40,2 5-17,4 4-196,5 3 39,-6-16-1336,3 5 1,0 0-243,-1-3 1129,3 1 1,-1-3-1,-9-14 1,5 2 0</inkml:trace>
  <inkml:trace contextRef="#ctx0" brushRef="#br0" timeOffset="58509">20910 7330 21198,'-4'-6'2241,"1"2"-2852,3 4-2201,0-17-5825,12 31 8637,-2-13 0,5 21 0,-8-8 0</inkml:trace>
  <inkml:trace contextRef="#ctx0" brushRef="#br0" timeOffset="58967">21102 7624 20128,'10'0'5035,"-3"-1"-4648,-7 1 274,0 0-577,11 64-45,1-6-764,-4-10 0,2 2 730,2-3 1,1 0-17,-1-6 0,2 0 19,3 10 0,1 1-189,0-4 1,-1 0 194,-2-1 0,-3-3 14,3 8 151,-28-12-61,-11-46-34,-20-15-50,9-10 231,5-4 1,2-4-252,8 7 0,2-2-45,-9-17 0,4-4 36,8 4 1,5 0-504,2-4 1,3-1 505,4-1 1,2 0-7,2 1 1,3 2-276,1 3 0,2 3 267,-2 13 1,1 2 230,2 1 1,1 2-226,11-6 750,-3 9-761,17 9-23,9 36 34,-6-4-14,-10 7 0,-1 6-25,4 20 63,-13-7 1,-2 2-58,4 16-18,-15-18 1,-6-2 381,-23 5-807,-6-14 0,-5-2 78,8-9 0,-3-3-1988,-22 4 0,-1-6 2386,-11-5 0,9-3 0,25-4 0</inkml:trace>
  <inkml:trace contextRef="#ctx0" brushRef="#br0" timeOffset="60384">22007 7652 23439,'47'-40'-1182,"0"0"0,8 1 0,-2 12-3125,0 25 3175,-12 1 0,-3 0 0,-6 1 0,-2 0 0</inkml:trace>
  <inkml:trace contextRef="#ctx0" brushRef="#br0" timeOffset="60533">22348 7862 24077,'47'-38'-251,"-1"-1"0,4 8 1,5 1-1,-8 8 0,2 8 1,-3 2-1,0-1 0</inkml:trace>
  <inkml:trace contextRef="#ctx0" brushRef="#br0" timeOffset="60799">23135 7364 18380,'0'-4'5159,"0"2"-3058,0 2-1849,-14-16-90,1 37-66,-15 2-82,14 21 0,3 6-967,2-16 1,1 0 938,-1 8 0,4 2-613,9 10 1,5-4 497,6 8-356,6-1 0,7-2 28,-1-30 1,4-3-1238,22 8 0,3-3-1197,-16-10 1,0-2 2766,15-1 0,-5-3 0,-18-7 0,-2-3 0</inkml:trace>
  <inkml:trace contextRef="#ctx0" brushRef="#br0" timeOffset="61299">23630 7469 19983,'-4'-4'3276,"0"0"-2318,-2-57-801,10 39-40,3-18 1,4 2-79,10 24 17,25-8-45,-19 15-5,6 2 0,2 3-18,-4 5 6,3 6 1,-3 5 0,-14 6-7,5 38 7,-17-27 10,-10 30-5,-1-34 28,-24 28-11,7-28 11,-8 7 0,10-22 140,-12-7-17,14-7 12,-9-1-57,20-8-77,5 2 27,7-3-11,5 4-23,8 0 0,17 3-22,-7 3-16,35 15-7,-21 3 3,-10-2 1,0 3-20,10 18 0,-11 5 21,-14-6-15,-15 7 10,-18-9-8,-6-10 1,-2-2-15,-16 6-182,-1-12 0,0-4-249,6-5-2201,-26-9-3182,40-5 5859,-6-10 0,20 10 0,0-1 0</inkml:trace>
  <inkml:trace contextRef="#ctx0" brushRef="#br0" timeOffset="61616">24431 7525 26435,'58'-24'342,"-2"2"-303,-17 14 146,12-4 140,-9-1-247,-5 2 107,-1-3-146,-26 8-45,1-2-139,-6 5-751,-3 0-3019,-2 1 3915,0 1 0,0 0 0,0 0 0</inkml:trace>
  <inkml:trace contextRef="#ctx0" brushRef="#br0" timeOffset="62659">25125 7296 20084,'1'-6'3954,"-1"1"-3209,0 5-415,0 0-173,6-15-96,-4 38-44,6-16-6,0 54-123,3-5-521,-2-10 1,0 1-179,-3-15 0,1 0-4105,2 21 1,-2-3 3329,-2-15 0,1 11 1,-6-39-1</inkml:trace>
  <inkml:trace contextRef="#ctx0" brushRef="#br0" timeOffset="62917">25462 7140 19501,'-2'-11'3758,"0"3"-2904,-8-27 0,-1-5-462,6 15-327,-5-17 0,9 6 13,23 34-50,5 7 11,22 17-25,-18 1 0,0 3-2140,-5-5 1,0 1 2119,4 5 1,-1 5-114,-1 21 0,-6 1 60,-10-23 1,-1 2-111,3 12 1,0 6 0,-6-2-790,-13 7 1,-6-3-620,1 1 0,-4-1 1187,-10 6 1,-2-6-1,-1-8 1,2-12 0</inkml:trace>
  <inkml:trace contextRef="#ctx0" brushRef="#br0" timeOffset="63150">26342 7195 25203,'-12'55'-118,"0"0"0,-5 5 1,-3-5-760,1-22 1,-2-2-68,-14 19 1,1-2 0,-2 2-1,16-23 1,0-1 0</inkml:trace>
  <inkml:trace contextRef="#ctx0" brushRef="#br0" timeOffset="63333">26052 7307 23825,'40'17'-287,"-1"0"0,0 0 0,13 5 0,-5 4-1497,-13 8 0,-4 3 652,1-5 0,-3-2 0,4 4 0,-3-7 0</inkml:trace>
  <inkml:trace contextRef="#ctx0" brushRef="#br0" timeOffset="63785">26589 7247 23063,'2'-47'371,"1"0"1,-5 6 0,8 9-299,38 21-34,-7 8-17,19 4-11,-10 9-11,-4 9-16,-8 11 10,-12-1-33,-4 29 16,-12-12 15,-4-9 0,-3 1 114,-11 14-67,0-14 174,-18-15-101,15-19 325,-18-6-39,14-8-12,-5-6-94,12-2-108,8-1-100,14 4-39,8 3-22,12 5-12,8 6-6,-4 4 18,14 10-6,-6 6-26,-11-2 1,0 2-43,13 17-89,-8 10-39,-25-15-1333,-41 16-1166,-16-19-2238,6-8 1,-1-2 3494,-16 0 1,15-9 0,30-7 0</inkml:trace>
  <inkml:trace contextRef="#ctx0" brushRef="#br0" timeOffset="64284">22619 9058 20072,'-6'0'2885,"2"0"-2723,4 0-570,72-27-1399,-41 22 1,2 1 236,10-6 0,4-1 0,-2 3 1570,2 5 0,-3 3 0,14-1 0,-27 1 0</inkml:trace>
  <inkml:trace contextRef="#ctx0" brushRef="#br0" timeOffset="64651">22843 9212 16682,'-6'0'5366,"2"0"-5128,4 0-513,69-40 96,-33 24-469,18-10 1,4 0 344,-27 15 1,-2 1 33,7-3 0,-2-1 171,16-15 53,-22-11 202,-28 0 11,-13 0 398,-25-2 251,-5 8-374,0 1 478,4 7 1,3 2-485,5 3-40,2 2 1,5 1 145,14 9-347,3 1-179,8 5 28,22 10 580,-3 0-631,10 9 1,2 2 5,1 4-167,-1 3 1,0 3 140,-11-4 1,-2 1-59,4 9 0,-3 2-202,-3 2 0,-4 2-551,-4 0 0,-4 0-2124,-7-1 1,-3-2 2960,-8 24 0,3-34 0,6-18 0</inkml:trace>
  <inkml:trace contextRef="#ctx0" brushRef="#br0" timeOffset="65099">24494 8773 19111,'-2'-4'2822,"1"1"-1018,1 3-1552,-69-25-50,28 32-840,-5-13 0,1 4 666,11 28 196,-3 24-208,14-2 179,6-11 1,2 4-202,4 7 1,3-1-1,2-14 1,2 0-4,5 13 1,7-2-37,22 6 22,14-14 1,8-5 16,-11-12 1,1-4 19,17 0 0,-2-9 50,-19-18 1,-5-5-4,7-10-35,-23-3 0,-7-1 7,-11 3 17,-9-3 1,-5 2-34,-8 5-6,-12 3 0,-4 3-5,-1 6-213,0 4 1,-1 3 211,3 5-110,-1 11 0,1 3-30,8 2-1558,3 15 1,7 5 1692,28 6 0,-9 4 0,17-23 0</inkml:trace>
  <inkml:trace contextRef="#ctx0" brushRef="#br0" timeOffset="65416">23944 9619 23175,'56'-6'177,"1"1"1,-13 2-1,1-2-155,3-3 1,3-3 0,-4 2-629,-10 2 0,2 0 572,12-1 1,6-1 0,-8 2-119,11 0-663,-5 2 0,-4 1-123,-19 3 938,11 5 0,-36-3 0,-2 3 0</inkml:trace>
  <inkml:trace contextRef="#ctx0" brushRef="#br0" timeOffset="65625">24186 9724 26015,'43'-15'137,"-1"1"1,1-1 0,-1 2 0,0-1 0,-2 2-40,9-2 0,-1 1-727,-1 0 0,-2 1 648,-10 3 1,-2 0 16,4-2 1,-4 1 406,-6 0-1871,3-8-1230,-30 11 2658,-9-5 0,2 8 0,-2 0 0</inkml:trace>
  <inkml:trace contextRef="#ctx0" brushRef="#br0" timeOffset="69109">1751 2754 19669,'0'-22'1254,"2"4"-1091,7 15-18,8 1-33,10 5-39,10 3-6,12 2-11,12 2-28,-27-6 0,2 1-133,10 1 1,3 0 149,6 0 0,1-1-791,2-1 1,1-1 801,-17-1 0,1-2 0,-1 0 34,18-3 0,0-1 4,-16 1 1,1-1 0,-1 0 12,10-1 1,2-1-16,0 0 1,4 1-1,-3 0 20,5 0 0,1 1-40,-5 0 0,4 1 0,-2 0-13,-11 1 0,-2 1 1,-1 0 0,-1 0 0,1 1 0,-2 0 10,0 0 1,-2 0 0,1 0-349,17 1 1,0-1 347,0 1 1,-1-1-11,1-1 1,0-1 2,2-1 1,1 0-31,-19 1 0,1-1 1,-3 0-7,10-1 1,1 1 24,-2 1 0,3 0 0,-4 0-537,1 1 1,0 0 511,-3 0 0,1 1 0,-1-1 12,5 2 1,-3 1-18,-2 0 0,-2-1 2,-1 2 1,-1-1-70,-2 0 0,0 0 54,1-1 1,-1-1-56,2 1 1,0-1-4,1 0 0,0 0 6,2 0 1,-2 0-13,-9 0 1,0 0 15,17 2 0,-1 0 4,-17 0 0,0 1-9,14 1 1,-1 1-2,-13-1 1,-2 1-562,2 1 0,-3 0 741,9 3 459,4 1-469,-24-4 866,2 0-861,-2-3 309,0 0-276,-5-2 3282,11-1-3422,-6 1-122,10 0-12,-6 1 17,0-1 24,1-1-37,4 0-8,-3 0-1,31-2-16,-6 0-910,-12-1 0,0 1 1231,17 0-89,-23 1 1,1 0-275,-2 0 1,0 0 199,0 1 1,0-1-76,4 0 0,-1-1 87,4 1 0,-2-1 16,17-1-1002,-10 1 0,1-1 775,3 0 326,12 1 1,3 0-148,-6 0-12,2 1 0,-4 0-39,-17 1 126,-2 2 1,-2-1-123,-6 1 155,22 1-150,-29-2 2010,19-2-2014,-11-1 40,28-3 1603,-22 0-1606,4 1 1,3 0 24,18 1-926,-19 0 1,0 2 909,6 0-1233,2 1 1221,-30 0 23,13 0-6,-16 0 6,12 0 5,6-5-10,17-1-1,-3-2-11,2 3 0,3-1 291,-12 3 0,1-1-294,20 0 0,0-1 6,-15 3 0,-3 0 513,-3 0 0,-4 0-505,6 1 28,-14 1 45,-25 0 40,-1 0-74,-2-1 1350,3 0-1349,1-1 410,13-5-433,-4 3-11,8-3-11,-9 3 27,2-1-16,-7 1-78,4-1-63,-5 2-9707,11-1 9162,-10 3 0,7-1 0,-13 1 0</inkml:trace>
  <inkml:trace contextRef="#ctx0" brushRef="#br0" timeOffset="77954">6025 4337 14023,'-5'0'3109,"2"0"-1132,3 0-1238,-24 2-268,18-2 27,-17 2-386,23-1 50,0 0-10,1 0 340,9 5-167,7 0 96,21 3-113,-1-4 0,3 0-685,-9-2 1,2 1 499,25 0 0,6 0-67,-20-1 0,1 0 0,0 1-34,2 0 1,0-1-1,6 2 3,-6-1 1,6 1 0,1 0 0,-2 0 0,-5 0-790,2-1 1,-5 0 0,4 1 778,8-1 0,5 1 1,1 0-1,-2-2 21,-8-1 1,-1-2-1,-1 1 1,-1-1-24,7 0 0,-1 0 0,3 0-4,2-1 1,3 0 0,1-1 0,-3 0 0,-10 0 0,-2 0 0,-2-1 0,0 1-7,6 0 1,-2 0 0,2 0-1,8 0 1,2 0 0,-8 2-240,-9 2 1,-6 1 240,-5-1 1,-3 0 50,19 6 84,-39-5 812,-4-1-285,-5-1 2002,-2-1-2546,-1-3 628,0 0-751,-2-3-28,1 1-550,-3-2-5481,-1 2 6059,0 0 0,1 2 0,2 3 0</inkml:trace>
  <inkml:trace contextRef="#ctx0" brushRef="#br0" timeOffset="85463">711 5268 7324,'-6'-2'3848,"1"1"1781,5 1-4022,-5-30-15,3 22-1279,-3-22 101,5 30-22,-3 0-302,2 0-23,-2 0 6,10 0-45,1 0 6,8 1-34,3 3-12,-6-1 12,7 4 12,-3-1 27,17 2-34,-8-2 23,31 1-28,-27-5 3,5 0 0,1 0 8,-3 0-11,5 1 0,0 0 6,-5 1-4,2 1 1,0 1-14,1 3 11,12 5 0,-20-5-5,3 2-1,-11-5 0,34 5 12,-25-6-23,34 1-11,-24-4 6,13-1 22,2 0 5,-2 0-5,-11 0 12,15-1-18,-15 0 6,-5 0 0,0 0-6,7 0 18,20 0 16,-21 0-12,9 0-10,-13 0-6,13 0 0,-17 3 11,13 1 0,-9 1 1,2-1 21,18-1-16,-15-3 17,13-1-20,-12-1 0,0 1-3,9-1-253,1 2 0,4 0 247,-15 3 1,-3 0-1,-7 0 1,1 0 0,12 1 0,0 2-6,10 1 11,0 0 17,-10-1 0,-1 1-11,-2-1 8,6 2 0,0-1-14,-12-1 3,7 1 0,-1 0-194,-3-2 208,6 1 0,2-1-428,9 2 414,-15-2 0,-1 0-2,10 2 10,6 1-5,-14 0 5,11 1 215,-3-1-203,3 2-12,-19-4 13,18 3-35,-32-6 226,30 4-209,-28-5 430,35 1-436,-30-2 12,26 0 236,-27-1-231,6 0 0,1 1-22,-1-1 2,5 0 0,-1 1-8,-10 0-5,28 4 10,-34-1 35,27 2 4,-16-4-4,19 1 16,2-5-23,-8 0 23,17-3-45,-29 3 1,0-1-195,2 1 0,0 1 197,5-1 0,-2 1 3,22 1 33,-4 0-33,-14 0 17,12 0-6,3 0 11,5-1-11,-3 0 11,-1-1-39,-7 2 11,-19-1 0,2 1 17,4 0 0,1 0-1650,-3 1 0,-1 0 1627,22 0 18,-5 3-18,-29-3 1,12 1-12,-15-1 73,30 0-11,-12 0 6,25-1-51,-23 0 40,11 0-12,-12 0-17,21 0 1,-8-1-1,8 1-5,-18-1 30,-4 0 1,0-1-82,3-1 53,1 0 1,2-1 14,17-2-29,-12 2 1,0 1 2,-15 0 1,0 1-4,15 0 1,0 0-9,-17 2 0,1-1 14,25 1 1,0 0-12,-22 1 0,-1-1 2,18 1 1,-1 1-179,3 0 198,-19 0 1,-1 0-6,19 1-17,-11-1 0,0-1-199,-11 0 0,1 0 207,14 0 1,1 0-4,-8 1 1,-1-1-3,0 1 0,-3 0-3,20 2 137,-21 0 1,-3 1-138,0 1 0,26 9 3066,-31-6-3049,3 2 273,-4-2-284,-14-5 695,22 1-628,19-3-73,1-1 42,8-1-42,-24 0 0,-2 0 0,-1 0 3,0 0 0,1 0 2,1 0 29,11 0-34,-10 0 5,20-2 12,-17-2-17,20-3 6,-10-1-12,4-1 12,-12 2 19,-11 2 0,-2 0-19,1 0 11,32-4-23,-33 5-16,15-3 22,-22 3 16,5 0-16,-16 1-33,17-1 22,-7 0 5,12 0-22,-3 1 17,-4 2-17,17 0 5,-13 1 18,13-1-1,-13-1 6,-5-1 17,-2-2-17,-6 2-6,6-3 12,5-2-12,3 0 6,-1 0 0,-2 2-11,-4 3 17,0-1-1,1 1 1,-8 0 0,2 0-1,4-2-5,-3 1-11,25-4 11,-3 1 3,-10 2 0,0 0-9,15-2 0,13-1 6,-15 3 0,14-3 0,-18 3 0,-4 0 0,-17 2 0,-1-2 6,-4 1-6,21-3 0,-4 1 0,18-4 0,-6 2 11,-3-1-11,-3 2-45,-6 1 29,-9 2-7,1-2 18,-10 2-18,4-4-16,-7 4-202,5-5 96,-7 5-1121,13-6-2773,-7 5 4039,4-1 0,-9 2 0,-5 2 0</inkml:trace>
  <inkml:trace contextRef="#ctx0" brushRef="#br0" timeOffset="87029">9580 4378 16762,'-45'-12'769,"0"0"0,1 0 1,10 4-574,26 8 118,-3 0-96,8 0 247,2 0-348,7 4-27,-1-1 128,11 3 6,4-3-11,12-1-34,11 0-95,-9-1 0,0 0-45,15 1 9,-2 1 0,-2-1-451,-3 1 422,-2 0 1,1 0 3,14-1 7,-10-1 1,1 0-19,16 0 13,-6-2 0,-1 0-3,-4-1-5,8 0 0,1-1-11,-7-1-1,-4 2 1,2 0 5,11 1-6,-18 0 1,-1 1 0,13 0-1,-22 0 1,0 0 5,7 1 0,-7 0 1,0 0-7,13 0 9,-4 0 0,-1-1-3,-2-1-8,5 0 0,-1-1-3,-5-1 5,-4 1 1,0 0 0,5 0 5,16 1-11,-19 1 6,7 2 418,-18 2-412,6 0 4,1 1 41,8-2-34,-14-1 16,11-2 11,-18-1-16,4 1-6,-4-1 0,-5 1-11,-1 0 27,2 2-38,-6-2 22,6 2-28,-8-2-101,17 1-124,-10-1 225,32 1 0,-34-1 0,13 0 0</inkml:trace>
  <inkml:trace contextRef="#ctx0" brushRef="#br0" timeOffset="89428">11599 5003 23915,'-10'-44'616,"26"-2"-577,10 36 8,10-2 1,1 1-31,-1 1 2,-2 0 1,2 1 8,7-2-6,15-3-27,-23 6-57,-3 2-145,-23 5-487,-3 1 296,-5 1-761,-5 4-858,-3 3 2017,-3 5 0,4-5 0,2-1 0</inkml:trace>
  <inkml:trace contextRef="#ctx0" brushRef="#br0" timeOffset="89846">12329 4754 16751,'-4'0'3568,"1"0"-2527,3 0-296,-79-13-173,33 14-694,0-7 1,1 2 188,6 15 4,26-2-94,2 5 35,12 3 21,8-3-22,3 1 17,19 5 234,-11-8-273,33 20 17,-25-16-12,26 17 6,-20-10-5,9 15-1,-18-12 51,-6 14-23,-18-23 23,-11 14 0,-12-13 5,-7-3 1,-6-2-12,3-5 0,0-1-39,-3 1 0,1-2-633,-23-13-2291,38-11-6907,-1-13 8111,18 6 0,3 5 0,0 14 0</inkml:trace>
  <inkml:trace contextRef="#ctx0" brushRef="#br0" timeOffset="90088">12586 4630 24301,'-8'44'25,"0"0"0,-5 17-50,19-16 0,5-2-42,-2-5-227,0 2 0,1 0-126,-4-7-1143,0 1 0,-1-2-532,-2-7 2095,-1 12 0,-1-28 0,-1-1 0</inkml:trace>
  <inkml:trace contextRef="#ctx0" brushRef="#br0" timeOffset="90713">12516 5027 14359,'-2'-2'5288,"0"0"-3888,2 2-1333,13-37-22,9 22-23,5-27 40,23 30-34,-25 5 67,31-9-67,-34 8 84,24-11-62,-28 9 73,16-10-39,-22 11 348,4-7-118,-11 10 0,-1-3-146,-3 5 184,-1-3-27,-3 2 90,-2-2-219,-2 3-23,-1 0-27,2 2-85,1 1-44,1 1 22,-2 2-16,0 2 5,-5 4 5,0 6-10,1 0 27,-5 15-44,7-6-12,-2 5 17,8 2-11,6-12 6,4 6 0,1-11 66,7-4 113,-6-6 17,6-7-112,-7-2 100,2-14 141,0-10-90,-2-2 11,0-5 11,-7 14-67,-1 7-107,-1 9-94,0 3-46,0 4 46,2 15-68,1 1-140,3 16 45,1-9-319,4 6-1026,6 0-788,0 1-4539,4-1 6840,-7-13 0,-5-8 0,-4-4 0</inkml:trace>
  <inkml:trace contextRef="#ctx0" brushRef="#br0" timeOffset="91571">13085 4945 23713,'6'-49'655,"1"0"1,0 5-1,-8 10-425,-15 24-107,-10 11-84,1 5 23,-18 22-57,16-1-33,-7 21 17,21-20-6,9 8 12,9-22 16,14 8 6,2-13 28,11 2-1,-9-10 220,8-12-124,-16 3 302,11-15-291,-19 13 241,1-9-241,-8 13-95,-2 0-61,-1 5-6,0 3-12,0 15 18,-1 9 5,0 24-17,2-4 0,0 1-457,1-11 0,0 2 438,0 3 1,0 5 0,1-3-55,0 5 1,0 1-33,2 1 1,0 4 0,-3-3 59,-6 4 0,-2-3 45,6 0 1,-5-8-46,-32-11 34,8-33 11,-4-18-27,12-6-82,14-12 0,6-6-412,4 7 0,4-1 199,3-18 0,2 0 129,0 16 0,4 2-605,12-16 0,4 3 179,-9 19 1,3 2 38,8-12 1,2 2 209,-8 14 1,0 3 89,19-13 308,-6 6-1538,-6 4 2025,-13 9 90,-6 2 1250,-10 6-392,-3 1-1042,0 1 436,-4 0-532,1 4 3230,0-1-3549,1 2-12,2 0 18,5 5 16,2-4 11,6 2 73,2-11 23,-4-6-23,-3-3 101,-6-1-134,-4 9 117,-4 1-117,1 7 50,-1 0-90,4 1 12,0 0-34,2 5 0,2 6-3392,3 15 3380,0-4-165,10 21 87,-8-22-604,13 26 156,-11-28-2038,11 12-2331,-7-21 4907,6 0 0,-11-8 0,1-1 0</inkml:trace>
  <inkml:trace contextRef="#ctx0" brushRef="#br0" timeOffset="91888">13632 5072 20431,'-3'0'3887,"1"0"-2156,2 0-1530,-27 0-72,20-1-73,-18-1-50,31-2-34,6-2-191,15-6 7,-5 4-640,12-3-1047,-16 6-4956,1-2 2183,-10 3 3824,-5 1 0,-4 2 0,-1 0 0</inkml:trace>
  <inkml:trace contextRef="#ctx0" brushRef="#br0" timeOffset="92088">13693 4924 26267,'12'-28'487,"-2"7"-453,-2 31-23,4 6-5,2 5-17,1 14-471,-4 16-156,-3-7-1965,-5-8 0,-2 0 2603,-5 5 0,3-6 0,-3-17 0</inkml:trace>
  <inkml:trace contextRef="#ctx0" brushRef="#br0" timeOffset="97204">763 5724 7828,'30'-3'3590,"-6"1"-2979,-24 3 997,0 1-1088,0 0 791,-4 6-728,-4 1-169,-6 7-246,0-3 269,-15 9-174,6-7-16,-10 5 16,9-7-118,10-5 197,2-3 151,7-4-257,1 0-68,2 0 39,2-1-140,-2 2-33,0-1 162,-4 4 33,3-2 46,-3 0 16,1 0 22,0-1-5,1-1-44,0 1-80,1-2-55,0 2-90,0 0 23,-3 1 0,0 4 16,-2 3 51,-3 4-50,3-1-12,-3 2-16,5-2-35,2-3 63,-1 8-18,3-2 12,-1 9-17,1 2-28,2-4 56,0 21-45,2-10-16,0 9 16,5 7-17,-2-16 23,2 15-17,-2-20 79,1 12-29,-3-11 0,0 12 12,-3-8-23,1 1-28,-1-8 62,-2 11-90,1-18 23,-1 23-28,1-24 10,0 24-4,1-23 38,0 24-22,1-16 17,0 11-6,1-3 6,-1 2-17,0 6-34,-1-8 51,-2 11-6,-1 2-11,0 4 11,-1 7-22,2-22 34,1 22-40,1-16-1679,0-6 0,0 0 1690,1 6-871,1 19 855,0-34-49,1 4 0,-1 1 54,1 1 6,-1 5 0,0 1-11,0 9-6,0-13 0,0 0-6,1 23 0,1-1 6,1-2-965,-2-23 1,1-1 970,0 12-3,1-7 0,-1-1-9,-1-4 282,1-1 0,0 0-288,-1-2 1,0 2 0,0 2 11,1 11 5,-1-11 1,-1 0 11,3 20 111,-2-11-123,-2-12 1,1 1-29,-1 13 23,0-13 0,0 0 0,-1 17 6,0-3 5,0 0 2263,-1-12-2207,-3 19-44,-2-14-1,-3 18-33,3-11 0,-1-2 3403,3-11-3403,0 12 11,3-15 11,0 13 11,0-11-11,0-2-5,0-8-6,-2 12 11,0-10-16,-2 12 10,1-13-5,-3 12 6,5-20-6,-2 13 17,4-19 5,0 4-28,0-6-5,1 3 11,-1-6-5,2 1 10,-1-2 12,0 0-17,-1-1 17,0 2-12,0 0 7,0 2-24,0 1 1,0 5 17,0-3 5,0 7-11,0-7 50,-3 29-55,1-23 10,-3 23-16,2-27-6,1 3 12,1-3 22,1 9-6,0-9 0,1 18-11,0-16-11,1 12 11,-2-7-11,0 3-6,0-1 22,0 7-10,1-7 10,1 7-5,1-5 12,-1 4 16,0 16-34,-1-12 12,-1 17 16,-2-18 0,-1 7 1,-1-5-29,0-4 12,2-9 39,0 13-34,2-16 11,0 16-16,1-10 44,1 14-22,-1-9 23,1 22-12,-2 1-39,0-7 11,0 9 0,0-27-11,0 12 0,1-11-39,2 7 50,1-10 6,1 7-11,0 2 16,-3 13-22,0-11 11,-1 16 12,-3-16-18,0 4-5,-1-6 0,2-4 11,1-11 1,0 4-18,0-6 0,1 1 12,-1 1 0,0-1 10,0-2-16,0 3 6,0-6 0,0 3-18,0-4 12,1 6 6,1-4-17,1 4 16,0-5 7,3 7-1,-3-5 6,0 7 5,-1 3-11,-1-3-11,1 9-5,-1-8 10,2 3 1,0-3 22,1-5 11,0-3-17,1-2 90,3 8-78,0-1-23,4 6-11,3-1 17,-4-8 22,5 1-5,-5-8 39,5 0-67,-6-3-46,3 2-10,-4-2-398,5 4-3809,5 0 4257,2-2 0,-7-3 0,-3-2 0</inkml:trace>
  <inkml:trace contextRef="#ctx0" brushRef="#br0" timeOffset="109212">4477 7421 9671,'-7'0'6934,"2"0"-4963,5 0 404,0 0-1181,-64-11-847,41 8-22,-17-2 0,1 0 229,17 7 40,-2 0-488,11 0-55,4-1-107,9-1 33,6 4 34,1-1 6,16 8 11,17 2-5,8-1-12,3-1-250,10-6 255,-21-9 1,0-1-436,5-3 1,1-1 423,-1-1 1,1-2-3,1-5 0,-3 0 14,-10 2 0,-2 0 18,6-4 1,-2 0 87,5-5 45,-19 3-95,-42 9-45,3 3 6,-17 0 61,1 7 1,0 1-35,-4-1 182,-5 0 0,1-2-63,7-3-29,-10-7-73,22 4 926,2-3-864,8 3 198,-3 1-338,7 4-56,4 2 6,6 8 61,8 4 6,21 13-29,10-1 15,-11-7 0,0 0-14,16 4-40,-10-5 1,-1 1-124,11 9-100,-16-6 0,-2 2-1183,-1 19-2587,-23 10-5170,-11-11 8366,-9-1 0,8-24 0,3-5 0</inkml:trace>
  <inkml:trace contextRef="#ctx0" brushRef="#br0" timeOffset="109861">5662 7194 23887,'21'45'621,"4"-6"-475,11-24-34,7-5-62,-6-5 118,23-13-56,-20-5 67,14-11-72,-25 3 134,-7-9 78,-18-4-162,-10-2-90,-7 1 174,-27 5-112,6 16-34,-16 0-44,13 15-40,11 3 0,2 17-17,13 1 12,0 7-28,8 19-6,4-21-6,10 25-95,16-9-72,7 0-196,-10-19 0,1-2-505,23 9-21,-8-10-1811,9-3 1930,6-13 1,-23 0-1,6-6 1</inkml:trace>
  <inkml:trace contextRef="#ctx0" brushRef="#br0" timeOffset="110212">6640 7042 15750,'0'-3'5544,"0"0"-4124,0 3-1297,-23 33-50,11-9-59,-4 2 0,-1 2-87,-6 12-218,-8 5 56,1-8-12,8-14 1,-2-1 62,-4-4 0,0-3 324,-28 10 85,-2-16 100,25-24-36,13-4 361,10-19-52,12 13-122,4-8-140,8 14-151,8 6 47,-5 6-199,13 5-21,-3 9-40,13 6-140,7 8-504,10 4-780,-26-12 0,2 0-114,6 2 1,-1-2-1219,-5-3 1,1 0 2783,7 0 0,-4-2 0,-6-1 0,2-2 0</inkml:trace>
  <inkml:trace contextRef="#ctx0" brushRef="#br0" timeOffset="111095">7086 7003 24396,'-30'-9'249,"-1"0"1,-26 7-166,29 43-82,10-9 1,1 1-3,-6 14-56,10-5 0,4-1-39,5-7-269,13 26-308,17-29-392,20-1 358,-17-19 0,3-4-386,9-5 0,-1-4 666,17-5 274,-21-3 1,-3-2 319,0-9 785,5-12-454,-18 12 688,-4-5-566,-14 16 1424,-2-3-1726,-1 9 124,-2-1-247,2 5-146,-2 4-33,1 1 5,-1 10-11,1-3 12,-1 18-18,4-10 7,4 9 4,2-13 35,18 0 50,-1-13 27,4-12 1,3-6 25,-3-7 1,-2-3-336,6-8 1,-3-4 323,-3-5 0,-4-1-96,-9 12 1,-1-1 36,1-14 0,-2-1-17,-2 4 0,-1 0 20,2-11 0,-1-1 8,-1 3 0,-1 2 9,-2 4 0,0 3 10,-3 8 1,0 3 104,0-14-40,-2 21-118,-2 14-61,-1 17 6,-3 4-6,-6 27-6,-4 13-18,6-14-1,0 4 17,0 4 0,1 2-29,2 2 1,3 1-353,5 9 0,8 0-3314,14 1 1,5-4 3702,-7-10 0,2-5 0,5-7 0,-3-8 0,-6-14 0</inkml:trace>
  <inkml:trace contextRef="#ctx0" brushRef="#br0" timeOffset="111512">8048 7002 24368,'4'-42'694,"0"0"1,0 2 0,-1 12-465,-2 23-146,-3 6-56,0 4 39,-9 21-45,2 4-11,-5 30-11,8-9-5,2-1-6,11 0 22,11-22 0,0 0 17,15-16 112,3-20-84,-5 0 73,16-20 5,-18-2 62,9-21-129,-16 16 57,-4-11 10,-14 18-72,-4 3-57,-1 6-38,-2 10-51,1 6-202,1 1-212,5 7-550,6 7-3019,15 17 320,6-1-151,3 0 3898,2-11 0,-21-13 0,1 1 0</inkml:trace>
  <inkml:trace contextRef="#ctx0" brushRef="#br0" timeOffset="112279">8913 6894 18560,'0'-4'6547,"0"2"-5432,0 2-532,-74-41-802,45 32 278,-19-11 0,0 6-9,16 29 78,-7 10-122,5 8-12,5 9 12,11-7-12,4 24-16,12-21-17,9 14 22,10-23 17,4-12 6,5-8 10,11-16 40,7-26-36,-17 12 0,-1-3-18,1-11 1,-3-3 27,-4-1 1,-2-1-424,-4 6 0,0-1 421,0-13 0,-1-2 14,-1-5 0,-1 0 16,0 2 1,-1 1 11,1-3 0,-2 4-8,-2 2 139,-3 12-111,-4 25-79,0-1-22,0 14 268,0 11-262,0 15 855,0 4-856,-1 7 0,-1 5-16,1-9 0,-1 2-361,0 16 1,1 2 320,0-11 1,3-2-9,3-4 0,2-2-21,7 11-32,16-9 28,-2-22 11,18-10 72,-3-16 12,9-15 0,-17 0 62,11-15 44,-23 16 29,4-8 688,-19 16-716,-8 7-36,-3 5-32,-5 4-17,-1 1-5,-1 8-11,4 3-12,2 10 23,3-4-34,9 11 17,8-13-5,16 3-7,11-11 29,9-13 0,3-9 17,-5-11-6,-16-1-1646,-15-2 0,-5-2 1652,-4 1 67,1-31-6,-19 34-45,-2 3 6,-7 8 97,-28 17-153,11 9 0,-21 14 0,24 14 0,9 12 0,9 9 1530,9-27 0,5 1-1595,4-1 0,7 0-179,5 0 1,5-3-76,-1-5 0,5-3 319,13 0 0,7-2 0,-6-3 0,2 3 0,3-5 0,-1 0 0</inkml:trace>
  <inkml:trace contextRef="#ctx0" brushRef="#br0" timeOffset="113146">6023 7911 7516,'-10'1'1983,"-23"1"0,-4 1 1314,2-2-2432,-6 2 0,0-1 1053,9-1-1083,10-1-187,11 0-446,21-5 825,3 1-711,23-5 1,7-2-191,-8 3 1,2 1-498,4-2 0,4 0 1,0-1 433,-3 2 1,0 0-1,2-1 2,5 0 1,2-1-1,1 0-24,7-2 0,3 0 0,1 0-625,-10 2 0,1 0 1,1 0-1,2 0 593,-8 0 0,2 1 0,1 0 0,0 0 0,0-1-423,5 0 0,0 0 0,1 0 1,1-1-1,0 1 414,-7 1 0,1 0 0,0 0 0,0 0 0,1-1 0,-1 1-248,3 0 1,1 0-1,0-1 1,0 1 0,-1 0-1,-2 0 234,1 0 1,-2 0 0,-1 1-1,1-1 1,2 0-56,-3 1 0,2 0 0,0-1 1,1 1-1,0 0 0,-2 0 48,9-2 1,0 0 0,-1 1 0,-1-1 0,-1 1 16,3-1 0,-2 1 0,1 0 0,3-2 3,-5 2 0,5-2 0,3 0 0,-3 0 0,-4 1 0,-10 1 6,13-2 1,-4 0-2,-7 1 0,7-1 1,-2 0-1,-11 1 418,-8 2 1,-4 0-395,3-2 0,-3 0 1668,11-5-1662,-18 3-410,-15 2-526,-7 4 1517,-15-3 0,7 6 0,-7-2 0</inkml:trace>
  <inkml:trace contextRef="#ctx0" brushRef="#br0" timeOffset="115304">1964 7377 8270,'-2'-3'8010,"1"0"-3641,1 3-4173,-11-23 230,5 33-102,-13 10-245,10 37-68,4-16 0,0 0-331,1 15 309,2-20 0,2-1-1,3 3 1,0-4 0,2 0 17,3 8 22,1 4 0,-5-23 151,-4-13 186,-1-7-259,-5-8-89,0-9-34,-3-13 17,3 0-11,2-34 33,2 11-22,3 11 0,1 1 0,1-13 20,4 17 0,1 2-4,6-6 2,8-9-18,-6 23-12,15 2 24,-3 8-1,16-5-11,-10 6 8,-1 1 1,1 0-498,6-2 486,11-2 0,4-2-5,-20 8 0,0 0 10,16-5 1,0 1-3,-20 5 0,0 1-49,6-2 0,-3 1 66,-4 0 6,14-3-18,-26 7 1,3-2 5,-5 3-11,6-4 6,2 2 494,12-4-500,-4 2 103,19-4-97,-19 3 11,12-4-12,-21 6 18,-5 1-1,-11 4 34,2 0-34,-4 2 1,1 0-12,-2 0 17,6 4-6,1 2 23,6 5 6,0 3-1,1-2-22,-5-1 50,4 0-10,-7-5-12,3 3-28,-6-4 50,1 3-33,-3-2 112,8 15-62,-1-5-22,5 14-17,-2-4-6,0 2 0,0 2 1,-3 0-6,-1-1 5,-2 0 6,-1 0 17,-1-1-40,-4-8 119,0 10-91,-3-14 85,0 22-62,-3-15 0,0 12-45,-2-15 157,-4 4-112,5-14 157,-9 8-135,3-11-44,-5 5-45,5-5 16,-10 7 1,4-4 11,-10 6-29,7-5 46,-16 6-6,4-5-34,-5 4 18,-13 0-24,15-5-10,-7 2 0,-3 3 5,21-6 29,-31 13-29,31-12 22,-34 12 23,21-11 6,-22 4 11,8-8-34,9-2 118,-13-2-45,21-4-56,-5 1 89,5 0-105,16-1 10,-19 3-39,19-2 28,-26 6-33,17-4 11,-13 3 22,12-4 11,5-1-10,8-1-24,4 0-4,6-2-158,2 0-61,1-1-2280,14-8-7344,8-3 8751,3-2 1,-4 5 0,-14 7 0</inkml:trace>
  <inkml:trace contextRef="#ctx0" brushRef="#br0" timeOffset="117483">4362 8656 20078,'-38'18'80,"0"-1"0,0 0 1,17-6 81,26-10-67,0-1 135,27-4-191,-16 2 28,22-5-50,-23 4 39,26-8-62,-21 5-10,23-9 4,-26 9 7,22-10 38,-24 10 102,10-4-68,-22 9 17,-28 8-39,7-1 39,-17 5 0,-4 2 168,-16 6-22,15-4 0,0-1 55,-7 3 208,7-2-325,25-9 168,2-1-140,10-4-117,2-1 38,8-4-89,-1 1 39,20-5-61,0 2-12,18-4-27,6 0-46,-5 1-204,-14 2 1,2 0-2385,20-5 1819,2 1 0,-21 4 0,-17 4 1</inkml:trace>
  <inkml:trace contextRef="#ctx0" brushRef="#br0" timeOffset="118275">5193 8559 16740,'-6'2'3299,"2"-1"-846,4-1-2027,45 7-269,-14-8-93,2 3 0,6-2 76,20-10 0,1-5-1005,-14 5 1,1 0 867,2-1 1,3-1 0,-2 0-4,2 0 0,-5 0 206,-10 3 0,-1 0-218,1 0 1,-1 1-5,13-3 94,-12 3 23,-15 3-73,-34 4 5,-16 1 1,-5 2 47,-1-1 0,-2 1 183,-14 2-94,16-2 1,0 0 1545,-8-5-1347,13-3-183,13-1 194,7-4-284,6 5-63,4-1-38,7 2-18,10 0 23,2 1 34,32 1-12,-8 3-17,-10 1 1,2 3-6,26 6-36,-25 1 0,-2 0-48,12 7-387,7 13-1064,-37-5-3601,-9 15-4695,-12-9 9155,-9 0 1,6-21 0,2-5-1</inkml:trace>
  <inkml:trace contextRef="#ctx0" brushRef="#br0" timeOffset="118732">6955 8438 20179,'-4'-6'4083,"1"2"-3641,3 4 298,0 0-690,-28-24-22,25 36-22,-21-19-163,40 66-258,-2-13-235,-2-12 1,0 0-773,5 9 1422,-1-14 0,0-3 0,-5-7 0,10 10 0</inkml:trace>
  <inkml:trace contextRef="#ctx0" brushRef="#br0" timeOffset="119108">7202 8193 17977,'-4'-6'5198,"1"2"-3988,3 4-1182,-54-18-34,39 29 12,-39-18-17,53 46 11,7-15 33,5 7 1,4-14 140,-1-8-57,-4-5 286,2-32-363,-8 13 122,-3-42 40,-15 22-135,0-1 6,-3 12 39,2 18-162,3 5-6,-4 8 0,8 4-354,1 26-318,5-1-656,6-3 1,4 1-257,4 9 961,14-7 1,1-5-1,-10-13 1,20 11 0</inkml:trace>
  <inkml:trace contextRef="#ctx0" brushRef="#br0" timeOffset="119458">7469 8349 25169,'6'-50'39,"5"22"-22,-2 45 11,2 13 0,0 2-39,-1-1 13,-1 5 1,-2-1-3,-4-7-5,0 19 173,-4-23-50,1 0 22,-1-16 190,-1-27-246,1 6 62,1-30-96,4 17 17,4-5 1,1 0-23,4-3-9,-1 4 0,4 0 15,14-4-40,4 4-5,0 9-51,12 16-353,-2 19-633,8 7-89,-11 8 1120,-21-1 0,-4-1 0,-4-9 0,5 18 0</inkml:trace>
  <inkml:trace contextRef="#ctx0" brushRef="#br0" timeOffset="120666">8407 8077 24127,'-55'11'37,"0"0"1,7-1-1,8 6-37,8 36-22,11 5-28,13-1-46,11-1 29,7-7-185,31-10 163,-13-22-18,7-4 1,1-3 67,-2-5 11,28-5 39,-37-4 146,20-21-73,-28 13 168,9-15-107,-23 20 303,-3-3-381,-2 9 96,-5 0-96,2 5-45,0 2-10,3 0 16,4 6-23,2-2 29,4 4-17,1-5-6,5 0 129,10-4-90,-3-2 79,31-17-45,-13-9-179,-8 4 0,-1-4 157,-3-1 0,-2-1 17,13-20-12,-18 14 0,-3-1 0,-2-9 87,-5-13 0,-3-4-45,-5 24 1,-2-1 30,-1-19 0,-2 1 140,-9-1-79,-3 17-100,2 19-62,3 11-22,4 13-23,0 12 269,1 5-274,1 37-1,3-21-295,2 8 1,2 2 250,5 13 31,-3-26 0,1 1-129,2 5 0,2-4 19,0 0-11,0-6 1,2 0-297,9 1 234,3-8 57,4-12 106,-8-17 1,14-26 49,-15 8 48,2-6 1,1-2 52,1-3 614,5-12-463,-16 22-66,-6 11-141,-5 8-22,-2 8-22,1 2-1,-5 16-10,4 0 16,-2 13-11,8-4-39,7-2 33,1-8-11,23 1 17,-3-13 28,22-2-5,-6-15 38,0-10 7,-9-10 21,-9-7 18,-12-3-12,-10-3-34,-5 11 113,-11-8-124,2 21 57,-10-11-107,9 20-129,-3-1 34,7 8-264,1 5-1657,9 11-3646,4 3 4814,7 7 0,-7-11 0,-4-5 0</inkml:trace>
  <inkml:trace contextRef="#ctx0" brushRef="#br0" timeOffset="121033">9848 8142 20806,'-3'0'4481,"0"0"-3999,3 0-398,-22 2 39,34 2-95,-23-1 45,43 0 33,-12-3 29,3-5 21,-5-5-16,-5-8-11,-5-10-17,-4-8-56,-2 4 157,-2-14-51,-3 22-66,-5-3-46,-9 22-3380,-18 23 3352,8-3 6,-17 21-28,20-5 11,1 11-39,12 2-112,20 1-336,18-4-1011,5-17 0,5-4-3811,18 8 5298,-12-13 0,-5-2 0,-11-6 0,-2-1 0</inkml:trace>
  <inkml:trace contextRef="#ctx0" brushRef="#br0" timeOffset="121974">10276 6334 24251,'-28'-39'666,"1"20"-492,12 53-90,-4 19-65,9-19 1,-1 1-400,1 6 0,2 1 374,0 2 1,3 2-29,1-2 1,4 0-18,5-3 1,5-3-37,5-3 0,7-4-117,8-5 0,6-4-88,7-4 1,4-5-963,7-3 1,2-4-918,2-3 1,1-5 2170,4-6 0,-5-1 0,-23 4 0,-4 0 0,22-11 0</inkml:trace>
  <inkml:trace contextRef="#ctx0" brushRef="#br0" timeOffset="122349">11210 6238 18280,'0'-5'4212,"0"1"-3327,0 4-599,-62-25 162,22 36-348,-1-15 1,1 6 16,14 25 1,7 8-439,-3 9 363,7-7 0,2 2 14,1 15-39,6-21 0,1 1-6,0 14 101,14 7-67,4-26 28,13 4 67,2-21-6,4-13-22,-1-13 130,6-23-130,-14 6-6,0-11 141,-15-16-169,-6 24 0,-2 0-57,1 0 0,-2 0 15,-2-3 1,-1 3 58,-6 1-50,2 4 0,-2 11-168,4 12-129,1 8-1519,3 17-116,6-2 1887,14 18 0,-10-24 0,7 5 0</inkml:trace>
  <inkml:trace contextRef="#ctx0" brushRef="#br0" timeOffset="122609">11485 6105 25830,'18'-15'23,"27"30"-32,-18 1 1,0 4-583,13 14 1,-2 2 461,-15-8 1,-3 3-2088,4 20 1,-3 3 1951,-7-17 1,-5 1-2644,-10 8 0,-8 6 0,0-8-6924,-11 15 9764,-1-12 0,-1-6 1,9-21-1,4-8 1</inkml:trace>
  <inkml:trace contextRef="#ctx0" brushRef="#br0" timeOffset="123183">10644 7893 23539,'-5'-40'681,"0"0"1,1 1 0,-2 15-632,3 24-5654,-7 21 5621,3-1 324,-2 15 0,-1 4-341,0 4 5,2 2 1,1 1-17,3-1 320,8 1 1,4 0-366,4-1-87,12 1 0,7-3-87,-6-22 1,4-4-172,14 9 1,3-4-549,-1-9 0,1-5-3967,11-4 1,-3-4 3661,-17 0 1,-4-1 0,28-5 0,-51 3 0</inkml:trace>
  <inkml:trace contextRef="#ctx0" brushRef="#br0" timeOffset="123416">11314 7824 24704,'24'-18'387,"-4"15"-376,-1 59-56,-4 1-196,0 1-67,-2-13-1034,-5-13 1,2-1-5739,4 7 6232,4 9 0,-9-28 0,-3-10 0</inkml:trace>
  <inkml:trace contextRef="#ctx0" brushRef="#br0" timeOffset="123667">11692 7654 23905,'-23'-45'849,"0"0"1,1 5-1,8 8-804,13 20 22,11 5-39,2 6 23,51 9-46,-28 1-252,7 3 0,1 3 247,11 17-1489,-20-8 0,0 1 1483,-8-4 1,-1 2-12,6 18 0,-4 4 188,-14-12 1,-6 2-396,-5 24 0,-7 0-51,-3-24 1,-5-2-1776,-18 13 0,-5-5 2050,-9-2 0,6-6 0,18-16 0</inkml:trace>
  <inkml:trace contextRef="#ctx0" brushRef="#br0" timeOffset="135921">1740 8392 8114,'1'-5'4767,"0"1"-1043,-1 4-1814,0-2-1972,0 1-78,2-3 123,3-1 62,7-2-22,9-4-7,-5 3 12,6-2-11,-10 7-6,-1 0-16,-4 1 22,-2 2 33,-3 0 449,-1 0-471,0-2 39,0 1 51,0-2 957,-1 3-1052,-3-1-7,0 1 29,-9 2-34,3-1-11,-10 5 12,-1 0-46,-10 4 12,2 0 47,-5 4 0,-1 2-25,0 0 0,-3 2 0,0 1 0,8-5 62,-21 10-46,32-17-21,-4 5-1,20-12-22,2 0 56,5-1-33,-3 0 10,3 0-5,-2 0-11,-2 1-11,2 2 10,2 2 24,1 3-7,0-1 6,2 5 17,2 0-28,-3-1 89,5 9-10,-6-7-15,1 4 107,-2 8-59,-2-9 74,2 23-42,-1-11-35,2 6-6,1 2-2,6 4-94,2 5-14,3 8 13,-2-6-24,-1 0-53,-4-10 29,2 8 24,-5-9-33,5 18-9,-4-17 18,4 13 9,-6-25 80,1 7 1,1 2-20,-1-2 0,0 8 0,0-1-17,-3-9 14,1 4 1,-1 0 2,-2-6 28,3 24-17,-3-16 6,0-1-17,-1-5-6,0-7 29,0-5-7,1 10-38,-1-8 39,1 7-40,-2-13 63,1 12-57,-1-7 6,1 1 163,-1 3-74,-1-7-89,0 3 117,-3 6-39,0-7-50,-2 5 106,-4 7-106,4-14 28,-7 22-17,6-17 11,-1 10-50,4-13 0,1 5 44,2 4-38,0-4 10,0 13 12,0-5-22,0 0-12,1-2 0,1-8 11,4-8 18,7 0-40,-2-6 28,22-7-129,1-10-115,-3 2 1,1-2-1063,20-10 1278,-7 3 0,-3 0 0,-10 5 0,16-8 0</inkml:trace>
  <inkml:trace contextRef="#ctx0" brushRef="#br0" timeOffset="160566">6980 11833 14897,'-47'19'1779,"0"-1"0,2-1 1,14-5-1327,27-11 550,1-1-191,3 0-627,24-17-162,-9 4 5,35-26-23,-20 15 3,6-7 1,4-3-9,-11 8 0,0-1 58,4-5 0,2-3 0,-3 2 23,-6 4 0,-3 0 0,3-5 0,-9 2 43,-22 3-80,-7 7 108,-36-2-46,3 11 45,6 3 0,1 1-22,-7 1 185,-1 0-57,33 5-133,3-2-102,10 1-5,9-5-40,12-2-5,30-5 17,-9 7-142,-6 3 1,3 4 124,-3 7 0,0 4-23,9 4 1,0 4-40,0 2 1,-4 4 5,-8-3 0,-5 3-737,-1 14 1,-7 1-188,-5-2-1129,-4 3 0,-3 0-7694,-12 1 9390,1-4 0,-2-13 1,4-16-1</inkml:trace>
  <inkml:trace contextRef="#ctx0" brushRef="#br0" timeOffset="162107">8708 11073 16353,'-3'-8'2355,"-19"-28"0,-5-4-1828,6 16-177,-9-18 1,-4 5 203,-7 26-408,-3 13-90,-1 8-254,11 15 1,2 6 219,-3 7-1480,0 4 0,3 1 1458,5 2-168,8 5 0,5-1 151,8-6 14,9-1 0,8-5 59,20-19 243,7 2-176,8-30 113,4-29 945,-25 13 1,-1-2-1073,4-12 1,-4-3-18,-6 1 1,-5-3-12,-1-4 0,-3 0-36,-3 8 0,-2-1 46,-2-1 0,-3-2 1,0 2 262,-2 1 1,-2 1-120,-3-22 1,-1 3-101,-4 4 117,-5 7-168,13 37-135,-1 2 915,5 10-920,0 9 61,10 26-27,2 13 22,7 8-513,-3-11 1,3 1 473,-3-10 0,1 0-48,8 17 0,2 1-42,-3-10 0,1-3 45,-6-10 0,1 0-266,6 5 0,1-3-3621,11 0 3753,0 1 33,-7-26 162,-16-23 85,3-11-28,-4-3 774,0-13-478,-3 1 186,-3 1-332,-2 8 220,-3 16-365,-2 13-67,0 2 56,0 9-28,1-2 11,14 12 3392,10-12-3380,11-1-7,5-16 18,-4-11 67,-5-11 5,-7-9 23,-10-4-39,-8 9 78,-10-3 17,-16 6 5,-13 4-128,1 7 0,-2 14-1,7 7-38,7 8-23,-5 8 0,10 24-6,5-7 0,2 14-33,6-4 0,12 13 5,6 0 12,0-24 0,1-4-1,13 5-27,16-5 11,-4-16 13,-9-10 1,1-3-420,23-16 456,-24 2 1,-2-4 2,-7-2 0,-3-3 11,0-4 0,-4-2-2,8-19 58,-14 7 0,-3 0-8,-4-2 67,-2-3 0,-4 0-23,-5 10 53,-2 0 0,-3 1 60,-4 7-79,-5-7-129,11 25-38,4 7-35,3 7 507,7 16-484,14 21 28,-1-1-12,10 5 1,2-1-218,-1-6 220,-3-5 1,1 2-34,-3-7 0,-1-2-53,12 18-20,-12-12 1,-3 1-474,-4 16-852,-22-3-5730,-21 3 7170,1-16 0,2-6 0,16-18 0</inkml:trace>
  <inkml:trace contextRef="#ctx0" brushRef="#br0" timeOffset="163116">10074 10336 19277,'0'-4'3652,"0"1"-1272,0 3-2217,-71-3-129,45 22-18,-15-9 1,3 6-17,27 37-33,7 4-91,11 2-2890,12-5 2689,6-13-302,5-17 1,6-4-122,-6-10 0,1-2 42,16 3 1,2-4-631,-7-9 0,1-5-891,5-5 1,-2-4 2003,-15 5 1,-2-2 165,6-7 1,-5-1 119,-8 2 905,6-19 1642,-19 13-845,-3-10-729,-9 13 1910,-9-4-2173,5 13 162,-6-4 998,-6 7-676,3 5-1128,-3-2-17,7 8-90,8 2 51,0 14-62,3-6-5,2 10 50,12-4-40,-3-6 68,29 6-39,-20-13 56,21-6 5,-19-9 108,3-19-141,-10 6 55,-3-18 7,-12 10 22,-6-7-68,-1 9 208,-15-6-107,4 17-5,-10-3-157,12 14-17,2 5-11,5 9 6,-9 23-12,6-7 6,-6 31-33,15-14-57,5 14-100,16-1-152,17-8 118,-9-24 0,4-4-1418,2-5 1,1-2 1311,21 2-1383,-12-15 1,-2-4 1644,-5-2 9,2-10 1,-4-3 114,-14-1 95,8-29 84,-19 12-67,-1 0 493,-4-10-426,-1 27 2352,0-18-2447,-1 31 3328,1-6-3435,0 14 369,2 2-391,2 7-28,5 4 6,1 5 0,10 19 0,-10-14-17,14 31 28,-16-29 28,11 25-34,-12-29 62,3 6 0,-8-19 45,0-11-67,-3-9 10,0-13 1,4-9-22,12-10-1,-1 14 17,15-6-28,-13 25-61,16-6 50,-17 14-146,28 2-223,-17 13-376,19 10-84,-16 0-3075,19 14-5927,-2-5 7681,-2-2 0,-14-8 0,-23-13 0</inkml:trace>
  <inkml:trace contextRef="#ctx0" brushRef="#br0" timeOffset="164332">11825 10126 8147,'-9'4'7965,"1"-1"-6962,8-3 4604,0 0-5226,26-50 526,-21 23-689,7-4 1,-6 0 285,-30 5-398,3 13 124,-31 4-180,26 11 7,-26 11-46,19 9 0,9 0 0,1 3-382,-13 26 371,5 1-14,20-19 0,3-1 2,4 8 1,12 12 17,17-24-1,16-13 7,7-15 27,2-16-16,-12-6 19,-11-4 0,-3-5-277,5-22 271,-9 12 0,-3-1 4,-1-19 24,-11 9 0,-3 1-24,-3-5 49,-3-4 1,-1 0-1,-3 11 65,1 3 0,-1 4 59,0 11 203,-1-3-405,5 25-22,3 16 22,3 11 0,4 18-33,5 15 11,1-5-9,0-2 0,0-1-633,3 7 599,5 6 1,3 2 16,-7-27 1,1-2 16,6 11 1,2-2 136,12 2-122,-12-18 16,-6-13 39,2-24-22,-8 2 23,17-40-23,-19 22 28,1-6 0,-1-1 625,-3 7-463,5-27 92,-10 39-249,1-1-72,-4 15-17,0 9 34,0 5-46,8 28-16,5-3-106,15 18-202,9-14-515,9-3-583,7-5-1994,4-6 3456,1-10 0,-26-7 0,-6-6 0</inkml:trace>
  <inkml:trace contextRef="#ctx0" brushRef="#br0" timeOffset="164517">12343 9660 17944,'0'-5'4800,"-1"1"-4553,1 4-634,25-13-638,-7 25-118,16-13-8688,-5 42 8694,-15-22 1,3 5-1,-13-19 1</inkml:trace>
  <inkml:trace contextRef="#ctx0" brushRef="#br0" timeOffset="165275">12634 9826 12384,'4'-5'7729,"-1"2"-3794,-3 3-3896,8-33 564,2 32-598,11-17 309,-5 36-331,14 24 990,-7-9-990,-6-4 0,-1 0 6,1 4 33,-3 8 57,-12-24 195,-6-2-179,2-9 40,-7-13-46,6-11-5,1-25-56,4 8 17,7-22-28,1 29 11,8-13-6,-4 17-50,9-1-44,-3 13-85,5 6-95,-1 11-146,1 6-100,1 7 133,-4-1-1124,22 10 369,-2-10 363,10 2-156,-13-13 0,3-3 521,-6-5 0,0-2 641,9-3 1,-3-4 489,-10-3 0,-5-4-117,1-10 683,-23-7-722,-10 17 1085,-24-22-1409,9 22 32,-10 0 0,0 2-235,7 9-17,-27 4-33,37 8-12,-9 18 12,16-1-12,0 4 6,5-3-5,7 11-7,-2-16 29,11 18 67,-4-27 123,5 0 79,-1-15 106,6-14-258,-6 3 135,8-12-50,-9 13-29,2-1-112,-2 5-22,2 6-39,-6 6-6,6 11 1,-7 3 21,21 41-22,-10-15-270,0-3 0,4 9 0,-2-5 233,-4-7 1,1 2-842,2 5 0,4 7 0,0 2 0,-4-7 707,0 0 1,-3 1-298,-5 3 1,-1 8-1,-2 0 1,-5-8-223,-6-2 0,-9-2-9,-9 0 1,-8 7-1,-4-2 1,2-9-524,-8-3 0,-6-6 1211,-1-2 0,-8 2 0,1-2 0,9-7 0,11-7 0,2-3 0,-14 4 0,0-1 0</inkml:trace>
  <inkml:trace contextRef="#ctx0" brushRef="#br0" timeOffset="165799">14214 9502 25007,'-17'-38'616,"2"14"-487,-1 66-90,3-7 0,0 2-33,3-8 0,0 2-665,-4 25 0,3-3 637,6-6-12,7-5 0,4-2-22,8-6-189,12-3 0,10-3-183,6-10 0,5-3-435,9 3 1,4-4-976,-17-10 0,1-4 1,-1-2 1837,18-8 0,-6-3 0,-22 5 0,-3-1 0,22-11 0</inkml:trace>
  <inkml:trace contextRef="#ctx0" brushRef="#br0" timeOffset="166017">14757 9633 24626,'31'-23'-153,"1"-1"0,4 1 0,1 4-1438,19 7-336,-4 1-2918,-16 4 4845,-11 1 0,-11 4 0,-2-1 0</inkml:trace>
  <inkml:trace contextRef="#ctx0" brushRef="#br0" timeOffset="166232">15206 9247 26754,'2'22'34,"4"2"-113,7 3 1,5 2-661,13 25-608,-14-26 1,0 1-1906,1 1 1,-2 0 2254,12 21 0,-13-19 1,-7-15-1</inkml:trace>
  <inkml:trace contextRef="#ctx0" brushRef="#br0" timeOffset="166475">15455 9163 26390,'56'-1'-2,"1"0"0,2 7 1,-2 9-1,-19 7 0,-3 7 0,-1 0-1352,11 6 0,-1 3 1344,-6-3 1,0 2 0,-2 3-459,-3 3 1,-1 3 0,-3 1 263,-2-1 1,-2 2 0,-4 2-847,-3 6 1,-6 3 0,-5-5-3867,-9-3 1,-7-4 4654,-6-4 0,-3-7 0,2-11 0,6-10 0</inkml:trace>
  <inkml:trace contextRef="#ctx0" brushRef="#br0" timeOffset="167979">9811 12371 20291,'7'-45'1208,"1"0"0,-2 2 0,-1 6-660,-4 8-66,1 4-90,-2 6-139,0 9-192,0 5-61,0 7 11,0 4 85,0 26-57,-2 8-20,1-8 1,-1 3-227,-1-1 1,1 1 211,-1 2 1,0-1 0,0 20-6,1-16 0,1-1 11,-1 7 11,-1 16 18,-1-29 156,1-13-34,1-10 107,1-11 205,0-6-418,-2-39-33,2-2-265,-1 5 0,2-3 253,1 2 0,2 0-497,0-7 0,2-1 500,2-3 0,1 1-3,2 1 0,2 2-367,2 4 1,2 4 355,2 7 0,3 4 2,2 7 1,1 4-3,15-3-5,1 13-127,-8 16 1,1 6 92,16 17-57,-4 5 1,-2 5 22,-20-12 1,-4 2 176,4 7 1,-1 2-382,-7-5 0,0 1-995,7 11 1,0 1-1128,0 1 1,-1 0 2398,2 0 0,-2-4 0,-1-1 0,-11-20 0</inkml:trace>
  <inkml:trace contextRef="#ctx0" brushRef="#br0" timeOffset="168420">10078 12439 23304,'36'-29'-234,"1"-1"0,-1 1 0,0 1 0,1 0 0,-1 6-243,11 5 1,0 4-686,2-5 0,-1-1 159,7-4 0,-1-3 812,0-4 1,-3-1 288,-13 9 0,-4 0 263,-2-2 1,-9 1 855,-16 6-713,-6 1 1324,-20-2-1302,4 10 779,-23-5-649,19 9 254,-6 1-737,14 2-111,6 3 16,4 2 45,5 5-55,0 1 100,9 6 84,13 10-174,5 4-44,4 2-9,-11-7 1,1 0-32,10 14-121,-9-11 1,-2 1 25,8 16-139,-12-6-444,-15-2-1186,-20-6-3787,-16-5 5657,-5-10 0,10-8 0,10-6 0</inkml:trace>
  <inkml:trace contextRef="#ctx0" brushRef="#br0" timeOffset="168609">10742 11973 22475,'14'53'-426,"0"-1"0,0 10 1,-3-5-3367,-5-9-1124,1-15 1,1-1 4739,8 3 0,-4-16 0,-5-11 0</inkml:trace>
  <inkml:trace contextRef="#ctx0" brushRef="#br0" timeOffset="170186">11420 11916 19669,'0'-4'4509,"0"1"-3316,0 3-1086,-60-24-79,33 39-23,-10-16 1,4 3-6,16 35-17,5 9-22,6-5-68,1 13-184,7-1-404,10-2 146,1-15-2263,27 2 163,-3-25-656,23-3 1485,-16-16 571,-11-8 0,-1-3 1591,2-7 663,1-9 1,-2-2 209,-6-1 1090,-3-4 0,-2 0 75,-7 0-671,0-12-1071,-13 30 689,-11 7-800,1 10-235,-6 1-186,5 5-84,3 4 6,3 9-39,2 3-6,3 2 6,9-3 11,-1-7-28,23 0 39,-4-8 45,23-18 28,-22-11-11,-3-14 0,-22-3 22,-10 7-16,-1 10 77,-7 0-21,1 14-34,-5 2-34,-7 13-56,6 5 11,-11 15-10,13-5-12,-11 28-12,15-19-38,-3 32 5,19-27-95,10 11 28,6-20-448,34-4 0,-5-11-116,-3-6 0,1-2 542,9-5 103,-13-6 0,-5-4-50,-10-2 193,13-25-17,-31 20 566,1-38-230,-10 27 6,-1-18-230,-2 32 129,-2 6-151,2 8-146,0 3 517,1 3-539,1 8 76,4 14-110,3 15 17,3 4-22,9 9 16,-7-23-5,4 1 17,-2-15 55,-6-6-33,2-9-28,-6-5 23,2-24-6,1 7-17,3-6 5,8 3-22,3 9 1,6-1-40,8 6 11,-11 7-123,10 6 56,-17 4-370,19 12 253,-14-5-419,8 4 1,3 1-389,11 0 124,-7-3 0,1-2 10,10-1-137,-5-6 1,-1-2 578,2-3 194,2-3 0,-2-4 966,-8-11-100,4-4 839,-26-8-67,-11 0 331,-12-19-1261,2 17 466,-21-10-361,4 32-239,-31 7-219,25 14 1,-1 5-421,-24 10 373,18 3 0,3 3-31,0 10-11,-4 7 0,19-14-11,13 4 11,5-15-62,19 17-10,16-26 32,11-3 29,-4-13-22,8-27 33,-24 7-1580,4-18 1,-3-5 1607,-8 1 19,-2-6 1,-3-2-83,-8 2 150,-3-7 0,-1 0 8,-1-4-1049,-1 5 1,-1 2 1093,-1 11 93,-2 8 1,0 3-167,0 10 2153,-1-7-2253,5 28 344,0 6-328,1 4-22,6 47-1,0-1 1442,1-7 1,1 0-1440,-3-15 1,3-1-34,8 15 0,5-3 0,-4-15 0,3-1-3,9 9 0,3-2 0,-4-12 1,1-6-16,27 6 10,-6-15 39,-14-11-12,-6-6 23,11-28 11,-14 7-11,10-13 17,-21 17 17,-4 3 528,-3 0-282,3-9-212,-7 16-7,0 2-44,-5 15-22,-1 1 21,-3 5-10,-5 13-28,-1 11-40,1 5-100,9 2-135,9-5-336,9-1-572,7 0-1287,6-5 2492,6-7 0,-17-9 0,-1-6 0</inkml:trace>
  <inkml:trace contextRef="#ctx0" brushRef="#br0" timeOffset="170372">13504 11233 20979,'-4'-4'3837,"0"0"-4386,4 4-2352,1-10-6930,9 25 8382,-4-16 0,4 20 0,-7-14 0</inkml:trace>
  <inkml:trace contextRef="#ctx0" brushRef="#br0" timeOffset="171146">13887 11304 23758,'-7'-11'2980,"2"3"-2773,5 8-157,0 0-44,-10 15 22,15 23-23,-9 9-5,9-9 0,2-1 0,-2 6-5,-2 14 10,-3-29-10,-2 0 27,2-13 45,-2-12-39,4-15 12,8-24-35,-2 5 29,11-27-12,-4 15-5,5-11 11,0 9-28,-2 12-11,0 14-6,7 11-11,-6 8-56,14 11 0,-14 0-1058,27 28 536,-25-20-861,25 22 537,-26-27-4391,37 6 723,-8-13 3864,-10-4 0,2-1 468,-5-5 0,0-2 647,9-5 0,-1-2 114,14-7 529,-21 3 1,-4-2 2213,-1-9-303,-1-10-1087,-15-1-565,-19 0-365,-17 5-10,-35 7-718,11 13-163,6 10 0,0 5 125,-14 13-116,21-3 0,2 2 314,-13 13-344,6 22-12,24-13 29,3 15-12,18-14-33,3-11 10,7-5 35,26-6 27,-10-13 68,24-10 311,-20-17 86,-4-21-330,-14 12-3068,-7-15 3034,-12 31 113,-1-7-169,0 18-21,14 8-74,-3 6 0,14 9 0,-2 5 0,2 5 0,0 1 0,1 3-277,0-1 0,2 4 0,-1 3 269,7 12 0,-1 5 0,-2-3 361,-8-12 1,-2-2 0,2 5-377,1 4 1,2 5 0,-1 1-1,-2-3-132,-1 1 0,-2-2 1,-1 4-846,-1-1 0,-1 4 0,-2 0 1,-1-4-689,-2-2 0,-1-4 1,-5 0 1687,-4 5 0,-3-1 0,-4-9 0,-8-8 0,-7-5 0</inkml:trace>
  <inkml:trace contextRef="#ctx0" brushRef="#br0" timeOffset="171753">15459 11071 25718,'-30'35'208,"7"-13"-208,16 19 0,4 6-497,0-12 0,1 1 455,1 20 0,2 1-370,1-19 0,2 0 305,8 11 1,7-4-219,3-22 0,7-6-1470,27 2 0,5-7 610,-17-6 1,2-5 848,9-7 1,4-5 0,-10 0-1,1-4 1,-14 2 0,0 1-1</inkml:trace>
  <inkml:trace contextRef="#ctx0" brushRef="#br0" timeOffset="171979">16265 11074 21657,'-2'-46'1346,"1"0"1,0 9-1,0 6-495,-4 10-610,4 16-213,-3 0-34,4 8-55,-1 9 66,5 22-5,0-3-84,11 26-134,4-13-448,9 11-2904,3 0 1424,-5-15 1429,4 9 1,-20-33-1,4 7 1</inkml:trace>
  <inkml:trace contextRef="#ctx0" brushRef="#br0" timeOffset="172237">16596 10640 21237,'-3'-7'4885,"1"2"-4365,2 5-385,0 0-85,29-30 29,19 49-65,-14-19 0,3 4-440,-3 20 0,1 11 0,-4-1 414,1-1 1,-2 0-3,7 10 0,-2 5-14,-15-11 0,-1 2 0,-4 0-174,2 11 1,-5 3-739,-3-4 1,-2 3 0,-5-3 444,-11 4 1,-4-7 0,2-14-1,-1-4 1,-9 1 0</inkml:trace>
  <inkml:trace contextRef="#ctx0" brushRef="#br0" timeOffset="176112">6447 12974 12567,'-7'0'7041,"1"0"-6694,6 0-207,0 0-84,-41-6-6,36 2 1,-13-11-29,50 6-5,2 0 0,1-1-17,13-1-17,-9 2 0,-1 1-5,2 0-18,-3 1 1,0 0-6,-3 1-151,17-1 196,-40 7 0,-10 5-50,-22 6 16,-29 11 46,10-5-127,6-3 0,-1-2 137,-15 2-3,18-5 1,-1 0 5,2-2 1,-1 0 21,-7 2 1,1 0 2,-13 2 9,17-3 0,2-1-87,4-1-403,5-1 380,17-3-5,35-7-28,-4-1-154,15-5 0,2-2 31,2-1-87,1-2 1,2 0 58,13-4 81,-20 8 0,-1 0 76,7-2 106,-14 11 33,-35 8 62,-25 16-33,2-3 111,-7 4 1,-2 0 141,-10 7-285,14-10 1,2-1-98,2-2-84,22-10 445,24-14-904,24-10-1121,4-3 1024,-15 6 1,-2 1 0,-4 2 0,1-1-1</inkml:trace>
  <inkml:trace contextRef="#ctx0" brushRef="#br0" timeOffset="179767">4185 12820 19652,'-45'-13'1434,"10"3"-1457,34 10 12,1 0 22,0 5 6,6 2 0,-1 1 73,19 1-57,-8-6 40,20 0-51,-12-3 51,39-1-45,-8-1-279,-13 0 0,3-1 253,-3 0 1,0-1 8,5-1 1,1-1-600,3-1 0,2 0 590,4 0 1,2-1 0,2-1 0,2 0-7,-19 3 0,0 1 1,0-1-1,1 0 0,-1 0 0,0 0 1,20-3 1,-2 0 2,-7 1 0,-3-1-3,-9 2 0,-5 0 9,16-3 179,-27 5-40,-16 4-55,-16 5-40,-10 3 440,-12 4-462,-10 4-28,-7-1-23,-10 2 197,23-8 0,-1-1-185,-6 2 0,-1 0 13,-6 0 1,-2 1 14,-4 0 0,-2 1 8,-2-2 0,0 1-14,1-1 1,0-1-12,4-1 0,0 0 19,5-2 1,2 0 11,3 0 0,2-1-9,-17 0-257,17-1 0,0 1 263,-17-1-6,14 1 1,-3 0-9,5-2 0,1 1-17,-3 1 0,1-1 17,0 0 0,2 0 11,4 0 1,2 0 97,-22 1-101,25-2-66,9-1-119,17-1 861,1 0-687,14 0 530,2 0-541,12 0 17,-1 0-11,2 0 16,4 1 12,25-1-29,-14 2-267,-2-3 0,3 0 265,-7-2 0,2 0-22,4-1 1,3-1-1,-1 0-499,2-1 1,1 0 498,-2 0 0,2-1 1,-3 0 0,-2 1 1,-1-1-2,0 0 1,3-1-1,-4 1 16,-1-1 1,-2 1 10,1 0 1,-5 0 204,-13 2-101,-15 3-118,-6 1 443,-8 1-443,-8-1 1096,-11 1-1085,-9 3-16,2-2 28,-1 3 0,-3 0 2,5 0 1,-1 0-361,-19 2 0,-3 1 386,2 0 0,0 1 3,10-1 1,-3 1-1,4 0-20,-2 0 0,0 0 59,-12 4 0,6-1 30,12-2 186,-12 2-303,35-6-79,0-2 74,25-3 10,29-4-33,0-2-354,5-1 0,4-3 116,-3 1 0,2-2-683,-5 2 0,2-1 1,1 1 948,5-2 0,1 0 0,-5 0 0,-2 2 0,-5 1 0,-2 0 0,-1 1 0</inkml:trace>
  <inkml:trace contextRef="#ctx0" brushRef="#br0" timeOffset="191133">1544 13720 16112,'-47'-6'896,"10"2"-6276,30 4 5436,2 0 1165,-8 3-1170,6-1 150,-11 7-134,10-4 1017,-9 5-1016,11-6 284,-7 4-184,8-5 3194,-1 0-3261,5-2 436,1 0-481,4-1-33,-1 1 5,8 2-17,-4-1 45,20 10-28,-5-3 28,18 6 34,-1-4 27,6-2-72,-6-3 28,15-1-40,-20-4 31,10 1 1,3-1 30,15-1-482,-11 1 1,1-1 526,-14-1 0,-1 0 47,1-1 1,-1-1-42,0-1 1,-1-1 23,-2-2 1,-1 0 98,28-7-90,-6 1-22,-6 4-39,-9 4-28,-2 8-73,-16 1 16,-1 7 944,-12 0-916,-1 2 93,-3-1-114,-2-2 16,-2-3 33,-1-3-218,0-3-566,2 0-4312,2 3 5007,3-1 0,-2 1 0,0-2 0</inkml:trace>
  <inkml:trace contextRef="#ctx0" brushRef="#br0" timeOffset="192065">3781 13751 16460,'-43'3'980,"0"1"0,-4 1 0,7 2-772,20-1 16,-9 5 268,13-6 40,3 0-325,2-2 157,6-2-95,7-1 56,4-2-100,7-3-91,6-2-27,7-3-29,6 1-28,3 3 1,6 3-29,-9 3 85,25 4-57,-25-1 34,9 0 0,2 0-34,1-2 12,12-3 0,2-1-23,-1-3-17,-15 1 0,7-2 1,-5 1-12,-4 0 0,-1-1 0,3 1 0,4 0 1,-4 0-330,-7 2 1,-1 0 334,10-1 0,-3 0 5,-6 1 20,-3-1 0,1-1 31,9-5-11,17-6-40,-24 4 56,10-7-61,-24 11 45,15-9-40,-25 14-128,1-1-197,-11 4 463,-3 3 0,1-1 0,-2 1 1</inkml:trace>
  <inkml:trace contextRef="#ctx0" brushRef="#br0" timeOffset="193331">1650 14648 6921,'-7'0'3327,"1"0"-1793,6 0 729,0 0-1798,-55 0 1014,32 0-992,-36 1 678,47-1-918,9 1 100,0-1-398,2 0 186,11 0-96,-4 0 67,25 3 6,-1 0-11,8 1 230,19 0-1727,-13-3 0,3 0 1460,-9 0 0,3 0-6,14-1 0,7 0 0,-7 0-254,-12 0 1,0 0 218,2-1 1,8 0 0,0 0 0,-8 0-5,-3 0 1,0-1 10,14-1 0,6 0 0,-8-1-22,-20 2 1,-1 0 13,9-2 0,5 0 1,-8 0 5,8 0 3,-4 0 0,-1 0 8,-10 0-11,7 1-23,-25 1 1,-5 2-34,-6 0 2633,5 0-3277,-2-1 672,19-1 0,-18 0 0,12 0 0</inkml:trace>
  <inkml:trace contextRef="#ctx0" brushRef="#br0" timeOffset="194049">4221 14777 13513,'-49'-4'2011,"1"0"0,2 0 0,12 0-1832,27 2-22,1-2-213,6 4 101,0 0 201,10 9 348,14 2-1,14 2-318,3-4 139,22-8-485,-16-4 188,-1-3 1,10-1-1,-6-1-919,-11 1 1,1 0 823,6-1 1,8-2-1,1 0 1,-7 1 8,5-2 0,-1 1 2,-3 0 1,3 0-1,-5 0-5,0 0 0,-5 1-6,-4 0 1,0 1 86,6-4 1,-2 0-10,10-2 155,2-1 0,0-1-9,-12 4-649,13-3 475,-36 10 1613,-8 5-1657,-5-1-61,2 0-359,-1 0-1614,5-4 2006,11-6 0,-10 5 0,3-3 0</inkml:trace>
  <inkml:trace contextRef="#ctx0" brushRef="#br0" timeOffset="232024">5326 17361 12371,'-56'-14'1260,"0"-1"0,9 3 1,6 3 21,8 4-823,17 5-532,-2-1-22,13 1 157,20 1 117,40 2-160,-22-2 1,2 0-305,18-1 0,3 0 282,-5-2 1,-2 0-1604,-7-1 1,-2 1 1594,-3-1 0,0 0-966,4 0 0,-3 1 966,8 0 111,-9 0 1,-4 2 274,-17 0 48,-1 2-350,-19 1 2457,-27 11-2413,-4-1-70,4-2 1,-3 2-12,0-2 1,0 0 119,3-1 0,1 0-145,-1 1 0,-1 0 6,-4 3 0,-1 1-92,-1 1 1,-3 2 154,-1 2 0,-2 1 0,3 0-63,1-1 0,3-1-775,-4 3 1,8-3 690,18-9 61,23-7 29,2-2 2283,47-12-2311,-8-5-4,-15 6 1,1-2 206,18-12-226,-11 4 0,-1-1 1804,15-6-1825,-8 3 1,9-4 0,-8 3-463,-16 9 0,-1 1 481,9-7 0,4-1 1,-7 3 1,4-1 84,14-9 0,-37 20-219,-16 9 23,-29 19 84,-10 6 17,-7 6-1400,3-4 1,-1 1 1438,14-11 0,-2 2 100,-21 12 1,-10 5 0,7-4-138,11-7 0,1-1 72,-1 0 1,-3 2-1,7-3-102,-12 5-179,24-14 195,19-8 169,17-7 2912,14-7-2968,17-9-46,-13 4 1,1-1-5,22-12 32,3-3-13,-6 4 0,1-1-24,-12 9 1,0-1-18,1 0 1,2-1 0,-3 2 3,-2 2 1,-4 3-23,11-6 16,-16 9-296,-16 6-913,-10 8-4352,-5 4 5573,-5 4 0,2-4 0,4-4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5:16:05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2116 2817 16936,'0'-39'3567,"0"0"1,-3 3-3310,0-8 0,-3 3 111,-7 18-223,-1 10 39,-14 16 0,-6 9-73,-17 21-606,3-3 0,-2 6 505,10 3 0,4 3-14,0 1 0,4 2-11,5 6 0,4-1 0,8-17 0,5-1-20,8 7 1,9-3 57,22-1-86,-3-15 0,4-3-17,6-4 1,3-3-327,5-3 1,2-3 384,2-6 1,0-3 24,0-4 1,0-3 11,-3-5 0,-2-4 2,-4-1 1,-2-2 19,-5-2 0,-3 0 17,-4 0 0,-3 0-2633,11-28 2677,-18 20 585,-7 0-550,-14 24 0,-12 4-124,-3 14-11,-3 5 493,3 16-521,10 2 0,4 12 17,15 4 0,15 0-12,15-3-2,-13-25 0,2-2-1,2-2 1,1-3 53,28 1 45,-5-14 11,-10-16 23,-12-14 27,-7-12 3415,-11-7-3381,-7-5-23,-11-1-21,-7 2-1,-9 7 50,-11 8-133,9 17 21,-14 9-44,10 16-28,-8 9-28,1 20-23,14-5-252,4 24-453,15-9 72,5 1-1685,9-11-1,6-2-6228,21 5 7930,-12-13 1,-1-3 0,7-4 0,-14-11-1</inkml:trace>
  <inkml:trace contextRef="#ctx0" brushRef="#br0" timeOffset="568">3005 2951 25730,'-4'-59'61,"0"19"-61,4 55 17,0 15-6,0 14-3,-3-9 1,1 1 2,-2 15-6,0-15 1,1-2-6,-2 5 118,3-9 190,0-11-34,5-24-206,1-4 10,8-20 17,2-6-39,4-14 0,2-5-25,-7 22 0,-1 1-26,6-11 23,7-7-28,-8 26-11,5-1-6,7 10 1,-4 8 4,6 11 12,-12 5 51,10 27-51,-12 0-6,2 9 6,-14-14 0,-2 0-5,-2 9 5,-1 9 207,-6-19-112,3-26-61,-1-9 16,3-22-22,1-1-11,5-17-6,5 4 11,13-19-271,3 13 254,5 1-22,-10 24 17,4 5-5,-4 10-51,11 6 39,-10 6-112,13 26-100,-20 4-12,4 10-801,-14 16-1462,-3-4-690,-2-22 1,0 1 3193,4 24 0,-3-25 0,3-18 0</inkml:trace>
  <inkml:trace contextRef="#ctx0" brushRef="#br0" timeOffset="1312">4028 2948 26071,'19'-37'135,"-4"8"-63,-12 82-21,-3-5-32,-1-12 1,-1 1-9,-2 24 0,-4-3 73,4-20 174,-1-12 117,3-22-336,0-8 62,-6-22-73,3-4-28,-2-8 11,2-24 17,3 29-31,2-4 1,1 1-9,6-1-1,1-6-44,12 9 34,14 5-12,5 4-22,12 7 40,-10 19-12,-4 14 39,-10 4-22,-5 20-12,-13 1 34,-7-8 1,-2 1-29,-7 21 28,-4 1 34,-1-24 56,4-14 106,4-20-179,4-13-17,5-19 0,1 4 0,6-13-27,5 1 27,2 0-22,5 1 5,0 18 0,4 7 6,6 8-5,8 5-12,6 8 17,2 10-22,-3 12 10,-5 7 7,-17-2-6,-3 17 16,-17-15-5,2 14-5,-5-17-7,1-7 29,3-9-11,2-7-1,-1-4 12,4-8-22,-4 1 27,3-3-11,-6 1 0,0-1 1,-2 3-18,-1 0-145,-1 3 42,0 0 1,0 1 0</inkml:trace>
  <inkml:trace contextRef="#ctx0" brushRef="#br0" timeOffset="2395">5000 2972 23853,'11'-39'459,"1"1"0,5-22-319,-17 71 51,-3 13-107,-1 19-67,-4 13 5,2 7-440,6-2 452,9-10-12,9-13 221,9-15 205,12-20-308,-10-7 90,16-23-51,-14-6-277,6-17 165,-21 23 0,-2-2-8,-2-1 0,-3 0 16,-2-5 1,-2 1-20,0-11-2855,-15-17 2799,5 45-56,-10-9-61,7 32-46,-4 9-218,-1 18-638,1 14-1507,4 13-1286,10-27 0,3 0 3291,7 23 0,0-22 0,-2-16 0</inkml:trace>
  <inkml:trace contextRef="#ctx0" brushRef="#br0" timeOffset="2967">5636 2989 23030,'6'-52'1079,"1"0"0,-1 2 0,0 13-894,-5 29-179,1 2 22,-1 25-6,0 22-8,-3-5 0,1 4-14,-2-1 0,1 1 0,-2 3 0,0-2-6,-2 21 6,3-16 124,2-18 4,1-16-3066,8-26 3000,-2 1 38,14-28-16,0 2-53,-4 8 0,2-2-25,6-11 5,-7 15 0,1 1-5,5 2-18,4 0-4,-3 13 4,-7 11 3399,-3 7-3404,0 15 17,-4 10-11,1 13-12,-3 7-3369,0 8 3392,-2-20-22,3 3 33,1-26 12,4-3-12,12-17 11,2-12 17,14-27-39,-11-2 11,-14 18 1,-2-1 66,7-26-44,-6 17-6,-1 4 3375,-8 20-3409,-3 7 12,-1 7-17,5 9 11,-3 0-6,12 28 1,-6-14-1,11 27-112,-2-10-565,-1-7 0,1-1-1384,0-4 0,1-2 1388,2 1 1,-1-3 0,3-1-1,-11-12 1</inkml:trace>
  <inkml:trace contextRef="#ctx0" brushRef="#br0" timeOffset="3158">6462 2656 22375,'-5'-5'2088,"2"1"-1376,3 4-2583,0 0 808,-3 22 0,2-16 0,-2 16 1</inkml:trace>
  <inkml:trace contextRef="#ctx0" brushRef="#br0" timeOffset="4042">7159 2903 25524,'-37'-22'85,"-1"0"1,1 1-1,-12-7 1,3 12-97,-12 34-1,22 6-66,-2 16-68,17 1-190,3 16 16,14-21 1,7 1-124,4-6 1,5-1-241,13 27-59,-1-33 0,7-5-1205,9-3 1,4-4-84,4-1 1,2-2 1191,12-2 1,0-5 582,-8-7 0,-3-3 420,-12 1 1,-1-2 915,9-9 0,-3-4 1494,5-12-1469,-17 9 0,-3-3 558,0-21 5,-14-1-627,-11 3-639,-8 14 525,-25-1-659,-4 21-174,-8-1 40,-10 20-90,19 9-29,-6 6 888,10 14-904,4 15-17,3 4 17,12-21 0,2 0 17,7 17 367,5-14-395,12-5 163,7-17-119,-4-3 51,18-21 6,-14-6 27,13-17 29,-10-3 0,-1-6 10,-6-2 29,-4 2 6,-5 7-35,-6 10-111,-3 10 56,-4 8-84,-2 6-12,-12 20-21,4 4 21,-3 12 1,9 2-12,11-6-16,7 4-6,25-4 39,6-14 6,5-7 5,7-20-17,-26-3 1,-1-5 2,1-1 1,-1-4-266,3-7 1,-2-4 275,-5-1 1,-3-1-9,-4 5 1,-2-2-5,0-5 1,0-5-1,-1 2-333,-1-4 0,-1-1 358,-1 5 0,0-3 0,-3 3 29,0-3 1,-3 4 95,-6-22-23,-6 22-60,-3 15-74,0 15 0,1 9 496,-2 15-496,-6 18 0,-6 26 0,3 2-251,11-20 1,1 6 0,2-1 191,2 7 0,4 1-27,1-1 0,2 2 1,2-3-187,3 0 0,5-2-400,9 0 0,6 1 0,-3-7-479,-6-12 0,0-3 476,15 21 1,0-5 588,5-15 0,-23-15 0,8-1 0</inkml:trace>
  <inkml:trace contextRef="#ctx0" brushRef="#br0" timeOffset="4385">7845 2947 21556,'-3'-2'3585,"1"1"-2879,2 1-683,70-31-46,-13 21-2122,1-8 0,2 2 2131,-27 13 0,-1 2-12,10-3 1,-2-1 1140,8-4-1104,12-7 736,-23 0-596,-11-3 118,-8-3 123,-8-3 2433,-6-1-2427,-3 2-33,-2 6-141,-2 6-84,0 6-117,1 3-23,-2 8 11,-1 9-22,-4 15 11,3 2-79,2 0 1,1 2-286,5 17-266,1-13 1,2 0-1528,10 22-2934,5-7 5091,-3-13 0,-8-17 0,-3-12 0</inkml:trace>
  <inkml:trace contextRef="#ctx0" brushRef="#br0" timeOffset="4583">8642 2511 25405,'-43'8'-285,"14"32"1,28-20 0,5 20-1</inkml:trace>
  <inkml:trace contextRef="#ctx0" brushRef="#br0" timeOffset="4979">9225 2775 21926,'0'-3'3445,"0"0"-2851,0 3-292,-77-37-78,37 37-410,-12-13 0,0 6 293,5 37-96,10 0 20,10-3 0,3 3-26,-4 16-8,10-13 1,4 2 7,10 24 10,21-4-37,18-7 33,15-11 62,4-17 39,-1-19-6,-4-20 40,-6-16 39,-9-17-96,-21 23 1,-4-2-6,-1-2 0,-4-1-23,-4-2 1,-3 1-6,-1 0 0,-2 1 22,-5-3 1,-1 3-34,-6-10-17,-1 5-40,4 26-49,2 9 377,-8 11-540,-1 21-353,-3 24-132,11-18 1,3 2-1093,1 3 1,4 1-2505,7 0 1,5-2 4304,2-6 0,3-3 0,9 6 0,-4-18 0</inkml:trace>
  <inkml:trace contextRef="#ctx0" brushRef="#br0" timeOffset="5335">9516 2899 24559,'17'-46'974,"0"0"1,-1 0 0,-3 11-897,-10 26 86,0 3-152,-3 15 54,-3 21-49,-4 13-1,3-12 1,-2 3-122,0 2 0,-3 3 91,-3 10 0,0-1 11,3-16 1,-1 0 4,-2 8 1,-1-4 31,1-6 260,2-6-210,6-17 39,12-29-89,-1 1-12,17-34-10,3 6-268,-8 18 1,1 0 255,2 3 0,2 1-3,0 4 1,1 3-15,23-8 221,-4 14-260,-6 13-45,-6 17-297,0 32-516,-9-6 261,-6-2 1,1 4-1169,-1-8 1,1 1 1820,2 4 0,0 0 0,9 12 0,-12-23 0</inkml:trace>
  <inkml:trace contextRef="#ctx0" brushRef="#br0" timeOffset="6067">1578 3794 10945,'-55'-8'690,"0"0"1,1-1 0,-1 1 0,-4 0 0,3 0 0,-1 0-400,9 1 0,-2 0 1,2 0-1,5 1-193,-7-1 0,3 1 905,-6-2 0,5 1 296,1-1-336,-8-2-378,38 5-557,11 2 19,6 3 171,15 3 0,15 3-105,10 2 7,-5-3 1,5 1 13,21 0 1,4 0-806,-13-1 1,5 0 707,0 0 1,9-1 0,2 1 0,-9-2-536,-14 0 1,-5 0-1,10-1 514,-3 0 1,9-1 0,7 1 0,3 0 0,1 0 0,-1-1 0,-4 1 0,-8-1-598,10 0 0,-9 0 0,2-1 0,9 1 590,-18 0 1,7-1-1,3 1 1,4-1-1,1 1 1,1-1-1,-2 0 1,-2 1 0,-4-1-1,-5 0-312,10-1 1,-7 1-1,-2 0 1,3-1-1,9 0 317,-13 1 0,4-1 0,5 0 1,2 1-1,3-1 0,0 0 1,2 0-1,-2 1 0,0-1 1,-3 0-1,-3 0-68,2 0 0,-2 0 1,-2 0-1,0 0 0,-1 0 1,1-1-1,0 1 1,1 0-1,2 0 67,1 0 0,0 0 1,1-1-1,1 1 1,0 0-1,0 0 1,2 0-1,0-1 1,0 1-1,1 0-9,-9 0 0,2-1 1,2 1-1,0 0 1,1-1-1,1 1 1,-1 0-1,-1-1 1,-1 1-1,-2 0 1,-2-1-1,-2 1 1,-3 0 23,11 0 0,-6-1 0,-3 1 0,-1 0 0,1 0 0,4 0 0,6 0 18,-10 0 1,4-1 0,4 1 0,3 0 0,3 0 0,1-1-1,0 1 1,0 0 0,0-1 0,-2 1 0,-3 0 0,-2 0-1,-5 0 1,-4 0-12,16 0 1,-7 0-1,-5 0 1,0 1-1,3-1 1,9 0 4,-17 0 0,5 1 0,4-1 0,2 1 0,2-1 0,1 0 1,1 1-1,-1-1 0,0 0 0,-2 1 0,-2-1 0,-4 1 0,-3 0 1,14-1 1,-5 1 0,-4 0-1,-1 0 1,1-1 0,1 1 0,4 0-18,-7 0 0,2 0 0,2 0 0,1 0 0,1 0 0,-1 0 0,0-1 0,-1 1 0,-2 1 0,-2-1 8,8 0 0,-1 0 0,-1 0 0,-2 1 0,-2-1 0,-1 1 0,-1-1 32,7 1 1,-3-1 0,-2 1 0,0-1 0,1 1-36,1 0 0,1 0 0,0 0 0,-3 1 0,-4-1 1,8 1 0,-5 1 0,1-1 162,-9 0 1,1 1 0,-1-1-1,-5 0-198,12 2 1,-9 1 1433,14 5-2044,-63 2-1127,-19 4 1743,-7 0 0,7-5 0,8-4 0</inkml:trace>
  <inkml:trace contextRef="#ctx0" brushRef="#br0" timeOffset="31876">10898 2952 11329,'1'-5'6575,"-1"1"-4160,0 4-371,0-77-1187,-3 45-401,1-15 1,-3 2-82,-4 25-173,-4 7-79,-1 9-78,0 8 134,-33 27-157,21-10 9,-5 5 0,-1 2-3,9-4 0,2 0-6,-19 25 6,6 3-28,23-22 40,20 3-7,1-19 63,32 5-57,-17-17 129,38-10-89,-36 0 156,20-17-112,-31 9 196,3-20-140,-14 10-55,-6-12-24,-9 8-4,-12 1-74,6 11 0,-7 1-44,15 13-112,-4 1-118,7 10-331,-2 7 39,2 2-1791,0 14 2335,2 6 0,1-13 0,1 0 0</inkml:trace>
  <inkml:trace contextRef="#ctx0" brushRef="#br0" timeOffset="32253">10858 3271 20106,'-8'3'3501,"1"-1"-3109,7-2 565,0 0-856,-57 61-56,42-41-2104,-14 18 1,8-2 2091,27-25 905,22 10-887,-3-13 5,14 2-28,-12-8 129,12-11 28,-16-2 3453,7-12-3347,-17-2 1,-9-2-40,-14 2-129,-2 6 168,-23-4-218,17 13 89,-19-7-111,22 11-107,-7 1-269,8 10 325,-15 15 0,17-10 0,-7 8 0</inkml:trace>
  <inkml:trace contextRef="#ctx0" brushRef="#br0" timeOffset="60635">4993 5192 10780,'-9'0'7589,"3"0"-5673,6 0 84,0 0-5300,-5-90 3396,8 61 431,-1-25 1,7 3-421,13 33-91,6 0-21,1 11 16,0 12-33,15 19-1,-13-2-78,-2 10 1,-3 5-1,-8 7 89,-3-9 1,-5 1 3448,-21 9-3347,-13-5 39,-16-6 55,-5-8 29,3-8 78,9-8 208,9-7-270,13-6-139,5-1-23,5-3-50,3 2-11,5 0-23,9 2 0,23 5 11,-6 1-10,26 12-18,-13 2-208,-10-1 0,0 2 197,12 8-14,-18-8 0,-3 4-53,-9 12 90,-7-5-62,-29 10-73,-21-16-202,7-9 1,-3-1-2008,-5-5 0,2-2-2558,-19 0 4167,7-16 1,41 4 0,3-2 0</inkml:trace>
  <inkml:trace contextRef="#ctx0" brushRef="#br0" timeOffset="61010">5710 5096 23164,'-41'39'119,"-1"0"1,3-5 0,12-1-48,36 5 7,7 1 27,18 7 34,14-9-70,-20-23 0,2-2 19,2-3 1,1-3 86,3-6 1,-1-3 86,17-10-123,-10-7-5351,-16-21 5362,-18 16 1569,-6-36-1591,-16 22-45,-13-14-67,1 21 61,-25-1-72,10 20 818,-9-3-953,2 21 34,26 2-420,-5 18-1284,24 4 1799,17 21 0,-8-22 0,10 1 0</inkml:trace>
  <inkml:trace contextRef="#ctx0" brushRef="#br0" timeOffset="61878">6449 5318 26234,'-5'40'16,"1"0"1,-5 16-28,21 1 11,-7-21 6,-2-4 27,-3-7 29,-2-16 67,-2-7-29,-4-12-77,2 2 38,-6-26-27,7 7-12,-2-17-16,5 13 50,6-17-39,4 16-6,7-11-11,3 17 6,6 7-12,-2 8 6,2 4-11,4 6-51,21 17 45,-8 2 17,9 19-5,-25-3-12,-9-1 6,-8-3 5,-5-4 1,-8-7-12,0-5 73,-4-9-11,3-6-23,2-4 17,2-11 0,4 3 6,0-4-6,1 6-22,-1 3-22,-1 2 5,0 2 0,-1 2 145,0 1-83,0-1 22,1-4-51,0-1 57,3-16-45,3 3-6,6-11-5,3 7-1,3 4-10,3 5-12,0 6 0,1 4-28,8 13 17,-10 0-5,12 18-18,-15 1-22,3 11 6,-5 3-90,-3 2-201,-2 0-364,-2-3-797,-1-5-1421,0-9-11,-2-10 2923,10-8 0,-10-6 0,5-2 0</inkml:trace>
  <inkml:trace contextRef="#ctx0" brushRef="#br0" timeOffset="62084">7325 5411 26390,'-2'-32'90,"-1"15"-96,1 47-16,4 7-118,7 5-491,6-13 1,5 0-1822,15 13 2452,-8-16 0,-1-4 0,-2-6 0,-5-6 0</inkml:trace>
  <inkml:trace contextRef="#ctx0" brushRef="#br0" timeOffset="62267">7341 5124 20895,'-3'-5'2544,"1"1"-3524,2 4-320,12 12-2705,1 12 4005,8 8 0,-10-7 0,-4-11 0</inkml:trace>
  <inkml:trace contextRef="#ctx0" brushRef="#br0" timeOffset="62628">7635 5468 26771,'5'-9'45,"2"7"-34,4 22-33,-3 1 50,-1-5 201,-3-6-77,-3-5 385,0-4-386,-2-12-27,0 0-24,1-12-21,3 2-12,5-3-11,8 0-17,9-2-16,9 3-23,8 5 5,3 6 1,2 10-51,0 13-117,-2 8-286,-5 13 11,-12-3-2154,-13 2 1,-3 1 2590,-2 9 0,2 6 0,-10-27 0</inkml:trace>
  <inkml:trace contextRef="#ctx0" brushRef="#br0" timeOffset="63983">9733 5322 16241,'2'-44'2018,"-1"-1"1,1 0-1,-5 3-769,-13-4-980,3 9 196,-24-3-359,8 31-84,-6 2 12,-7 24-12,3 18-8,8 1 0,0 4-208,10-12 1,1 4 194,2 6 1,1 6 0,3-5-7,2 17-32,4-4 1,5 2 5,8-21 0,5-2-11,3 6 0,7-2-8,16 1 0,7-6 52,0-10 1,2-5 0,2 0 0,1-6 16,5-10 1,-1-7-348,-10-3 1,-1-4 369,10-6 0,0-4 44,0-10 1,-3-3-34,-11 5 1,-4-2 18,0-5 1,-5 1 23,-3-10 122,-10-5 51,-13 21-67,-11 2-73,-25 18-62,-12 23-56,14 1 0,0 4 61,3 4 1,3 3-70,3 1 0,3 1 696,-4 15-711,16 8-21,28 0 22,-1-8-119,5-13 1,6-4 95,24 0 20,-19-10 0,2-3 31,7-4 0,-1-5 19,-10-5 1,-1-3 21,1-4 1,-5-4 14,-1-14 90,-11-16-91,-12 17 23,-6-3 1,-4-2-24,-4 3 1,-2 1-28,-2-5 0,-3 2 0,-15-16 16,-18 19-55,21 21-23,-8 7 0,0 5-16,3 8-130,-1 9 1,2 3-124,10 4-860,6 8 1,6 3-3846,22 10 4374,-3-16 1,1-3-1,10 2 1,-5-15 0</inkml:trace>
  <inkml:trace contextRef="#ctx0" brushRef="#br0" timeOffset="64558">10710 5371 25573,'-31'6'39,"3"11"-39,23 20 6,-2 12-1,5 1 6,-1-5 68,2-5 212,1-24-112,0-11 96,3-18-163,1-5-62,2-8 107,0-16-84,-2 7-6,2-19-6,-2 6 1,1 4 5,2 7-33,1 11-29,6 10 1,7 10 5,23 14-5,-9 2-1,-6 4 1,1 3-23,7 14-39,5 11-1222,-14 3 1278,-12-12 22,-11 16 17,-12-22-5,-4 9 55,-5-21 46,1-22-107,7-5-6,2-14 57,7-22-46,6 3-19,-2 12 0,1 1 1276,11-16-1228,1 8-12,6 9-44,-7 14 10,14 6-16,1 10-16,16 10-68,11 10-286,-26-3 0,-1 4-159,2 2 0,-3 4-3672,-4 3 0,-4 1 4201,-6-1 0,-3-2 0,-1 10 0,-11-16 0</inkml:trace>
  <inkml:trace contextRef="#ctx0" brushRef="#br0" timeOffset="71591">11676 5399 25074,'2'-41'448,"-1"0"0,0 6 0,0 7-112,0 14-268,-1 10-57,1 0-6,4 23 7,-2-6 21,9 38-16,-6-9 17,1 9-6,-4-8 33,-4-18 6,1-10 292,-3-7-242,1-6 79,-3-11-117,0-3-23,-1-12-34,2 2 29,0-12-7,3-15-10,2 0-17,4-9-17,4 21-3381,5 9 3381,0 11-17,13 5 0,-2 8-11,13 7 12,-3 10 4,-6 2-4,12 23 16,-21-15-9,-1 3 1,0 2 3383,-3 4-3381,4 13-5,-10-12 11,-4-9 0,-3 2 11,-2-7 1,0-4-1,0-3 28,-1-9-11,0-5-28,1-6 0,-1 3 6,1-5-12,-1 8 23,0 0-17,0 1 0,0 0-6,0-2 1,0-1 5,0 1 11,0-1-11,0 3 0,0-1 0,0 1 0,0 0 17,0-2-17,-1 2-6,1-5-5,0 1 11,0-3 5,0 0 7,0-1-7,0-1 6,0-4 6,0-3-11,5-6-6,5-5 5,10-2-5,-2 6 0,16-3 6,-10 13-17,11 0 0,-7 9-1,-1 13 7,-7 1-34,5 31-34,-10-4-269,7 20-1159,-5-6-3008,3 1 4509,0-8 0,-7-17 0,-5-12 0</inkml:trace>
  <inkml:trace contextRef="#ctx0" brushRef="#br0" timeOffset="71982">12723 5281 25926,'6'-43'481,"1"0"1,-1 5-1,-3 9-374,-5 23-68,-5 12 17,-9 21-39,2-2-40,-8 28 18,13-11 10,3 9-21,17-5-7,16-8 12,4-13 11,4-14 0,3-3 0,18-4 5,-22-2 1,0-4 25,-1-9 0,-5-4 2,2-13 23,4-20-11,-22 2 6,-12-1-7,-9 1-16,-13 1-67,7 19-336,-1 4-952,13 19-1972,12 9 3299,15 7 0,-9-3 0,8 1 0</inkml:trace>
  <inkml:trace contextRef="#ctx0" brushRef="#br0" timeOffset="72565">13417 5183 22638,'-11'-5'3870,"2"2"-3500,9 3-320,0 0-28,3 10-33,6 17 22,2 17 11,-10 9 1,-2 2-12,0-22 1,-1-2 13,-5 17 0,-1-7 193,-1-21 74,5-15-152,2-17-62,7-12 51,6-28-43,2 12 1,2 1-25,6-21-31,-5 22 0,2 4-9,1 7-16,2 1-1,0 12-16,1 10-11,6 14 16,5 10 12,4 16-29,0 9-222,-4 5 245,-1-1-5,-4-7-1,-6-13-16,5-4 22,-11-17 5,6-7 1,-3-16 28,9-22 216,-7 7-244,7-20-6,-15 26 33,7-24 1,-10 24 72,2-7-100,-8 21-12,-3 8 1,-2 10 5,-1 10 0,1 9-6,-1-2-33,2 17-6,8-13-129,9 12-565,12-10-1109,11-6 1000,15-7 0,-27-9 0,3-5 0</inkml:trace>
  <inkml:trace contextRef="#ctx0" brushRef="#br0" timeOffset="72720">14181 5051 24783,'-7'-5'-2415,"-2"-5"1,15 21 0</inkml:trace>
  <inkml:trace contextRef="#ctx0" brushRef="#br0" timeOffset="73829">14886 5343 14684,'2'-8'3366,"7"-22"0,-1-6-1399,-3-9-1771,2 7 0,-2 0 694,-15-14-683,-1 33 101,-17-6-241,3 21-61,-6 8 33,-9 16 0,4 12-33,13-11 0,1 4-658,-4 11 1,3 2 651,-6 15-6,13-8 1,4-1-23,9-8 241,14 24-415,33-24 42,-16-20 1,3-2-325,11-1 1,2-3 399,-12-5 0,0-3-45,10-4 0,-1-4 95,-7-1 1,-1-2 38,8-4 1,1-4 109,1-4 0,-2-4 19,-11 3 1,-2-1-63,-3 2 1,-5-2 286,-1-23-7,-14 10 975,-4-7-868,-15 8-296,-5 15-90,-5 7 668,-6 18-673,3 8-18,-14 25-56,13-6 12,9 2 0,4 1-12,7-2-11,-1 29-11,31-16 17,-5-10 11,9-14 0,3-5 62,5-8-1,15-11-44,-22-9 89,10-31 51,-14 5-59,-6 8 0,-1-2 115,3-22 28,-6 1 16,-6 8-128,-4 16 73,-3 10-113,-2 12-61,-2 8-28,-1 8 6,0 4-12,0 23 1,4-15-1,9 19-11,10-16-11,30 5 23,-10-12 5,2-10 0,2-5 11,10-14-226,-15 1 1,-1-5 217,-8-4 0,-4-4-1,-2-5 1,-2-3 8,-2-5 1,-3-3 7,-1-6 1,-3 0-15,-2 7 1,-1-2 30,1-22 1,-2 0-1,-3 24 1,-2 1 16,1-13 0,-1 2 53,-7 1-61,-2 21-17,2 14-4,1 8-24,-1 19 0,-1 10 0,-5 26 0,5-17 0,1 3-18,-1 8 1,2 3-615,0 9 1,2 0 566,-1-9 1,3 2-328,4 1 0,2 4 0,3-5-496,3 0 1,3-2 268,1 11 0,3-2-4297,5-15 1,-1-8 2900,-4-7 1,4 3-1,-20-27 1</inkml:trace>
  <inkml:trace contextRef="#ctx0" brushRef="#br0" timeOffset="74162">15754 5302 23925,'46'-22'-46,"0"0"0,0 0 0,-4 1 0,0 1 0,-6 8-10,15 12-34,4-5 911,-27-3-759,5-8 375,-18-3-117,-7-1 316,-5 2-71,-1 4 382,-4 3-555,1 4-163,-2 3-156,2 2-62,0 5-5,-1 1 11,-2 19-23,3 4-39,-1 21-128,9 4-113,-2-9-1498,3-8 0,-1-1-8047,1 9 7478,1 5 0,-6-27 0,-3-16 0</inkml:trace>
  <inkml:trace contextRef="#ctx0" brushRef="#br0" timeOffset="74351">16342 4752 21741,'-6'-3'2342,"1"1"-2331,5 2-2269,0 0 1195,-10 51 0,8-38 0,-8 37 1</inkml:trace>
  <inkml:trace contextRef="#ctx0" brushRef="#br0" timeOffset="74742">16798 5010 25035,'-60'16'117,"1"0"1,5-1 0,9 6-95,16 25-7,11-7-10,13 23 0,16-20-1,-1-12 1,4-1 33,27 12-17,10-8 57,5-11 117,-3-11-79,-16-11 236,-4-23-162,-22-10-7,-1-25-122,-12 26 0,-3 0-15,-1-4 1,-2 1 19,-2 0 0,-1 1 28,-11-22-33,-2 15-57,-1 18 283,1 12-423,1 17-214,5 13-1185,6 17-2712,11 10 4246,9-3 0,0-16 0,-1-12 0</inkml:trace>
  <inkml:trace contextRef="#ctx0" brushRef="#br0" timeOffset="75086">17158 5164 27762,'21'-18'34,"-4"21"-40,-14 25 1,-6 11 5,3-4 0,0 0 0,1-1 0,0-2 0,0 13 5,1-6 107,-1-26-56,-1-2 12,3-23-7,5-13 12,5-17-34,10-12-148,-9 25 0,3 0 128,1 2 1,2 1 3,21-15-23,-3 16-17,-6 13 0,-5 17-11,-4 13-95,-1 19-650,2 13-1596,-11-19 0,0 0 2369,11 27 0,-9-20 0,-5-17 0</inkml:trace>
  <inkml:trace contextRef="#ctx0" brushRef="#br0" timeOffset="75841">18618 5254 22364,'-4'-49'587,"0"1"0,0-1 0,0 0 0,-2-15 1,1 2-1,0 18-413,3 22 194,-2-1-363,7 47-215,3-2 207,2 13 0,2 6-495,0 2 1,1 6 486,0 6 0,-1 8 0,0-4-361,-3-15 1,-1-2 0,0 5 344,-1 11 1,0 7-1,-1-1 1,-2-9 0,-2-2 1,-1-1-24,0 8 1,-1 6 0,-1-8-92,-1-11 0,-1-5-498,-1 6 1,-1-3 440,-1 0-74,-1-32-9,8-43 260,4-9 1,2-6 27,0-4 1,-1-4-155,1 6 1,0-2 0,-2-1 163,0 0 1,-1 1 0,-1 1 6,-1-13 1,-2 0 20,-1 11 1,-1-2 0,-2 0 50,-2 2 0,-1-1 0,0 3-27,-2-13 0,0-1 76,0 6 0,-1-4 0,2 8 519,4 13 1,4 2-610,9-22 0,6 3-73,8 7-8,19 22 0,6 7 267,1 13-273,3 6 0,1 6-3,-14 5 1,-1 4-29,7 7 1,0 5-60,-6 5 1,-4 6-155,-6 13 0,-9 3 140,-11-8 1,-6-1 106,-2 0 0,-10-3 14,-25-2 0,-10-7-1297,8-13 1,-3-4 1332,-17 7 0,-1-3-19,21-10 0,1-4 388,0 1 1,3-5-8009,2-13 7617,9 1 0,15-4 0,10 6 0</inkml:trace>
  <inkml:trace contextRef="#ctx0" brushRef="#br0" timeOffset="76558">19250 5086 26413,'47'-17'45,"-4"15"-40,-20 44-27,1 11 16,-5-8 12,-3 13-12,-8-11 34,-6-8 11,-5-11 107,-18-25 0,-5-20-96,1 1 34,1-21-17,18 7-39,3-9 6,8 9-45,23-8-29,6 18-10,23-7-1769,-20 18 0,0 2 1667,17-3-453,-14 5 1,-1 1 447,0 1-184,0-1 0,3 0 139,11-4 219,-17 2 0,-2-1 95,5-6-33,-18 1 223,-12-8 2687,-8 8-2614,-7-10 1110,-4 11-1328,-11-1 227,-6 8-328,-8 10-11,-5 7-34,1 12-6,11-2 12,8 21-11,14-12-1,8 14-5,8-13 0,9-6 129,10-9 129,1-14-107,0-12 6,-5-13-23,-8-3-72,-7 4 123,-1-4-118,-6 12-50,1 0-12,-3 7-50,-1 7 40,3 7-29,1 10-44,4 11-180,3 8-761,2 7-45,0-9 385,4-4 1,1-2 0,-7-10-1,16 17 1</inkml:trace>
  <inkml:trace contextRef="#ctx0" brushRef="#br0" timeOffset="77036">20468 5168 21052,'-2'-6'3893,"-1"1"-3024,3 5-713,-81-19-116,45 30-32,-15-11 0,3 5 9,23 29-9,10-4 1,3 3-20,3 14 5,-1 10-50,29-2-5,7-22 2,-2-12 0,3-2-70,32 1 79,-9-10-442,-8-14 1,0-5 480,-12-2 0,0-2 16,13-8 1,-1-4 8,-9-2 0,-4-4 33,-1-4 1,-3-3 22,-3-4 0,-3-3 22,-3-5 1,-3-1-383,-3-3 0,-3 0 441,-1 2 0,-4-2-127,-2-8 0,-2 3 133,0 21 0,-2 3-51,1-3 1,-2 7-35,-1 15 455,3 10-544,-1 15 1007,0 10-990,0 7 5,0 8 1,0 4 0,-1-4 0,-1 2-256,-2 20 0,-2 4 197,-1-1 0,0 0-82,1 4 1,0-1-194,2-1 1,1-2-536,3-7 0,2-2-25,3-10 0,3-3-2607,7 16 3495,11-21 0,-10-18 0,1-9 0</inkml:trace>
  <inkml:trace contextRef="#ctx0" brushRef="#br0" timeOffset="77378">20759 5371 24581,'-23'-45'425,"0"0"1,10 7 0,12 7-414,32 21-35,23 8-38,-4 4-51,-2 1 16,-5-1 68,-9-3 56,-7-6 79,-9-7 66,-6-7 287,-6-11-220,-5 9 253,-4-8-62,1 13-106,-1-1-95,3 4-107,0 7-134,0 5 11,1 19 0,4 10-11,2 20-40,5 5-145,-3-16 0,0-1-246,3 13-460,-3-16 1,0 0-5473,-1 1 5526,0 1 0,-4-15 0,-2-10 0</inkml:trace>
  <inkml:trace contextRef="#ctx0" brushRef="#br0" timeOffset="77567">21262 4884 22593,'-23'17'0,"6"-4"0</inkml:trace>
  <inkml:trace contextRef="#ctx0" brushRef="#br0" timeOffset="77816">21533 5034 21147,'-3'-2'3171,"2"0"-1905,1 2-1070,-66-1-631,36 7 575,-17 0 0,-2 4 45,5 18-2076,15-1 0,2 1 1897,-6 12 296,18-2 0,7 0-318,12-4-72,5-4 0,6 0-108,29 1-426,-1-12 0,3-2-1232,-3-6 0,0-3 1536,5-2 0,-3-2 0,-1-3 0,-22-3 0</inkml:trace>
  <inkml:trace contextRef="#ctx0" brushRef="#br0" timeOffset="78661">21697 5218 18621,'-8'0'4762,"2"-1"-3743,6 1-347,0 0-622,0-7-27,3 8 27,3-4 247,20 15-185,-10-7 264,27 3-158,-18-14-50,11-6-95,-14-3 162,7-18-112,-15 5-11,2-12 23,-14 9-46,-10 8-55,-3 9 11,-13 9 11,-12 15-34,-1 4-22,-5 14 22,15 4-16,10 4-34,11 6 17,9-6-115,10-8 0,7 0-1106,24 10-2579,-7-10 0,2-2 3811,-6-8 0,-1-3 0,11 4 0,-18-9 0</inkml:trace>
  <inkml:trace contextRef="#ctx0" brushRef="#br0" timeOffset="79842">22582 5418 23707,'0'0'0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46E0-2CCE-AFE5-13B4-6CEF6E396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57B6D-5CD2-4848-BEB3-067431DA2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65A3E-8455-557A-5938-E9CC05395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23AD0-5992-1C41-ADD3-6A5D671F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E2D27-B258-A76B-0BF8-839AEBAEB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F6C2-021E-F983-D2DC-777164A6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4EDF2-43C1-5D6E-AF5A-250C4D2CA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F963B-C217-BB95-76C6-01DB920D6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ADAB0-DE0E-08DC-EA0F-9E93B9893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727F7-E7CF-BAB5-E71C-09F1CA22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2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9529A-4596-2529-B9A6-C575FE133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0A759-9448-FFD8-9F3F-CFBD97C45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9248-6939-FBA7-B46D-E9D2559EB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7A852-B8AC-774E-E17E-882C8353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E0C46-C143-6C92-37D2-D155AF94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5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AD7E-4840-595B-2E56-42A770B8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241D3-3E4C-D761-1543-9509C7969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C7CF0-93B5-3675-7E46-DEA82F6FC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08689-FA49-E987-CD23-1ED5574A5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61590-7FBA-1CE5-980B-1FE0A24A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E1D11-615A-B1AB-E8FF-1EDD107F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95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B57F6-D1F8-E9AE-D7AE-3D7378327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546D5-2E96-9F57-AAE5-3144B6AF0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A85A4-521F-1517-E183-386F558F9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FC8E1-B9BD-1424-DD17-612A27C5E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23719-C84A-C49E-765E-F6254A63A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0009C-1B56-B6AE-6DAA-31DB546C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A521E-16A0-5EC3-6DBB-BE9328C3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43E88-9B7E-CA63-33DF-9055DBB2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0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FDB8-3071-4E6D-F6C1-0B4FA507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D36E4C-0EE7-7294-2265-4B7C13C7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F922E-EF30-0ED7-4430-E145A7D5D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13317-23E7-D817-A6DC-2BC6DCBB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6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96C3A-5C32-3123-FDCD-EA410B03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499F7C-56D1-941F-BA7B-79B66824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971A3-3F13-9D77-F8D4-F047425D5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14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1B2A8-BA34-DA75-302A-65589481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4C216-64CC-1113-E36A-60FA5C927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24275-EF7C-3036-EF25-A389C071A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BCECD-982C-2AE1-A1B4-49229EAF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DB65B-37B9-36B2-D0E1-A034A928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3CFA4-2D09-85C4-A62B-30C2F0BF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8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06E7-EEAA-FEE4-0288-9DCDF764D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F7A16-C835-EF6A-F0AD-2DF3BD536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5C2E9-C610-147E-4C37-ECE37FA23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6FA08-A219-A7C0-5F3F-CC34C5D4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90A89-577C-BD06-9DEC-0EDA3F7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AD3F4-1518-9B68-815C-30B9BD11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9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4447-30A9-8A4F-395A-0EA6F642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634D5-D500-2738-DA55-D6AA0526D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D2A96-B795-4B71-79E8-32C917670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36598-E8D6-E3C1-F649-0175B3B1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8EC63-9B84-B297-5A9F-DEA9865A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6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0FC4B8-A22C-6230-15FB-9F92EB001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17431-5D76-5ABD-3004-022C73373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7AF31-3548-920D-A5C1-C4A97A25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9E5D7-EBC4-BD76-DDFB-89E15E41B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12B5A-5C63-F20A-B1D3-F5D1CA23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9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AA68E-2DFC-7B6D-70E4-33AB56D5F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9E27D-5255-BEB8-76C8-9FE5BC44A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DE38F-60EA-689E-FEF3-C58054576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09449-0FE3-4944-A83E-F0FE20EEF370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92688-82AB-6DFC-0210-C885DBD68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C6196-6793-6F10-56AE-E1A7177DF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1A556-8BDE-8C41-8287-0549E3741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D3B87191-E487-37F8-5ACB-4DAD49D95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D4AE45-6646-5514-50FE-CF1B187594EF}"/>
                  </a:ext>
                </a:extLst>
              </p14:cNvPr>
              <p14:cNvContentPartPr/>
              <p14:nvPr/>
            </p14:nvContentPartPr>
            <p14:xfrm>
              <a:off x="351360" y="1056600"/>
              <a:ext cx="9354960" cy="5171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D4AE45-6646-5514-50FE-CF1B187594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000" y="1047240"/>
                <a:ext cx="9373680" cy="519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5934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8EC5F9-9AE8-F5A0-E7EA-DE8392555C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106AC2-7287-14FD-0DA3-CD8872D94F56}"/>
                  </a:ext>
                </a:extLst>
              </p14:cNvPr>
              <p14:cNvContentPartPr/>
              <p14:nvPr/>
            </p14:nvContentPartPr>
            <p14:xfrm>
              <a:off x="1304640" y="1040400"/>
              <a:ext cx="7165440" cy="4926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106AC2-7287-14FD-0DA3-CD8872D94F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5280" y="1031040"/>
                <a:ext cx="7184160" cy="494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357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FE05B-7146-569C-79D7-B3D04C008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930913-C88D-18C2-C3B8-928578D76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7663AE-2B8A-1C92-A83A-5ADA4EED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CA17B9-F62C-0940-241B-8C7290839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53000" cy="6324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96E9D83-EAA0-CE6F-4FD4-76211C54E769}"/>
                  </a:ext>
                </a:extLst>
              </p14:cNvPr>
              <p14:cNvContentPartPr/>
              <p14:nvPr/>
            </p14:nvContentPartPr>
            <p14:xfrm>
              <a:off x="184680" y="110880"/>
              <a:ext cx="9632160" cy="6249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96E9D83-EAA0-CE6F-4FD4-76211C54E7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320" y="101520"/>
                <a:ext cx="9650880" cy="626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2688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F3279-2190-06AA-633D-F445A0ECE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0E8EBD-1214-7BBE-931B-272766884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977935-47B2-9661-A8BE-2EDB08881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D9D3E5-7D51-B933-244D-F761FCBEB96C}"/>
                  </a:ext>
                </a:extLst>
              </p14:cNvPr>
              <p14:cNvContentPartPr/>
              <p14:nvPr/>
            </p14:nvContentPartPr>
            <p14:xfrm>
              <a:off x="243000" y="844920"/>
              <a:ext cx="7886880" cy="1365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D9D3E5-7D51-B933-244D-F761FCBEB9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640" y="835560"/>
                <a:ext cx="7905600" cy="138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1070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2026-02-18T13:26:58Z</dcterms:created>
  <dcterms:modified xsi:type="dcterms:W3CDTF">2026-02-18T15:38:18Z</dcterms:modified>
</cp:coreProperties>
</file>